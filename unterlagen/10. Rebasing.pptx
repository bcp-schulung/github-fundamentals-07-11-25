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4932" r:id="rId3"/>
    <p:sldId id="4687" r:id="rId4"/>
    <p:sldId id="4698" r:id="rId5"/>
    <p:sldId id="434" r:id="rId6"/>
    <p:sldId id="9040" r:id="rId7"/>
    <p:sldId id="9041" r:id="rId8"/>
    <p:sldId id="4933" r:id="rId9"/>
    <p:sldId id="7897" r:id="rId10"/>
    <p:sldId id="9032" r:id="rId11"/>
    <p:sldId id="9042" r:id="rId12"/>
    <p:sldId id="9043" r:id="rId13"/>
    <p:sldId id="9044" r:id="rId14"/>
    <p:sldId id="4935" r:id="rId15"/>
    <p:sldId id="9045" r:id="rId16"/>
    <p:sldId id="9046" r:id="rId17"/>
    <p:sldId id="2837" r:id="rId18"/>
    <p:sldId id="2863" r:id="rId19"/>
    <p:sldId id="2864" r:id="rId20"/>
    <p:sldId id="4936" r:id="rId21"/>
    <p:sldId id="9047" r:id="rId22"/>
    <p:sldId id="9048" r:id="rId23"/>
    <p:sldId id="9049" r:id="rId24"/>
    <p:sldId id="9050" r:id="rId25"/>
    <p:sldId id="9051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DABA3-B2B3-44C5-A2A3-E9EAF24B87CF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6E691-F36F-4037-84DA-86B7304806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144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53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61ABF-F6BE-6EDB-2625-FF574F62C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FEBE71-5364-17F9-7184-964058130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D6C00E-4888-768E-6EFD-9F45D0AA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EC04F4-09FE-969A-2208-AC0678F7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DFA70-0DB4-270E-60E9-A8994701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7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B02B1-12C0-8D96-074D-23D6A662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50342B-A5B7-A57F-3A58-B87E44F09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1F5D6E-4C75-119F-FCA3-27744DA5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808AFC-29DF-320F-85FB-AD441B8F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C2F36B-7174-6F7E-4D58-D92F0A5B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86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B132D-D326-2A08-86B9-DF9141E5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DF300A-54DD-866B-B97C-D3BD64D78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918A0B-D903-844B-8D8E-F6F7675B5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06C5B2-7A70-6554-4691-A6EA4BB6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3CA9BE-5CC9-C3CD-117B-58269BCC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23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05EC02-1194-4DE9-139A-6E4E4719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1B00D5-F263-EDA8-2E4D-80AA885D3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D6E9CE-A7B7-F2BF-1F67-D427FA479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45936F-F3AC-FAF0-9DB1-703964F7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6320AF-757F-C8D2-BB2E-27972AC1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D4B236-9E90-D080-359E-34D3D567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15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D4D070-6196-5B25-09C4-4B74645A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2648BC-674D-78FD-D263-39556F11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5C101A-0D1A-A3F4-22AC-150D762C8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5484C7-FAAA-D4C7-2418-94F29B268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4F5CA1F-F450-C90D-D345-E968EC8C9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2BF9EEE-E754-311E-EAE1-36F29BCD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0CD8761-625C-64D5-A76F-54FCE049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38DC32-646A-2DC7-20BF-DB0D2023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83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D53A2-575A-B863-DE2A-A6FEE4EF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6EBD462-548D-CAFD-80CE-8669792B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82CD64-C46F-8725-1705-A38B8A37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C5CC7D-5472-1628-3AD7-5D154E33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63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2C2A0A-BF7B-3B9A-7749-A2960608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B09274-B464-C761-1207-58054EA7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3B4556-5860-6088-1070-8E08A6E8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44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95A1B-6664-993A-940A-7A815D89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3A8416-3AD3-619A-F7B5-6923AC886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54B647-B9A1-4058-969E-00C6987F2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F19BC6-6F6B-9968-446C-5C8CAE13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130686-E929-BECF-8216-6A18FABC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0AFE08-6E32-90A1-DC33-2BE84054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24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229BF-6885-8DE8-852B-3149B4E4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BBD5EF-DD37-056E-0ECA-8A91FE9AA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42DD16-4C16-4E57-3A56-8C85C1D01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965006-1C1B-5504-B3BF-5C9C8542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433CA3-5FED-AA6E-C1D8-3FD4A239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9ECDAB-D3E6-0F8E-7BBC-7CE2B9E2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38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BBBA8-7E33-641D-67DD-FFE1044F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E9D8EF-1538-F104-8BCE-6051C8EA0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9AB83A-C5AC-C3D8-AAFA-3A848B91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13ADA-AADF-A0FB-C597-043E48C1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9A320-5B3F-E512-17BF-22FD975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72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1BCF3E-CBA2-A1EB-9573-C0B2B1184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210786-195C-5A95-65B5-33C546E2D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C6A109-EC5F-DAA3-F321-29F9E4D6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60AECB-8258-7113-5C91-DDEEA3E1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874A8-42DD-EC4E-DC44-7979BE06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1186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091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418776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78926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2282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68263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17686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872291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99647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9497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6039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92657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336468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029807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55274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34267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844464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936806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32218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0094992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54897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98439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38319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3089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49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00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124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174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422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254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5804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97550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333982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57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649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0514187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464217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959282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7326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183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47400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850911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601801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8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61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2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99821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04778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6588888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98190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82870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854959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08128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13733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696862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491957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7107064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61563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557185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717342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97912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25525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648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991762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592837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239209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36340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284194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161149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2240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40398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23606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1316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7038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90814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59950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006344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53193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5413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6798688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947336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44568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22256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4966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110188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25509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140600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069684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4930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226702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070140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305945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876352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37660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3984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89503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4544063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602528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2911067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00722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429049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2942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24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174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6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3219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97624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3508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47224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7790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16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509632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1162039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0622174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430158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6879215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4073535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4828273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086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637747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40586165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72460315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44156432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30703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626759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4045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4107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1707259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9204807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0460021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4878236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615012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4300899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98863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0799950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0405630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6720566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1981080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8334744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40983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71472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1764277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8894211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790130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336179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424533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346596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7654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875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5574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672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924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458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02175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51621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235100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1924945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629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5499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46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002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056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632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9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100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22180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29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80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81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215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2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5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9370065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16101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924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516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456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4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4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101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310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20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3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9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0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8843427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014367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25709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4403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796960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7530158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38209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248899543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491299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47087525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493688715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082727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47941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92359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219226385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8256242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0456568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049399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8542642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310447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88375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66696685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170179704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46621667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06018155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32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64730385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1131923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221859582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883708422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85872309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6238517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80907454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74411001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42193617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195370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3070453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4083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7466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4962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5677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5091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FA90E3-1B71-C90A-82DE-38148B1F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5AD665-CDBD-F8AA-5B66-0F3F5A87D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667131-3B9F-DAEA-411C-A0DD4F6FB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71033-0940-4263-A0E6-6D97FED21C66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F64020-1ED8-881C-CCC0-DEA228231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EB8E69-99F5-FDBE-54DA-17B44DF09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CB9F6-ED1A-4AB7-9417-45E65ABD23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345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723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3590535"/>
            <a:ext cx="561224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Begriffsklärung und Praxisbeispiele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2323093"/>
            <a:ext cx="6894770" cy="1118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Rebasing</a:t>
            </a:r>
            <a:endParaRPr kumimoji="0" lang="de-DE" sz="5334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rgbClr val="FF5355"/>
                  </a:gs>
                  <a:gs pos="100000">
                    <a:srgbClr val="CE59C4"/>
                  </a:gs>
                  <a:gs pos="1000">
                    <a:srgbClr val="FFC955"/>
                  </a:gs>
                </a:gsLst>
                <a:lin ang="8100000" scaled="0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Rebasing</a:t>
            </a:r>
            <a:endParaRPr kumimoji="0" lang="de-DE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2718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Rebasing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-Grundlagen</a:t>
            </a: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Rebasing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 mit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Local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Branches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Rebasing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 mit Remote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Branches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Interaktives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Rebasing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Squashing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-Befehle</a:t>
            </a: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Aus den Schwierigkeiten herauskommen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-Grundlagen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470" y="1841128"/>
            <a:ext cx="67387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Rebasing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ist ein Konzept in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das dazu dient, die Commit-Historie eines Entwicklungszweigs zu verändern. Dabei werden die Änderungen eines Zweigs auf den neuesten Stand eines anderen Zweigs übertragen. Statt die übliche Mischung von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Merge-Commits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zu erzeugen, werden die Änderungen so umstrukturiert, dass sie aufeinander aufbauen, als ob sie nacheinander entwickelt worden wären.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133600" y="5257448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Definition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endParaRPr kumimoji="0" lang="de-DE" sz="1867" b="1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096000" y="1123172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47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it Rebase - GeeksforGeeks">
            <a:extLst>
              <a:ext uri="{FF2B5EF4-FFF2-40B4-BE49-F238E27FC236}">
                <a16:creationId xmlns:a16="http://schemas.microsoft.com/office/drawing/2014/main" id="{9C8A531B-BACF-050D-71C7-3E3E0C978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978" y="1263969"/>
            <a:ext cx="8794044" cy="433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22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lex Xu on Twitter: &quot;/4 𝐆𝐢𝐭 𝐑𝐞𝐛𝐚𝐬𝐞 Git rebase moves the feature  branch histories to the head of the main branch. It creates new commits E',  F', and G' for each commit">
            <a:extLst>
              <a:ext uri="{FF2B5EF4-FFF2-40B4-BE49-F238E27FC236}">
                <a16:creationId xmlns:a16="http://schemas.microsoft.com/office/drawing/2014/main" id="{3222F00C-6634-4804-83D1-FC7412405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881" y="202806"/>
            <a:ext cx="5202238" cy="645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24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mit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Local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Branches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20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22400" y="2290227"/>
            <a:ext cx="4775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Finde die Befehle, die benötigt werden um einen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Rebase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durchzuführen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6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spc="333" dirty="0">
                <a:solidFill>
                  <a:srgbClr val="FFFFFF"/>
                </a:solidFill>
                <a:latin typeface="Source Sans Pro Black"/>
              </a:rPr>
              <a:t>Den Master öffnen</a:t>
            </a:r>
            <a:endParaRPr kumimoji="0" lang="de-DE" sz="2400" b="0" i="0" u="none" strike="noStrike" kern="1200" cap="none" spc="333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checkout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master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410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Neusten Stand holen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pull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origin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master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116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Feature Branch auschecken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checkout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dein-feature-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075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Feature Branch auf den Master ziehen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master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01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Interaktives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Rebasing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30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39491" y="2391544"/>
            <a:ext cx="6738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Interaktives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Rebasing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ist eine erweiterte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-Technik, die es ermöglicht,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Commits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während des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-Vorgangs zu überarbeiten, neu zu ordnen oder sogar zu entfernen. Es bietet eine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granularere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Kontrolle über die Commit-Historie im Vergleich zum regulären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Rebasen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204621" y="4699868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Definition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Interactive Mode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167021" y="1673588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507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Rebase</a:t>
            </a: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</a:t>
            </a:r>
            <a:r>
              <a:rPr kumimoji="0" lang="de-DE" sz="2400" b="0" i="0" u="none" strike="noStrike" kern="1200" cap="none" spc="333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interactive</a:t>
            </a: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durchführen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-i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master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76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>
            <a:extLst>
              <a:ext uri="{FF2B5EF4-FFF2-40B4-BE49-F238E27FC236}">
                <a16:creationId xmlns:a16="http://schemas.microsoft.com/office/drawing/2014/main" id="{3822002E-A15B-4940-8108-3E7D2027C181}"/>
              </a:ext>
            </a:extLst>
          </p:cNvPr>
          <p:cNvSpPr txBox="1"/>
          <p:nvPr/>
        </p:nvSpPr>
        <p:spPr>
          <a:xfrm>
            <a:off x="2787742" y="1896511"/>
            <a:ext cx="3185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Rebase</a:t>
            </a:r>
            <a:r>
              <a:rPr kumimoji="0" lang="de-DE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durchführen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325F67-7365-419C-AF03-BE10AD052766}"/>
              </a:ext>
            </a:extLst>
          </p:cNvPr>
          <p:cNvSpPr txBox="1"/>
          <p:nvPr/>
        </p:nvSpPr>
        <p:spPr>
          <a:xfrm>
            <a:off x="2387600" y="3096840"/>
            <a:ext cx="3586109" cy="173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Führen Sie nun einen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innerhalb Ihres Projektes durch. Falls benötigt erstellen Sie hierfür neue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neue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Datein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CDD6EB-84EC-428D-AEB4-D37959882670}"/>
              </a:ext>
            </a:extLst>
          </p:cNvPr>
          <p:cNvSpPr/>
          <p:nvPr/>
        </p:nvSpPr>
        <p:spPr>
          <a:xfrm flipH="1">
            <a:off x="6872749" y="2108200"/>
            <a:ext cx="2641600" cy="26416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9" name="!!Freeform 87">
            <a:extLst>
              <a:ext uri="{FF2B5EF4-FFF2-40B4-BE49-F238E27FC236}">
                <a16:creationId xmlns:a16="http://schemas.microsoft.com/office/drawing/2014/main" id="{F15A5CB9-E829-4A6D-A863-DE98C948F1C3}"/>
              </a:ext>
            </a:extLst>
          </p:cNvPr>
          <p:cNvSpPr>
            <a:spLocks noEditPoints="1"/>
          </p:cNvSpPr>
          <p:nvPr/>
        </p:nvSpPr>
        <p:spPr bwMode="auto">
          <a:xfrm>
            <a:off x="7508950" y="2850898"/>
            <a:ext cx="1369199" cy="1156204"/>
          </a:xfrm>
          <a:custGeom>
            <a:avLst/>
            <a:gdLst>
              <a:gd name="T0" fmla="*/ 116 w 176"/>
              <a:gd name="T1" fmla="*/ 32 h 144"/>
              <a:gd name="T2" fmla="*/ 116 w 176"/>
              <a:gd name="T3" fmla="*/ 24 h 144"/>
              <a:gd name="T4" fmla="*/ 80 w 176"/>
              <a:gd name="T5" fmla="*/ 28 h 144"/>
              <a:gd name="T6" fmla="*/ 132 w 176"/>
              <a:gd name="T7" fmla="*/ 32 h 144"/>
              <a:gd name="T8" fmla="*/ 132 w 176"/>
              <a:gd name="T9" fmla="*/ 24 h 144"/>
              <a:gd name="T10" fmla="*/ 132 w 176"/>
              <a:gd name="T11" fmla="*/ 32 h 144"/>
              <a:gd name="T12" fmla="*/ 152 w 176"/>
              <a:gd name="T13" fmla="*/ 28 h 144"/>
              <a:gd name="T14" fmla="*/ 144 w 176"/>
              <a:gd name="T15" fmla="*/ 28 h 144"/>
              <a:gd name="T16" fmla="*/ 148 w 176"/>
              <a:gd name="T17" fmla="*/ 64 h 144"/>
              <a:gd name="T18" fmla="*/ 112 w 176"/>
              <a:gd name="T19" fmla="*/ 68 h 144"/>
              <a:gd name="T20" fmla="*/ 148 w 176"/>
              <a:gd name="T21" fmla="*/ 72 h 144"/>
              <a:gd name="T22" fmla="*/ 148 w 176"/>
              <a:gd name="T23" fmla="*/ 64 h 144"/>
              <a:gd name="T24" fmla="*/ 116 w 176"/>
              <a:gd name="T25" fmla="*/ 80 h 144"/>
              <a:gd name="T26" fmla="*/ 116 w 176"/>
              <a:gd name="T27" fmla="*/ 88 h 144"/>
              <a:gd name="T28" fmla="*/ 152 w 176"/>
              <a:gd name="T29" fmla="*/ 84 h 144"/>
              <a:gd name="T30" fmla="*/ 148 w 176"/>
              <a:gd name="T31" fmla="*/ 48 h 144"/>
              <a:gd name="T32" fmla="*/ 112 w 176"/>
              <a:gd name="T33" fmla="*/ 52 h 144"/>
              <a:gd name="T34" fmla="*/ 148 w 176"/>
              <a:gd name="T35" fmla="*/ 56 h 144"/>
              <a:gd name="T36" fmla="*/ 148 w 176"/>
              <a:gd name="T37" fmla="*/ 48 h 144"/>
              <a:gd name="T38" fmla="*/ 72 w 176"/>
              <a:gd name="T39" fmla="*/ 28 h 144"/>
              <a:gd name="T40" fmla="*/ 64 w 176"/>
              <a:gd name="T41" fmla="*/ 28 h 144"/>
              <a:gd name="T42" fmla="*/ 52 w 176"/>
              <a:gd name="T43" fmla="*/ 104 h 144"/>
              <a:gd name="T44" fmla="*/ 152 w 176"/>
              <a:gd name="T45" fmla="*/ 100 h 144"/>
              <a:gd name="T46" fmla="*/ 52 w 176"/>
              <a:gd name="T47" fmla="*/ 96 h 144"/>
              <a:gd name="T48" fmla="*/ 52 w 176"/>
              <a:gd name="T49" fmla="*/ 104 h 144"/>
              <a:gd name="T50" fmla="*/ 148 w 176"/>
              <a:gd name="T51" fmla="*/ 120 h 144"/>
              <a:gd name="T52" fmla="*/ 148 w 176"/>
              <a:gd name="T53" fmla="*/ 112 h 144"/>
              <a:gd name="T54" fmla="*/ 48 w 176"/>
              <a:gd name="T55" fmla="*/ 116 h 144"/>
              <a:gd name="T56" fmla="*/ 168 w 176"/>
              <a:gd name="T57" fmla="*/ 0 h 144"/>
              <a:gd name="T58" fmla="*/ 24 w 176"/>
              <a:gd name="T59" fmla="*/ 8 h 144"/>
              <a:gd name="T60" fmla="*/ 8 w 176"/>
              <a:gd name="T61" fmla="*/ 24 h 144"/>
              <a:gd name="T62" fmla="*/ 0 w 176"/>
              <a:gd name="T63" fmla="*/ 120 h 144"/>
              <a:gd name="T64" fmla="*/ 168 w 176"/>
              <a:gd name="T65" fmla="*/ 144 h 144"/>
              <a:gd name="T66" fmla="*/ 176 w 176"/>
              <a:gd name="T67" fmla="*/ 8 h 144"/>
              <a:gd name="T68" fmla="*/ 168 w 176"/>
              <a:gd name="T69" fmla="*/ 136 h 144"/>
              <a:gd name="T70" fmla="*/ 8 w 176"/>
              <a:gd name="T71" fmla="*/ 120 h 144"/>
              <a:gd name="T72" fmla="*/ 24 w 176"/>
              <a:gd name="T73" fmla="*/ 32 h 144"/>
              <a:gd name="T74" fmla="*/ 28 w 176"/>
              <a:gd name="T75" fmla="*/ 120 h 144"/>
              <a:gd name="T76" fmla="*/ 32 w 176"/>
              <a:gd name="T77" fmla="*/ 8 h 144"/>
              <a:gd name="T78" fmla="*/ 168 w 176"/>
              <a:gd name="T79" fmla="*/ 136 h 144"/>
              <a:gd name="T80" fmla="*/ 56 w 176"/>
              <a:gd name="T81" fmla="*/ 28 h 144"/>
              <a:gd name="T82" fmla="*/ 48 w 176"/>
              <a:gd name="T83" fmla="*/ 28 h 144"/>
              <a:gd name="T84" fmla="*/ 52 w 176"/>
              <a:gd name="T85" fmla="*/ 88 h 144"/>
              <a:gd name="T86" fmla="*/ 96 w 176"/>
              <a:gd name="T87" fmla="*/ 84 h 144"/>
              <a:gd name="T88" fmla="*/ 92 w 176"/>
              <a:gd name="T89" fmla="*/ 48 h 144"/>
              <a:gd name="T90" fmla="*/ 48 w 176"/>
              <a:gd name="T91" fmla="*/ 52 h 144"/>
              <a:gd name="T92" fmla="*/ 52 w 176"/>
              <a:gd name="T93" fmla="*/ 88 h 144"/>
              <a:gd name="T94" fmla="*/ 88 w 176"/>
              <a:gd name="T95" fmla="*/ 56 h 144"/>
              <a:gd name="T96" fmla="*/ 56 w 176"/>
              <a:gd name="T97" fmla="*/ 8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6" h="144">
                <a:moveTo>
                  <a:pt x="84" y="32"/>
                </a:moveTo>
                <a:cubicBezTo>
                  <a:pt x="116" y="32"/>
                  <a:pt x="116" y="32"/>
                  <a:pt x="116" y="32"/>
                </a:cubicBezTo>
                <a:cubicBezTo>
                  <a:pt x="118" y="32"/>
                  <a:pt x="120" y="30"/>
                  <a:pt x="120" y="28"/>
                </a:cubicBezTo>
                <a:cubicBezTo>
                  <a:pt x="120" y="26"/>
                  <a:pt x="118" y="24"/>
                  <a:pt x="116" y="24"/>
                </a:cubicBezTo>
                <a:cubicBezTo>
                  <a:pt x="84" y="24"/>
                  <a:pt x="84" y="24"/>
                  <a:pt x="84" y="24"/>
                </a:cubicBezTo>
                <a:cubicBezTo>
                  <a:pt x="82" y="24"/>
                  <a:pt x="80" y="26"/>
                  <a:pt x="80" y="28"/>
                </a:cubicBezTo>
                <a:cubicBezTo>
                  <a:pt x="80" y="30"/>
                  <a:pt x="82" y="32"/>
                  <a:pt x="84" y="32"/>
                </a:cubicBezTo>
                <a:moveTo>
                  <a:pt x="132" y="32"/>
                </a:moveTo>
                <a:cubicBezTo>
                  <a:pt x="134" y="32"/>
                  <a:pt x="136" y="30"/>
                  <a:pt x="136" y="28"/>
                </a:cubicBezTo>
                <a:cubicBezTo>
                  <a:pt x="136" y="26"/>
                  <a:pt x="134" y="24"/>
                  <a:pt x="132" y="24"/>
                </a:cubicBezTo>
                <a:cubicBezTo>
                  <a:pt x="130" y="24"/>
                  <a:pt x="128" y="26"/>
                  <a:pt x="128" y="28"/>
                </a:cubicBezTo>
                <a:cubicBezTo>
                  <a:pt x="128" y="30"/>
                  <a:pt x="130" y="32"/>
                  <a:pt x="132" y="32"/>
                </a:cubicBezTo>
                <a:moveTo>
                  <a:pt x="148" y="32"/>
                </a:moveTo>
                <a:cubicBezTo>
                  <a:pt x="150" y="32"/>
                  <a:pt x="152" y="30"/>
                  <a:pt x="152" y="28"/>
                </a:cubicBezTo>
                <a:cubicBezTo>
                  <a:pt x="152" y="26"/>
                  <a:pt x="150" y="24"/>
                  <a:pt x="148" y="24"/>
                </a:cubicBezTo>
                <a:cubicBezTo>
                  <a:pt x="146" y="24"/>
                  <a:pt x="144" y="26"/>
                  <a:pt x="144" y="28"/>
                </a:cubicBezTo>
                <a:cubicBezTo>
                  <a:pt x="144" y="30"/>
                  <a:pt x="146" y="32"/>
                  <a:pt x="148" y="32"/>
                </a:cubicBezTo>
                <a:moveTo>
                  <a:pt x="148" y="64"/>
                </a:moveTo>
                <a:cubicBezTo>
                  <a:pt x="116" y="64"/>
                  <a:pt x="116" y="64"/>
                  <a:pt x="116" y="64"/>
                </a:cubicBezTo>
                <a:cubicBezTo>
                  <a:pt x="114" y="64"/>
                  <a:pt x="112" y="66"/>
                  <a:pt x="112" y="68"/>
                </a:cubicBezTo>
                <a:cubicBezTo>
                  <a:pt x="112" y="70"/>
                  <a:pt x="114" y="72"/>
                  <a:pt x="116" y="72"/>
                </a:cubicBezTo>
                <a:cubicBezTo>
                  <a:pt x="148" y="72"/>
                  <a:pt x="148" y="72"/>
                  <a:pt x="148" y="72"/>
                </a:cubicBezTo>
                <a:cubicBezTo>
                  <a:pt x="150" y="72"/>
                  <a:pt x="152" y="70"/>
                  <a:pt x="152" y="68"/>
                </a:cubicBezTo>
                <a:cubicBezTo>
                  <a:pt x="152" y="66"/>
                  <a:pt x="150" y="64"/>
                  <a:pt x="148" y="64"/>
                </a:cubicBezTo>
                <a:moveTo>
                  <a:pt x="148" y="80"/>
                </a:moveTo>
                <a:cubicBezTo>
                  <a:pt x="116" y="80"/>
                  <a:pt x="116" y="80"/>
                  <a:pt x="116" y="80"/>
                </a:cubicBezTo>
                <a:cubicBezTo>
                  <a:pt x="114" y="80"/>
                  <a:pt x="112" y="82"/>
                  <a:pt x="112" y="84"/>
                </a:cubicBezTo>
                <a:cubicBezTo>
                  <a:pt x="112" y="86"/>
                  <a:pt x="114" y="88"/>
                  <a:pt x="116" y="88"/>
                </a:cubicBezTo>
                <a:cubicBezTo>
                  <a:pt x="148" y="88"/>
                  <a:pt x="148" y="88"/>
                  <a:pt x="148" y="88"/>
                </a:cubicBezTo>
                <a:cubicBezTo>
                  <a:pt x="150" y="88"/>
                  <a:pt x="152" y="86"/>
                  <a:pt x="152" y="84"/>
                </a:cubicBezTo>
                <a:cubicBezTo>
                  <a:pt x="152" y="82"/>
                  <a:pt x="150" y="80"/>
                  <a:pt x="148" y="80"/>
                </a:cubicBezTo>
                <a:moveTo>
                  <a:pt x="148" y="48"/>
                </a:moveTo>
                <a:cubicBezTo>
                  <a:pt x="116" y="48"/>
                  <a:pt x="116" y="48"/>
                  <a:pt x="116" y="48"/>
                </a:cubicBezTo>
                <a:cubicBezTo>
                  <a:pt x="114" y="48"/>
                  <a:pt x="112" y="50"/>
                  <a:pt x="112" y="52"/>
                </a:cubicBezTo>
                <a:cubicBezTo>
                  <a:pt x="112" y="54"/>
                  <a:pt x="114" y="56"/>
                  <a:pt x="116" y="56"/>
                </a:cubicBezTo>
                <a:cubicBezTo>
                  <a:pt x="148" y="56"/>
                  <a:pt x="148" y="56"/>
                  <a:pt x="148" y="56"/>
                </a:cubicBezTo>
                <a:cubicBezTo>
                  <a:pt x="150" y="56"/>
                  <a:pt x="152" y="54"/>
                  <a:pt x="152" y="52"/>
                </a:cubicBezTo>
                <a:cubicBezTo>
                  <a:pt x="152" y="50"/>
                  <a:pt x="150" y="48"/>
                  <a:pt x="148" y="48"/>
                </a:cubicBezTo>
                <a:moveTo>
                  <a:pt x="68" y="32"/>
                </a:moveTo>
                <a:cubicBezTo>
                  <a:pt x="70" y="32"/>
                  <a:pt x="72" y="30"/>
                  <a:pt x="72" y="28"/>
                </a:cubicBezTo>
                <a:cubicBezTo>
                  <a:pt x="72" y="26"/>
                  <a:pt x="70" y="24"/>
                  <a:pt x="68" y="24"/>
                </a:cubicBezTo>
                <a:cubicBezTo>
                  <a:pt x="66" y="24"/>
                  <a:pt x="64" y="26"/>
                  <a:pt x="64" y="28"/>
                </a:cubicBezTo>
                <a:cubicBezTo>
                  <a:pt x="64" y="30"/>
                  <a:pt x="66" y="32"/>
                  <a:pt x="68" y="32"/>
                </a:cubicBezTo>
                <a:moveTo>
                  <a:pt x="52" y="104"/>
                </a:moveTo>
                <a:cubicBezTo>
                  <a:pt x="148" y="104"/>
                  <a:pt x="148" y="104"/>
                  <a:pt x="148" y="104"/>
                </a:cubicBezTo>
                <a:cubicBezTo>
                  <a:pt x="150" y="104"/>
                  <a:pt x="152" y="102"/>
                  <a:pt x="152" y="100"/>
                </a:cubicBezTo>
                <a:cubicBezTo>
                  <a:pt x="152" y="98"/>
                  <a:pt x="150" y="96"/>
                  <a:pt x="148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50" y="96"/>
                  <a:pt x="48" y="98"/>
                  <a:pt x="48" y="100"/>
                </a:cubicBezTo>
                <a:cubicBezTo>
                  <a:pt x="48" y="102"/>
                  <a:pt x="50" y="104"/>
                  <a:pt x="52" y="104"/>
                </a:cubicBezTo>
                <a:moveTo>
                  <a:pt x="52" y="120"/>
                </a:moveTo>
                <a:cubicBezTo>
                  <a:pt x="148" y="120"/>
                  <a:pt x="148" y="120"/>
                  <a:pt x="148" y="120"/>
                </a:cubicBezTo>
                <a:cubicBezTo>
                  <a:pt x="150" y="120"/>
                  <a:pt x="152" y="118"/>
                  <a:pt x="152" y="116"/>
                </a:cubicBezTo>
                <a:cubicBezTo>
                  <a:pt x="152" y="114"/>
                  <a:pt x="150" y="112"/>
                  <a:pt x="148" y="112"/>
                </a:cubicBezTo>
                <a:cubicBezTo>
                  <a:pt x="52" y="112"/>
                  <a:pt x="52" y="112"/>
                  <a:pt x="52" y="112"/>
                </a:cubicBezTo>
                <a:cubicBezTo>
                  <a:pt x="50" y="112"/>
                  <a:pt x="48" y="114"/>
                  <a:pt x="48" y="116"/>
                </a:cubicBezTo>
                <a:cubicBezTo>
                  <a:pt x="48" y="118"/>
                  <a:pt x="50" y="120"/>
                  <a:pt x="52" y="120"/>
                </a:cubicBezTo>
                <a:moveTo>
                  <a:pt x="168" y="0"/>
                </a:moveTo>
                <a:cubicBezTo>
                  <a:pt x="32" y="0"/>
                  <a:pt x="32" y="0"/>
                  <a:pt x="32" y="0"/>
                </a:cubicBezTo>
                <a:cubicBezTo>
                  <a:pt x="28" y="0"/>
                  <a:pt x="24" y="4"/>
                  <a:pt x="24" y="8"/>
                </a:cubicBezTo>
                <a:cubicBezTo>
                  <a:pt x="24" y="24"/>
                  <a:pt x="24" y="24"/>
                  <a:pt x="24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33"/>
                  <a:pt x="11" y="144"/>
                  <a:pt x="24" y="144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72" y="144"/>
                  <a:pt x="176" y="140"/>
                  <a:pt x="176" y="136"/>
                </a:cubicBezTo>
                <a:cubicBezTo>
                  <a:pt x="176" y="8"/>
                  <a:pt x="176" y="8"/>
                  <a:pt x="176" y="8"/>
                </a:cubicBezTo>
                <a:cubicBezTo>
                  <a:pt x="176" y="4"/>
                  <a:pt x="172" y="0"/>
                  <a:pt x="168" y="0"/>
                </a:cubicBezTo>
                <a:moveTo>
                  <a:pt x="168" y="136"/>
                </a:moveTo>
                <a:cubicBezTo>
                  <a:pt x="24" y="136"/>
                  <a:pt x="24" y="136"/>
                  <a:pt x="24" y="136"/>
                </a:cubicBezTo>
                <a:cubicBezTo>
                  <a:pt x="15" y="136"/>
                  <a:pt x="8" y="129"/>
                  <a:pt x="8" y="120"/>
                </a:cubicBezTo>
                <a:cubicBezTo>
                  <a:pt x="8" y="32"/>
                  <a:pt x="8" y="32"/>
                  <a:pt x="8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24" y="118"/>
                  <a:pt x="26" y="120"/>
                  <a:pt x="28" y="120"/>
                </a:cubicBezTo>
                <a:cubicBezTo>
                  <a:pt x="30" y="120"/>
                  <a:pt x="32" y="118"/>
                  <a:pt x="32" y="116"/>
                </a:cubicBezTo>
                <a:cubicBezTo>
                  <a:pt x="32" y="8"/>
                  <a:pt x="32" y="8"/>
                  <a:pt x="32" y="8"/>
                </a:cubicBezTo>
                <a:cubicBezTo>
                  <a:pt x="168" y="8"/>
                  <a:pt x="168" y="8"/>
                  <a:pt x="168" y="8"/>
                </a:cubicBezTo>
                <a:lnTo>
                  <a:pt x="168" y="136"/>
                </a:lnTo>
                <a:close/>
                <a:moveTo>
                  <a:pt x="52" y="32"/>
                </a:moveTo>
                <a:cubicBezTo>
                  <a:pt x="54" y="32"/>
                  <a:pt x="56" y="30"/>
                  <a:pt x="56" y="28"/>
                </a:cubicBezTo>
                <a:cubicBezTo>
                  <a:pt x="56" y="26"/>
                  <a:pt x="54" y="24"/>
                  <a:pt x="52" y="24"/>
                </a:cubicBezTo>
                <a:cubicBezTo>
                  <a:pt x="50" y="24"/>
                  <a:pt x="48" y="26"/>
                  <a:pt x="48" y="28"/>
                </a:cubicBezTo>
                <a:cubicBezTo>
                  <a:pt x="48" y="30"/>
                  <a:pt x="50" y="32"/>
                  <a:pt x="52" y="32"/>
                </a:cubicBezTo>
                <a:moveTo>
                  <a:pt x="52" y="88"/>
                </a:moveTo>
                <a:cubicBezTo>
                  <a:pt x="92" y="88"/>
                  <a:pt x="92" y="88"/>
                  <a:pt x="92" y="88"/>
                </a:cubicBezTo>
                <a:cubicBezTo>
                  <a:pt x="94" y="88"/>
                  <a:pt x="96" y="86"/>
                  <a:pt x="96" y="84"/>
                </a:cubicBezTo>
                <a:cubicBezTo>
                  <a:pt x="96" y="52"/>
                  <a:pt x="96" y="52"/>
                  <a:pt x="96" y="52"/>
                </a:cubicBezTo>
                <a:cubicBezTo>
                  <a:pt x="96" y="50"/>
                  <a:pt x="94" y="48"/>
                  <a:pt x="92" y="48"/>
                </a:cubicBezTo>
                <a:cubicBezTo>
                  <a:pt x="52" y="48"/>
                  <a:pt x="52" y="48"/>
                  <a:pt x="52" y="48"/>
                </a:cubicBezTo>
                <a:cubicBezTo>
                  <a:pt x="50" y="48"/>
                  <a:pt x="48" y="50"/>
                  <a:pt x="48" y="52"/>
                </a:cubicBezTo>
                <a:cubicBezTo>
                  <a:pt x="48" y="84"/>
                  <a:pt x="48" y="84"/>
                  <a:pt x="48" y="84"/>
                </a:cubicBezTo>
                <a:cubicBezTo>
                  <a:pt x="48" y="86"/>
                  <a:pt x="50" y="88"/>
                  <a:pt x="52" y="88"/>
                </a:cubicBezTo>
                <a:moveTo>
                  <a:pt x="56" y="56"/>
                </a:moveTo>
                <a:cubicBezTo>
                  <a:pt x="88" y="56"/>
                  <a:pt x="88" y="56"/>
                  <a:pt x="88" y="56"/>
                </a:cubicBezTo>
                <a:cubicBezTo>
                  <a:pt x="88" y="80"/>
                  <a:pt x="88" y="80"/>
                  <a:pt x="88" y="80"/>
                </a:cubicBezTo>
                <a:cubicBezTo>
                  <a:pt x="56" y="80"/>
                  <a:pt x="56" y="80"/>
                  <a:pt x="56" y="80"/>
                </a:cubicBezTo>
                <a:lnTo>
                  <a:pt x="56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171C30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59FC21-BFC7-499C-AF8C-2E89CF56BF1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80821-88F8-4154-A2E5-1D83A2AEFB98}"/>
              </a:ext>
            </a:extLst>
          </p:cNvPr>
          <p:cNvSpPr txBox="1"/>
          <p:nvPr/>
        </p:nvSpPr>
        <p:spPr>
          <a:xfrm>
            <a:off x="711200" y="2167116"/>
            <a:ext cx="4526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Macht es Sinn den </a:t>
            </a:r>
            <a:r>
              <a:rPr kumimoji="0" lang="de-DE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interactiven</a:t>
            </a:r>
            <a:r>
              <a:rPr kumimoji="0" lang="de-DE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Modus zu verwenden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DDAE-A3E0-4006-A14F-75583D8C4086}"/>
              </a:ext>
            </a:extLst>
          </p:cNvPr>
          <p:cNvSpPr txBox="1"/>
          <p:nvPr/>
        </p:nvSpPr>
        <p:spPr>
          <a:xfrm>
            <a:off x="8026400" y="1279695"/>
            <a:ext cx="2235200" cy="4329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35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5355"/>
                    </a:gs>
                    <a:gs pos="100000">
                      <a:srgbClr val="CE59C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"/>
                <a:ea typeface="+mn-ea"/>
                <a:cs typeface="+mn-cs"/>
              </a:rPr>
              <a:t>?</a:t>
            </a:r>
            <a:endParaRPr kumimoji="0" lang="uk-UA" sz="27535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5355"/>
                  </a:gs>
                  <a:gs pos="100000">
                    <a:srgbClr val="CE59C4"/>
                  </a:gs>
                </a:gsLst>
                <a:lin ang="5400000" scaled="1"/>
              </a:gra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A577BE-0B81-4A3F-8C26-EAAF72E9EF0D}"/>
              </a:ext>
            </a:extLst>
          </p:cNvPr>
          <p:cNvCxnSpPr>
            <a:cxnSpLocks/>
          </p:cNvCxnSpPr>
          <p:nvPr/>
        </p:nvCxnSpPr>
        <p:spPr>
          <a:xfrm>
            <a:off x="11277600" y="3429000"/>
            <a:ext cx="914400" cy="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40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8CC38F-6EB8-49DA-9CA9-8F7C2A1E789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3C5B59F0-5303-4DCB-96DC-27ECDC3CF9D6}"/>
              </a:ext>
            </a:extLst>
          </p:cNvPr>
          <p:cNvSpPr>
            <a:spLocks noEditPoints="1"/>
          </p:cNvSpPr>
          <p:nvPr/>
        </p:nvSpPr>
        <p:spPr bwMode="auto">
          <a:xfrm>
            <a:off x="1625600" y="2006600"/>
            <a:ext cx="2844800" cy="2844800"/>
          </a:xfrm>
          <a:custGeom>
            <a:avLst/>
            <a:gdLst>
              <a:gd name="T0" fmla="*/ 144 w 176"/>
              <a:gd name="T1" fmla="*/ 88 h 176"/>
              <a:gd name="T2" fmla="*/ 152 w 176"/>
              <a:gd name="T3" fmla="*/ 88 h 176"/>
              <a:gd name="T4" fmla="*/ 60 w 176"/>
              <a:gd name="T5" fmla="*/ 136 h 176"/>
              <a:gd name="T6" fmla="*/ 56 w 176"/>
              <a:gd name="T7" fmla="*/ 143 h 176"/>
              <a:gd name="T8" fmla="*/ 60 w 176"/>
              <a:gd name="T9" fmla="*/ 136 h 176"/>
              <a:gd name="T10" fmla="*/ 33 w 176"/>
              <a:gd name="T11" fmla="*/ 120 h 176"/>
              <a:gd name="T12" fmla="*/ 40 w 176"/>
              <a:gd name="T13" fmla="*/ 116 h 176"/>
              <a:gd name="T14" fmla="*/ 56 w 176"/>
              <a:gd name="T15" fmla="*/ 33 h 176"/>
              <a:gd name="T16" fmla="*/ 60 w 176"/>
              <a:gd name="T17" fmla="*/ 40 h 176"/>
              <a:gd name="T18" fmla="*/ 56 w 176"/>
              <a:gd name="T19" fmla="*/ 33 h 176"/>
              <a:gd name="T20" fmla="*/ 24 w 176"/>
              <a:gd name="T21" fmla="*/ 88 h 176"/>
              <a:gd name="T22" fmla="*/ 32 w 176"/>
              <a:gd name="T23" fmla="*/ 88 h 176"/>
              <a:gd name="T24" fmla="*/ 116 w 176"/>
              <a:gd name="T25" fmla="*/ 40 h 176"/>
              <a:gd name="T26" fmla="*/ 120 w 176"/>
              <a:gd name="T27" fmla="*/ 33 h 176"/>
              <a:gd name="T28" fmla="*/ 116 w 176"/>
              <a:gd name="T29" fmla="*/ 40 h 176"/>
              <a:gd name="T30" fmla="*/ 33 w 176"/>
              <a:gd name="T31" fmla="*/ 56 h 176"/>
              <a:gd name="T32" fmla="*/ 40 w 176"/>
              <a:gd name="T33" fmla="*/ 60 h 176"/>
              <a:gd name="T34" fmla="*/ 142 w 176"/>
              <a:gd name="T35" fmla="*/ 115 h 176"/>
              <a:gd name="T36" fmla="*/ 138 w 176"/>
              <a:gd name="T37" fmla="*/ 121 h 176"/>
              <a:gd name="T38" fmla="*/ 142 w 176"/>
              <a:gd name="T39" fmla="*/ 115 h 176"/>
              <a:gd name="T40" fmla="*/ 84 w 176"/>
              <a:gd name="T41" fmla="*/ 148 h 176"/>
              <a:gd name="T42" fmla="*/ 92 w 176"/>
              <a:gd name="T43" fmla="*/ 148 h 176"/>
              <a:gd name="T44" fmla="*/ 138 w 176"/>
              <a:gd name="T45" fmla="*/ 55 h 176"/>
              <a:gd name="T46" fmla="*/ 142 w 176"/>
              <a:gd name="T47" fmla="*/ 61 h 176"/>
              <a:gd name="T48" fmla="*/ 138 w 176"/>
              <a:gd name="T49" fmla="*/ 55 h 176"/>
              <a:gd name="T50" fmla="*/ 103 w 176"/>
              <a:gd name="T51" fmla="*/ 84 h 176"/>
              <a:gd name="T52" fmla="*/ 92 w 176"/>
              <a:gd name="T53" fmla="*/ 28 h 176"/>
              <a:gd name="T54" fmla="*/ 84 w 176"/>
              <a:gd name="T55" fmla="*/ 28 h 176"/>
              <a:gd name="T56" fmla="*/ 72 w 176"/>
              <a:gd name="T57" fmla="*/ 88 h 176"/>
              <a:gd name="T58" fmla="*/ 103 w 176"/>
              <a:gd name="T59" fmla="*/ 92 h 176"/>
              <a:gd name="T60" fmla="*/ 128 w 176"/>
              <a:gd name="T61" fmla="*/ 88 h 176"/>
              <a:gd name="T62" fmla="*/ 88 w 176"/>
              <a:gd name="T63" fmla="*/ 96 h 176"/>
              <a:gd name="T64" fmla="*/ 88 w 176"/>
              <a:gd name="T65" fmla="*/ 80 h 176"/>
              <a:gd name="T66" fmla="*/ 88 w 176"/>
              <a:gd name="T67" fmla="*/ 96 h 176"/>
              <a:gd name="T68" fmla="*/ 115 w 176"/>
              <a:gd name="T69" fmla="*/ 142 h 176"/>
              <a:gd name="T70" fmla="*/ 121 w 176"/>
              <a:gd name="T71" fmla="*/ 138 h 176"/>
              <a:gd name="T72" fmla="*/ 88 w 176"/>
              <a:gd name="T73" fmla="*/ 0 h 176"/>
              <a:gd name="T74" fmla="*/ 88 w 176"/>
              <a:gd name="T75" fmla="*/ 176 h 176"/>
              <a:gd name="T76" fmla="*/ 88 w 176"/>
              <a:gd name="T77" fmla="*/ 0 h 176"/>
              <a:gd name="T78" fmla="*/ 8 w 176"/>
              <a:gd name="T79" fmla="*/ 88 h 176"/>
              <a:gd name="T80" fmla="*/ 168 w 176"/>
              <a:gd name="T81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76" h="176">
                <a:moveTo>
                  <a:pt x="148" y="84"/>
                </a:moveTo>
                <a:cubicBezTo>
                  <a:pt x="146" y="84"/>
                  <a:pt x="144" y="86"/>
                  <a:pt x="144" y="88"/>
                </a:cubicBezTo>
                <a:cubicBezTo>
                  <a:pt x="144" y="90"/>
                  <a:pt x="146" y="92"/>
                  <a:pt x="148" y="92"/>
                </a:cubicBezTo>
                <a:cubicBezTo>
                  <a:pt x="150" y="92"/>
                  <a:pt x="152" y="90"/>
                  <a:pt x="152" y="88"/>
                </a:cubicBezTo>
                <a:cubicBezTo>
                  <a:pt x="152" y="86"/>
                  <a:pt x="150" y="84"/>
                  <a:pt x="148" y="84"/>
                </a:cubicBezTo>
                <a:moveTo>
                  <a:pt x="60" y="136"/>
                </a:moveTo>
                <a:cubicBezTo>
                  <a:pt x="58" y="135"/>
                  <a:pt x="56" y="136"/>
                  <a:pt x="55" y="138"/>
                </a:cubicBezTo>
                <a:cubicBezTo>
                  <a:pt x="53" y="140"/>
                  <a:pt x="54" y="142"/>
                  <a:pt x="56" y="143"/>
                </a:cubicBezTo>
                <a:cubicBezTo>
                  <a:pt x="58" y="145"/>
                  <a:pt x="60" y="144"/>
                  <a:pt x="61" y="142"/>
                </a:cubicBezTo>
                <a:cubicBezTo>
                  <a:pt x="63" y="140"/>
                  <a:pt x="62" y="138"/>
                  <a:pt x="60" y="136"/>
                </a:cubicBezTo>
                <a:moveTo>
                  <a:pt x="34" y="115"/>
                </a:moveTo>
                <a:cubicBezTo>
                  <a:pt x="32" y="116"/>
                  <a:pt x="31" y="118"/>
                  <a:pt x="33" y="120"/>
                </a:cubicBezTo>
                <a:cubicBezTo>
                  <a:pt x="34" y="122"/>
                  <a:pt x="36" y="123"/>
                  <a:pt x="38" y="121"/>
                </a:cubicBezTo>
                <a:cubicBezTo>
                  <a:pt x="40" y="120"/>
                  <a:pt x="41" y="118"/>
                  <a:pt x="40" y="116"/>
                </a:cubicBezTo>
                <a:cubicBezTo>
                  <a:pt x="38" y="114"/>
                  <a:pt x="36" y="113"/>
                  <a:pt x="34" y="115"/>
                </a:cubicBezTo>
                <a:moveTo>
                  <a:pt x="56" y="33"/>
                </a:moveTo>
                <a:cubicBezTo>
                  <a:pt x="54" y="34"/>
                  <a:pt x="53" y="36"/>
                  <a:pt x="55" y="38"/>
                </a:cubicBezTo>
                <a:cubicBezTo>
                  <a:pt x="56" y="40"/>
                  <a:pt x="58" y="41"/>
                  <a:pt x="60" y="40"/>
                </a:cubicBezTo>
                <a:cubicBezTo>
                  <a:pt x="62" y="38"/>
                  <a:pt x="63" y="36"/>
                  <a:pt x="61" y="34"/>
                </a:cubicBezTo>
                <a:cubicBezTo>
                  <a:pt x="60" y="32"/>
                  <a:pt x="58" y="31"/>
                  <a:pt x="56" y="33"/>
                </a:cubicBezTo>
                <a:moveTo>
                  <a:pt x="28" y="84"/>
                </a:moveTo>
                <a:cubicBezTo>
                  <a:pt x="26" y="84"/>
                  <a:pt x="24" y="86"/>
                  <a:pt x="24" y="88"/>
                </a:cubicBezTo>
                <a:cubicBezTo>
                  <a:pt x="24" y="90"/>
                  <a:pt x="26" y="92"/>
                  <a:pt x="28" y="92"/>
                </a:cubicBezTo>
                <a:cubicBezTo>
                  <a:pt x="30" y="92"/>
                  <a:pt x="32" y="90"/>
                  <a:pt x="32" y="88"/>
                </a:cubicBezTo>
                <a:cubicBezTo>
                  <a:pt x="32" y="86"/>
                  <a:pt x="30" y="84"/>
                  <a:pt x="28" y="84"/>
                </a:cubicBezTo>
                <a:moveTo>
                  <a:pt x="116" y="40"/>
                </a:moveTo>
                <a:cubicBezTo>
                  <a:pt x="118" y="41"/>
                  <a:pt x="120" y="40"/>
                  <a:pt x="121" y="38"/>
                </a:cubicBezTo>
                <a:cubicBezTo>
                  <a:pt x="123" y="36"/>
                  <a:pt x="122" y="34"/>
                  <a:pt x="120" y="33"/>
                </a:cubicBezTo>
                <a:cubicBezTo>
                  <a:pt x="118" y="31"/>
                  <a:pt x="116" y="32"/>
                  <a:pt x="115" y="34"/>
                </a:cubicBezTo>
                <a:cubicBezTo>
                  <a:pt x="113" y="36"/>
                  <a:pt x="114" y="38"/>
                  <a:pt x="116" y="40"/>
                </a:cubicBezTo>
                <a:moveTo>
                  <a:pt x="38" y="55"/>
                </a:moveTo>
                <a:cubicBezTo>
                  <a:pt x="36" y="53"/>
                  <a:pt x="34" y="54"/>
                  <a:pt x="33" y="56"/>
                </a:cubicBezTo>
                <a:cubicBezTo>
                  <a:pt x="31" y="58"/>
                  <a:pt x="32" y="60"/>
                  <a:pt x="34" y="61"/>
                </a:cubicBezTo>
                <a:cubicBezTo>
                  <a:pt x="36" y="63"/>
                  <a:pt x="38" y="62"/>
                  <a:pt x="40" y="60"/>
                </a:cubicBezTo>
                <a:cubicBezTo>
                  <a:pt x="41" y="58"/>
                  <a:pt x="40" y="56"/>
                  <a:pt x="38" y="55"/>
                </a:cubicBezTo>
                <a:moveTo>
                  <a:pt x="142" y="115"/>
                </a:moveTo>
                <a:cubicBezTo>
                  <a:pt x="140" y="113"/>
                  <a:pt x="138" y="114"/>
                  <a:pt x="137" y="116"/>
                </a:cubicBezTo>
                <a:cubicBezTo>
                  <a:pt x="135" y="118"/>
                  <a:pt x="136" y="120"/>
                  <a:pt x="138" y="121"/>
                </a:cubicBezTo>
                <a:cubicBezTo>
                  <a:pt x="140" y="123"/>
                  <a:pt x="142" y="122"/>
                  <a:pt x="143" y="120"/>
                </a:cubicBezTo>
                <a:cubicBezTo>
                  <a:pt x="145" y="118"/>
                  <a:pt x="144" y="116"/>
                  <a:pt x="142" y="115"/>
                </a:cubicBezTo>
                <a:moveTo>
                  <a:pt x="88" y="144"/>
                </a:moveTo>
                <a:cubicBezTo>
                  <a:pt x="86" y="144"/>
                  <a:pt x="84" y="146"/>
                  <a:pt x="84" y="148"/>
                </a:cubicBezTo>
                <a:cubicBezTo>
                  <a:pt x="84" y="150"/>
                  <a:pt x="86" y="152"/>
                  <a:pt x="88" y="152"/>
                </a:cubicBezTo>
                <a:cubicBezTo>
                  <a:pt x="90" y="152"/>
                  <a:pt x="92" y="150"/>
                  <a:pt x="92" y="148"/>
                </a:cubicBezTo>
                <a:cubicBezTo>
                  <a:pt x="92" y="146"/>
                  <a:pt x="90" y="144"/>
                  <a:pt x="88" y="144"/>
                </a:cubicBezTo>
                <a:moveTo>
                  <a:pt x="138" y="55"/>
                </a:moveTo>
                <a:cubicBezTo>
                  <a:pt x="136" y="56"/>
                  <a:pt x="135" y="58"/>
                  <a:pt x="137" y="60"/>
                </a:cubicBezTo>
                <a:cubicBezTo>
                  <a:pt x="138" y="62"/>
                  <a:pt x="140" y="63"/>
                  <a:pt x="142" y="61"/>
                </a:cubicBezTo>
                <a:cubicBezTo>
                  <a:pt x="144" y="60"/>
                  <a:pt x="145" y="58"/>
                  <a:pt x="143" y="56"/>
                </a:cubicBezTo>
                <a:cubicBezTo>
                  <a:pt x="142" y="54"/>
                  <a:pt x="140" y="53"/>
                  <a:pt x="138" y="55"/>
                </a:cubicBezTo>
                <a:moveTo>
                  <a:pt x="124" y="84"/>
                </a:moveTo>
                <a:cubicBezTo>
                  <a:pt x="103" y="84"/>
                  <a:pt x="103" y="84"/>
                  <a:pt x="103" y="84"/>
                </a:cubicBezTo>
                <a:cubicBezTo>
                  <a:pt x="102" y="78"/>
                  <a:pt x="98" y="74"/>
                  <a:pt x="92" y="73"/>
                </a:cubicBezTo>
                <a:cubicBezTo>
                  <a:pt x="92" y="28"/>
                  <a:pt x="92" y="28"/>
                  <a:pt x="92" y="28"/>
                </a:cubicBezTo>
                <a:cubicBezTo>
                  <a:pt x="92" y="26"/>
                  <a:pt x="90" y="24"/>
                  <a:pt x="88" y="24"/>
                </a:cubicBezTo>
                <a:cubicBezTo>
                  <a:pt x="86" y="24"/>
                  <a:pt x="84" y="26"/>
                  <a:pt x="84" y="28"/>
                </a:cubicBezTo>
                <a:cubicBezTo>
                  <a:pt x="84" y="73"/>
                  <a:pt x="84" y="73"/>
                  <a:pt x="84" y="73"/>
                </a:cubicBezTo>
                <a:cubicBezTo>
                  <a:pt x="77" y="74"/>
                  <a:pt x="72" y="81"/>
                  <a:pt x="72" y="88"/>
                </a:cubicBezTo>
                <a:cubicBezTo>
                  <a:pt x="72" y="97"/>
                  <a:pt x="79" y="104"/>
                  <a:pt x="88" y="104"/>
                </a:cubicBezTo>
                <a:cubicBezTo>
                  <a:pt x="95" y="104"/>
                  <a:pt x="102" y="99"/>
                  <a:pt x="103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26" y="92"/>
                  <a:pt x="128" y="90"/>
                  <a:pt x="128" y="88"/>
                </a:cubicBezTo>
                <a:cubicBezTo>
                  <a:pt x="128" y="86"/>
                  <a:pt x="126" y="84"/>
                  <a:pt x="124" y="84"/>
                </a:cubicBezTo>
                <a:moveTo>
                  <a:pt x="88" y="96"/>
                </a:moveTo>
                <a:cubicBezTo>
                  <a:pt x="84" y="96"/>
                  <a:pt x="80" y="92"/>
                  <a:pt x="80" y="88"/>
                </a:cubicBezTo>
                <a:cubicBezTo>
                  <a:pt x="80" y="84"/>
                  <a:pt x="84" y="80"/>
                  <a:pt x="88" y="80"/>
                </a:cubicBezTo>
                <a:cubicBezTo>
                  <a:pt x="92" y="80"/>
                  <a:pt x="96" y="84"/>
                  <a:pt x="96" y="88"/>
                </a:cubicBezTo>
                <a:cubicBezTo>
                  <a:pt x="96" y="92"/>
                  <a:pt x="92" y="96"/>
                  <a:pt x="88" y="96"/>
                </a:cubicBezTo>
                <a:moveTo>
                  <a:pt x="116" y="136"/>
                </a:moveTo>
                <a:cubicBezTo>
                  <a:pt x="114" y="138"/>
                  <a:pt x="113" y="140"/>
                  <a:pt x="115" y="142"/>
                </a:cubicBezTo>
                <a:cubicBezTo>
                  <a:pt x="116" y="144"/>
                  <a:pt x="118" y="145"/>
                  <a:pt x="120" y="143"/>
                </a:cubicBezTo>
                <a:cubicBezTo>
                  <a:pt x="122" y="142"/>
                  <a:pt x="123" y="140"/>
                  <a:pt x="121" y="138"/>
                </a:cubicBezTo>
                <a:cubicBezTo>
                  <a:pt x="120" y="136"/>
                  <a:pt x="118" y="135"/>
                  <a:pt x="116" y="13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gradFill>
            <a:gsLst>
              <a:gs pos="100000">
                <a:schemeClr val="accent4"/>
              </a:gs>
              <a:gs pos="100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A98F1-1130-4CC8-A347-2274F3BB5B77}"/>
              </a:ext>
            </a:extLst>
          </p:cNvPr>
          <p:cNvSpPr txBox="1"/>
          <p:nvPr/>
        </p:nvSpPr>
        <p:spPr>
          <a:xfrm>
            <a:off x="6902449" y="2196525"/>
            <a:ext cx="405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Manchmal mehr Kanone als Skalpell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17A2F-DDCF-45C6-AF1C-D8F684C4E045}"/>
              </a:ext>
            </a:extLst>
          </p:cNvPr>
          <p:cNvSpPr txBox="1"/>
          <p:nvPr/>
        </p:nvSpPr>
        <p:spPr>
          <a:xfrm>
            <a:off x="6902449" y="3122594"/>
            <a:ext cx="40513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Interaktives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Rebasing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ist mächtig, erfordert jedoch ein gutes Verständnis der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-Grundlagen und sollte sorgfältig verwendet werden, um Konflikte und unerwünschte Änderungen zu vermeiden.</a:t>
            </a:r>
            <a:r>
              <a:rPr lang="de-DE" sz="1600" dirty="0">
                <a:solidFill>
                  <a:srgbClr val="B6B6BD"/>
                </a:solidFill>
                <a:latin typeface="Source Sans Pro"/>
              </a:rPr>
              <a:t> Zudem ist es nicht immer erforderlich oder gewünscht Änderungen an der bestehenden Historie vorzunehmen.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DCB6D4-B524-4F67-80CE-7CD95DB65081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14400" cy="0"/>
          </a:xfrm>
          <a:prstGeom prst="line">
            <a:avLst/>
          </a:prstGeom>
          <a:ln w="38100"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91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Squashing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-Befehle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2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39491" y="2391544"/>
            <a:ext cx="6738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bezieht sich "Squash" auf eine Aktion, bei der mehrere aufeinanderfolgende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Commits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zu einem einzigen Commit zusammengefasst werden. Dies geschieht normalerweise im Rahmen eines interaktiven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-Vorgangs, bei dem du die Commit-Historie ändern möchtest.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204621" y="4699868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Definition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Squash Befehl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167021" y="1673588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416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7D35347-1DAE-2A4E-8711-B98AE18F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05" y="1097078"/>
            <a:ext cx="7963590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10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>
            <a:extLst>
              <a:ext uri="{FF2B5EF4-FFF2-40B4-BE49-F238E27FC236}">
                <a16:creationId xmlns:a16="http://schemas.microsoft.com/office/drawing/2014/main" id="{3822002E-A15B-4940-8108-3E7D2027C181}"/>
              </a:ext>
            </a:extLst>
          </p:cNvPr>
          <p:cNvSpPr txBox="1"/>
          <p:nvPr/>
        </p:nvSpPr>
        <p:spPr>
          <a:xfrm>
            <a:off x="2787742" y="1896511"/>
            <a:ext cx="3185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Rebase</a:t>
            </a:r>
            <a:r>
              <a:rPr kumimoji="0" lang="de-DE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durchführen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325F67-7365-419C-AF03-BE10AD052766}"/>
              </a:ext>
            </a:extLst>
          </p:cNvPr>
          <p:cNvSpPr txBox="1"/>
          <p:nvPr/>
        </p:nvSpPr>
        <p:spPr>
          <a:xfrm>
            <a:off x="2387600" y="3096840"/>
            <a:ext cx="3586109" cy="173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Führen Sie nun einen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innerhalb Ihres Projektes durch. Falls benötigt erstellen Sie hierfür neue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neue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Datein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CDD6EB-84EC-428D-AEB4-D37959882670}"/>
              </a:ext>
            </a:extLst>
          </p:cNvPr>
          <p:cNvSpPr/>
          <p:nvPr/>
        </p:nvSpPr>
        <p:spPr>
          <a:xfrm flipH="1">
            <a:off x="6872749" y="2108200"/>
            <a:ext cx="2641600" cy="26416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9" name="!!Freeform 87">
            <a:extLst>
              <a:ext uri="{FF2B5EF4-FFF2-40B4-BE49-F238E27FC236}">
                <a16:creationId xmlns:a16="http://schemas.microsoft.com/office/drawing/2014/main" id="{F15A5CB9-E829-4A6D-A863-DE98C948F1C3}"/>
              </a:ext>
            </a:extLst>
          </p:cNvPr>
          <p:cNvSpPr>
            <a:spLocks noEditPoints="1"/>
          </p:cNvSpPr>
          <p:nvPr/>
        </p:nvSpPr>
        <p:spPr bwMode="auto">
          <a:xfrm>
            <a:off x="7508950" y="2850898"/>
            <a:ext cx="1369199" cy="1156204"/>
          </a:xfrm>
          <a:custGeom>
            <a:avLst/>
            <a:gdLst>
              <a:gd name="T0" fmla="*/ 116 w 176"/>
              <a:gd name="T1" fmla="*/ 32 h 144"/>
              <a:gd name="T2" fmla="*/ 116 w 176"/>
              <a:gd name="T3" fmla="*/ 24 h 144"/>
              <a:gd name="T4" fmla="*/ 80 w 176"/>
              <a:gd name="T5" fmla="*/ 28 h 144"/>
              <a:gd name="T6" fmla="*/ 132 w 176"/>
              <a:gd name="T7" fmla="*/ 32 h 144"/>
              <a:gd name="T8" fmla="*/ 132 w 176"/>
              <a:gd name="T9" fmla="*/ 24 h 144"/>
              <a:gd name="T10" fmla="*/ 132 w 176"/>
              <a:gd name="T11" fmla="*/ 32 h 144"/>
              <a:gd name="T12" fmla="*/ 152 w 176"/>
              <a:gd name="T13" fmla="*/ 28 h 144"/>
              <a:gd name="T14" fmla="*/ 144 w 176"/>
              <a:gd name="T15" fmla="*/ 28 h 144"/>
              <a:gd name="T16" fmla="*/ 148 w 176"/>
              <a:gd name="T17" fmla="*/ 64 h 144"/>
              <a:gd name="T18" fmla="*/ 112 w 176"/>
              <a:gd name="T19" fmla="*/ 68 h 144"/>
              <a:gd name="T20" fmla="*/ 148 w 176"/>
              <a:gd name="T21" fmla="*/ 72 h 144"/>
              <a:gd name="T22" fmla="*/ 148 w 176"/>
              <a:gd name="T23" fmla="*/ 64 h 144"/>
              <a:gd name="T24" fmla="*/ 116 w 176"/>
              <a:gd name="T25" fmla="*/ 80 h 144"/>
              <a:gd name="T26" fmla="*/ 116 w 176"/>
              <a:gd name="T27" fmla="*/ 88 h 144"/>
              <a:gd name="T28" fmla="*/ 152 w 176"/>
              <a:gd name="T29" fmla="*/ 84 h 144"/>
              <a:gd name="T30" fmla="*/ 148 w 176"/>
              <a:gd name="T31" fmla="*/ 48 h 144"/>
              <a:gd name="T32" fmla="*/ 112 w 176"/>
              <a:gd name="T33" fmla="*/ 52 h 144"/>
              <a:gd name="T34" fmla="*/ 148 w 176"/>
              <a:gd name="T35" fmla="*/ 56 h 144"/>
              <a:gd name="T36" fmla="*/ 148 w 176"/>
              <a:gd name="T37" fmla="*/ 48 h 144"/>
              <a:gd name="T38" fmla="*/ 72 w 176"/>
              <a:gd name="T39" fmla="*/ 28 h 144"/>
              <a:gd name="T40" fmla="*/ 64 w 176"/>
              <a:gd name="T41" fmla="*/ 28 h 144"/>
              <a:gd name="T42" fmla="*/ 52 w 176"/>
              <a:gd name="T43" fmla="*/ 104 h 144"/>
              <a:gd name="T44" fmla="*/ 152 w 176"/>
              <a:gd name="T45" fmla="*/ 100 h 144"/>
              <a:gd name="T46" fmla="*/ 52 w 176"/>
              <a:gd name="T47" fmla="*/ 96 h 144"/>
              <a:gd name="T48" fmla="*/ 52 w 176"/>
              <a:gd name="T49" fmla="*/ 104 h 144"/>
              <a:gd name="T50" fmla="*/ 148 w 176"/>
              <a:gd name="T51" fmla="*/ 120 h 144"/>
              <a:gd name="T52" fmla="*/ 148 w 176"/>
              <a:gd name="T53" fmla="*/ 112 h 144"/>
              <a:gd name="T54" fmla="*/ 48 w 176"/>
              <a:gd name="T55" fmla="*/ 116 h 144"/>
              <a:gd name="T56" fmla="*/ 168 w 176"/>
              <a:gd name="T57" fmla="*/ 0 h 144"/>
              <a:gd name="T58" fmla="*/ 24 w 176"/>
              <a:gd name="T59" fmla="*/ 8 h 144"/>
              <a:gd name="T60" fmla="*/ 8 w 176"/>
              <a:gd name="T61" fmla="*/ 24 h 144"/>
              <a:gd name="T62" fmla="*/ 0 w 176"/>
              <a:gd name="T63" fmla="*/ 120 h 144"/>
              <a:gd name="T64" fmla="*/ 168 w 176"/>
              <a:gd name="T65" fmla="*/ 144 h 144"/>
              <a:gd name="T66" fmla="*/ 176 w 176"/>
              <a:gd name="T67" fmla="*/ 8 h 144"/>
              <a:gd name="T68" fmla="*/ 168 w 176"/>
              <a:gd name="T69" fmla="*/ 136 h 144"/>
              <a:gd name="T70" fmla="*/ 8 w 176"/>
              <a:gd name="T71" fmla="*/ 120 h 144"/>
              <a:gd name="T72" fmla="*/ 24 w 176"/>
              <a:gd name="T73" fmla="*/ 32 h 144"/>
              <a:gd name="T74" fmla="*/ 28 w 176"/>
              <a:gd name="T75" fmla="*/ 120 h 144"/>
              <a:gd name="T76" fmla="*/ 32 w 176"/>
              <a:gd name="T77" fmla="*/ 8 h 144"/>
              <a:gd name="T78" fmla="*/ 168 w 176"/>
              <a:gd name="T79" fmla="*/ 136 h 144"/>
              <a:gd name="T80" fmla="*/ 56 w 176"/>
              <a:gd name="T81" fmla="*/ 28 h 144"/>
              <a:gd name="T82" fmla="*/ 48 w 176"/>
              <a:gd name="T83" fmla="*/ 28 h 144"/>
              <a:gd name="T84" fmla="*/ 52 w 176"/>
              <a:gd name="T85" fmla="*/ 88 h 144"/>
              <a:gd name="T86" fmla="*/ 96 w 176"/>
              <a:gd name="T87" fmla="*/ 84 h 144"/>
              <a:gd name="T88" fmla="*/ 92 w 176"/>
              <a:gd name="T89" fmla="*/ 48 h 144"/>
              <a:gd name="T90" fmla="*/ 48 w 176"/>
              <a:gd name="T91" fmla="*/ 52 h 144"/>
              <a:gd name="T92" fmla="*/ 52 w 176"/>
              <a:gd name="T93" fmla="*/ 88 h 144"/>
              <a:gd name="T94" fmla="*/ 88 w 176"/>
              <a:gd name="T95" fmla="*/ 56 h 144"/>
              <a:gd name="T96" fmla="*/ 56 w 176"/>
              <a:gd name="T97" fmla="*/ 8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6" h="144">
                <a:moveTo>
                  <a:pt x="84" y="32"/>
                </a:moveTo>
                <a:cubicBezTo>
                  <a:pt x="116" y="32"/>
                  <a:pt x="116" y="32"/>
                  <a:pt x="116" y="32"/>
                </a:cubicBezTo>
                <a:cubicBezTo>
                  <a:pt x="118" y="32"/>
                  <a:pt x="120" y="30"/>
                  <a:pt x="120" y="28"/>
                </a:cubicBezTo>
                <a:cubicBezTo>
                  <a:pt x="120" y="26"/>
                  <a:pt x="118" y="24"/>
                  <a:pt x="116" y="24"/>
                </a:cubicBezTo>
                <a:cubicBezTo>
                  <a:pt x="84" y="24"/>
                  <a:pt x="84" y="24"/>
                  <a:pt x="84" y="24"/>
                </a:cubicBezTo>
                <a:cubicBezTo>
                  <a:pt x="82" y="24"/>
                  <a:pt x="80" y="26"/>
                  <a:pt x="80" y="28"/>
                </a:cubicBezTo>
                <a:cubicBezTo>
                  <a:pt x="80" y="30"/>
                  <a:pt x="82" y="32"/>
                  <a:pt x="84" y="32"/>
                </a:cubicBezTo>
                <a:moveTo>
                  <a:pt x="132" y="32"/>
                </a:moveTo>
                <a:cubicBezTo>
                  <a:pt x="134" y="32"/>
                  <a:pt x="136" y="30"/>
                  <a:pt x="136" y="28"/>
                </a:cubicBezTo>
                <a:cubicBezTo>
                  <a:pt x="136" y="26"/>
                  <a:pt x="134" y="24"/>
                  <a:pt x="132" y="24"/>
                </a:cubicBezTo>
                <a:cubicBezTo>
                  <a:pt x="130" y="24"/>
                  <a:pt x="128" y="26"/>
                  <a:pt x="128" y="28"/>
                </a:cubicBezTo>
                <a:cubicBezTo>
                  <a:pt x="128" y="30"/>
                  <a:pt x="130" y="32"/>
                  <a:pt x="132" y="32"/>
                </a:cubicBezTo>
                <a:moveTo>
                  <a:pt x="148" y="32"/>
                </a:moveTo>
                <a:cubicBezTo>
                  <a:pt x="150" y="32"/>
                  <a:pt x="152" y="30"/>
                  <a:pt x="152" y="28"/>
                </a:cubicBezTo>
                <a:cubicBezTo>
                  <a:pt x="152" y="26"/>
                  <a:pt x="150" y="24"/>
                  <a:pt x="148" y="24"/>
                </a:cubicBezTo>
                <a:cubicBezTo>
                  <a:pt x="146" y="24"/>
                  <a:pt x="144" y="26"/>
                  <a:pt x="144" y="28"/>
                </a:cubicBezTo>
                <a:cubicBezTo>
                  <a:pt x="144" y="30"/>
                  <a:pt x="146" y="32"/>
                  <a:pt x="148" y="32"/>
                </a:cubicBezTo>
                <a:moveTo>
                  <a:pt x="148" y="64"/>
                </a:moveTo>
                <a:cubicBezTo>
                  <a:pt x="116" y="64"/>
                  <a:pt x="116" y="64"/>
                  <a:pt x="116" y="64"/>
                </a:cubicBezTo>
                <a:cubicBezTo>
                  <a:pt x="114" y="64"/>
                  <a:pt x="112" y="66"/>
                  <a:pt x="112" y="68"/>
                </a:cubicBezTo>
                <a:cubicBezTo>
                  <a:pt x="112" y="70"/>
                  <a:pt x="114" y="72"/>
                  <a:pt x="116" y="72"/>
                </a:cubicBezTo>
                <a:cubicBezTo>
                  <a:pt x="148" y="72"/>
                  <a:pt x="148" y="72"/>
                  <a:pt x="148" y="72"/>
                </a:cubicBezTo>
                <a:cubicBezTo>
                  <a:pt x="150" y="72"/>
                  <a:pt x="152" y="70"/>
                  <a:pt x="152" y="68"/>
                </a:cubicBezTo>
                <a:cubicBezTo>
                  <a:pt x="152" y="66"/>
                  <a:pt x="150" y="64"/>
                  <a:pt x="148" y="64"/>
                </a:cubicBezTo>
                <a:moveTo>
                  <a:pt x="148" y="80"/>
                </a:moveTo>
                <a:cubicBezTo>
                  <a:pt x="116" y="80"/>
                  <a:pt x="116" y="80"/>
                  <a:pt x="116" y="80"/>
                </a:cubicBezTo>
                <a:cubicBezTo>
                  <a:pt x="114" y="80"/>
                  <a:pt x="112" y="82"/>
                  <a:pt x="112" y="84"/>
                </a:cubicBezTo>
                <a:cubicBezTo>
                  <a:pt x="112" y="86"/>
                  <a:pt x="114" y="88"/>
                  <a:pt x="116" y="88"/>
                </a:cubicBezTo>
                <a:cubicBezTo>
                  <a:pt x="148" y="88"/>
                  <a:pt x="148" y="88"/>
                  <a:pt x="148" y="88"/>
                </a:cubicBezTo>
                <a:cubicBezTo>
                  <a:pt x="150" y="88"/>
                  <a:pt x="152" y="86"/>
                  <a:pt x="152" y="84"/>
                </a:cubicBezTo>
                <a:cubicBezTo>
                  <a:pt x="152" y="82"/>
                  <a:pt x="150" y="80"/>
                  <a:pt x="148" y="80"/>
                </a:cubicBezTo>
                <a:moveTo>
                  <a:pt x="148" y="48"/>
                </a:moveTo>
                <a:cubicBezTo>
                  <a:pt x="116" y="48"/>
                  <a:pt x="116" y="48"/>
                  <a:pt x="116" y="48"/>
                </a:cubicBezTo>
                <a:cubicBezTo>
                  <a:pt x="114" y="48"/>
                  <a:pt x="112" y="50"/>
                  <a:pt x="112" y="52"/>
                </a:cubicBezTo>
                <a:cubicBezTo>
                  <a:pt x="112" y="54"/>
                  <a:pt x="114" y="56"/>
                  <a:pt x="116" y="56"/>
                </a:cubicBezTo>
                <a:cubicBezTo>
                  <a:pt x="148" y="56"/>
                  <a:pt x="148" y="56"/>
                  <a:pt x="148" y="56"/>
                </a:cubicBezTo>
                <a:cubicBezTo>
                  <a:pt x="150" y="56"/>
                  <a:pt x="152" y="54"/>
                  <a:pt x="152" y="52"/>
                </a:cubicBezTo>
                <a:cubicBezTo>
                  <a:pt x="152" y="50"/>
                  <a:pt x="150" y="48"/>
                  <a:pt x="148" y="48"/>
                </a:cubicBezTo>
                <a:moveTo>
                  <a:pt x="68" y="32"/>
                </a:moveTo>
                <a:cubicBezTo>
                  <a:pt x="70" y="32"/>
                  <a:pt x="72" y="30"/>
                  <a:pt x="72" y="28"/>
                </a:cubicBezTo>
                <a:cubicBezTo>
                  <a:pt x="72" y="26"/>
                  <a:pt x="70" y="24"/>
                  <a:pt x="68" y="24"/>
                </a:cubicBezTo>
                <a:cubicBezTo>
                  <a:pt x="66" y="24"/>
                  <a:pt x="64" y="26"/>
                  <a:pt x="64" y="28"/>
                </a:cubicBezTo>
                <a:cubicBezTo>
                  <a:pt x="64" y="30"/>
                  <a:pt x="66" y="32"/>
                  <a:pt x="68" y="32"/>
                </a:cubicBezTo>
                <a:moveTo>
                  <a:pt x="52" y="104"/>
                </a:moveTo>
                <a:cubicBezTo>
                  <a:pt x="148" y="104"/>
                  <a:pt x="148" y="104"/>
                  <a:pt x="148" y="104"/>
                </a:cubicBezTo>
                <a:cubicBezTo>
                  <a:pt x="150" y="104"/>
                  <a:pt x="152" y="102"/>
                  <a:pt x="152" y="100"/>
                </a:cubicBezTo>
                <a:cubicBezTo>
                  <a:pt x="152" y="98"/>
                  <a:pt x="150" y="96"/>
                  <a:pt x="148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50" y="96"/>
                  <a:pt x="48" y="98"/>
                  <a:pt x="48" y="100"/>
                </a:cubicBezTo>
                <a:cubicBezTo>
                  <a:pt x="48" y="102"/>
                  <a:pt x="50" y="104"/>
                  <a:pt x="52" y="104"/>
                </a:cubicBezTo>
                <a:moveTo>
                  <a:pt x="52" y="120"/>
                </a:moveTo>
                <a:cubicBezTo>
                  <a:pt x="148" y="120"/>
                  <a:pt x="148" y="120"/>
                  <a:pt x="148" y="120"/>
                </a:cubicBezTo>
                <a:cubicBezTo>
                  <a:pt x="150" y="120"/>
                  <a:pt x="152" y="118"/>
                  <a:pt x="152" y="116"/>
                </a:cubicBezTo>
                <a:cubicBezTo>
                  <a:pt x="152" y="114"/>
                  <a:pt x="150" y="112"/>
                  <a:pt x="148" y="112"/>
                </a:cubicBezTo>
                <a:cubicBezTo>
                  <a:pt x="52" y="112"/>
                  <a:pt x="52" y="112"/>
                  <a:pt x="52" y="112"/>
                </a:cubicBezTo>
                <a:cubicBezTo>
                  <a:pt x="50" y="112"/>
                  <a:pt x="48" y="114"/>
                  <a:pt x="48" y="116"/>
                </a:cubicBezTo>
                <a:cubicBezTo>
                  <a:pt x="48" y="118"/>
                  <a:pt x="50" y="120"/>
                  <a:pt x="52" y="120"/>
                </a:cubicBezTo>
                <a:moveTo>
                  <a:pt x="168" y="0"/>
                </a:moveTo>
                <a:cubicBezTo>
                  <a:pt x="32" y="0"/>
                  <a:pt x="32" y="0"/>
                  <a:pt x="32" y="0"/>
                </a:cubicBezTo>
                <a:cubicBezTo>
                  <a:pt x="28" y="0"/>
                  <a:pt x="24" y="4"/>
                  <a:pt x="24" y="8"/>
                </a:cubicBezTo>
                <a:cubicBezTo>
                  <a:pt x="24" y="24"/>
                  <a:pt x="24" y="24"/>
                  <a:pt x="24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33"/>
                  <a:pt x="11" y="144"/>
                  <a:pt x="24" y="144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72" y="144"/>
                  <a:pt x="176" y="140"/>
                  <a:pt x="176" y="136"/>
                </a:cubicBezTo>
                <a:cubicBezTo>
                  <a:pt x="176" y="8"/>
                  <a:pt x="176" y="8"/>
                  <a:pt x="176" y="8"/>
                </a:cubicBezTo>
                <a:cubicBezTo>
                  <a:pt x="176" y="4"/>
                  <a:pt x="172" y="0"/>
                  <a:pt x="168" y="0"/>
                </a:cubicBezTo>
                <a:moveTo>
                  <a:pt x="168" y="136"/>
                </a:moveTo>
                <a:cubicBezTo>
                  <a:pt x="24" y="136"/>
                  <a:pt x="24" y="136"/>
                  <a:pt x="24" y="136"/>
                </a:cubicBezTo>
                <a:cubicBezTo>
                  <a:pt x="15" y="136"/>
                  <a:pt x="8" y="129"/>
                  <a:pt x="8" y="120"/>
                </a:cubicBezTo>
                <a:cubicBezTo>
                  <a:pt x="8" y="32"/>
                  <a:pt x="8" y="32"/>
                  <a:pt x="8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24" y="118"/>
                  <a:pt x="26" y="120"/>
                  <a:pt x="28" y="120"/>
                </a:cubicBezTo>
                <a:cubicBezTo>
                  <a:pt x="30" y="120"/>
                  <a:pt x="32" y="118"/>
                  <a:pt x="32" y="116"/>
                </a:cubicBezTo>
                <a:cubicBezTo>
                  <a:pt x="32" y="8"/>
                  <a:pt x="32" y="8"/>
                  <a:pt x="32" y="8"/>
                </a:cubicBezTo>
                <a:cubicBezTo>
                  <a:pt x="168" y="8"/>
                  <a:pt x="168" y="8"/>
                  <a:pt x="168" y="8"/>
                </a:cubicBezTo>
                <a:lnTo>
                  <a:pt x="168" y="136"/>
                </a:lnTo>
                <a:close/>
                <a:moveTo>
                  <a:pt x="52" y="32"/>
                </a:moveTo>
                <a:cubicBezTo>
                  <a:pt x="54" y="32"/>
                  <a:pt x="56" y="30"/>
                  <a:pt x="56" y="28"/>
                </a:cubicBezTo>
                <a:cubicBezTo>
                  <a:pt x="56" y="26"/>
                  <a:pt x="54" y="24"/>
                  <a:pt x="52" y="24"/>
                </a:cubicBezTo>
                <a:cubicBezTo>
                  <a:pt x="50" y="24"/>
                  <a:pt x="48" y="26"/>
                  <a:pt x="48" y="28"/>
                </a:cubicBezTo>
                <a:cubicBezTo>
                  <a:pt x="48" y="30"/>
                  <a:pt x="50" y="32"/>
                  <a:pt x="52" y="32"/>
                </a:cubicBezTo>
                <a:moveTo>
                  <a:pt x="52" y="88"/>
                </a:moveTo>
                <a:cubicBezTo>
                  <a:pt x="92" y="88"/>
                  <a:pt x="92" y="88"/>
                  <a:pt x="92" y="88"/>
                </a:cubicBezTo>
                <a:cubicBezTo>
                  <a:pt x="94" y="88"/>
                  <a:pt x="96" y="86"/>
                  <a:pt x="96" y="84"/>
                </a:cubicBezTo>
                <a:cubicBezTo>
                  <a:pt x="96" y="52"/>
                  <a:pt x="96" y="52"/>
                  <a:pt x="96" y="52"/>
                </a:cubicBezTo>
                <a:cubicBezTo>
                  <a:pt x="96" y="50"/>
                  <a:pt x="94" y="48"/>
                  <a:pt x="92" y="48"/>
                </a:cubicBezTo>
                <a:cubicBezTo>
                  <a:pt x="52" y="48"/>
                  <a:pt x="52" y="48"/>
                  <a:pt x="52" y="48"/>
                </a:cubicBezTo>
                <a:cubicBezTo>
                  <a:pt x="50" y="48"/>
                  <a:pt x="48" y="50"/>
                  <a:pt x="48" y="52"/>
                </a:cubicBezTo>
                <a:cubicBezTo>
                  <a:pt x="48" y="84"/>
                  <a:pt x="48" y="84"/>
                  <a:pt x="48" y="84"/>
                </a:cubicBezTo>
                <a:cubicBezTo>
                  <a:pt x="48" y="86"/>
                  <a:pt x="50" y="88"/>
                  <a:pt x="52" y="88"/>
                </a:cubicBezTo>
                <a:moveTo>
                  <a:pt x="56" y="56"/>
                </a:moveTo>
                <a:cubicBezTo>
                  <a:pt x="88" y="56"/>
                  <a:pt x="88" y="56"/>
                  <a:pt x="88" y="56"/>
                </a:cubicBezTo>
                <a:cubicBezTo>
                  <a:pt x="88" y="80"/>
                  <a:pt x="88" y="80"/>
                  <a:pt x="88" y="80"/>
                </a:cubicBezTo>
                <a:cubicBezTo>
                  <a:pt x="56" y="80"/>
                  <a:pt x="56" y="80"/>
                  <a:pt x="56" y="80"/>
                </a:cubicBezTo>
                <a:lnTo>
                  <a:pt x="56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171C30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02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59FC21-BFC7-499C-AF8C-2E89CF56BF1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80821-88F8-4154-A2E5-1D83A2AEFB98}"/>
              </a:ext>
            </a:extLst>
          </p:cNvPr>
          <p:cNvSpPr txBox="1"/>
          <p:nvPr/>
        </p:nvSpPr>
        <p:spPr>
          <a:xfrm>
            <a:off x="711200" y="2167116"/>
            <a:ext cx="4526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000" b="1" dirty="0">
                <a:solidFill>
                  <a:srgbClr val="FFFFFF"/>
                </a:solidFill>
                <a:latin typeface="Source Sans Pro Black"/>
              </a:rPr>
              <a:t>Warum verwendet man </a:t>
            </a:r>
            <a:r>
              <a:rPr lang="de-DE" sz="4000" b="1" dirty="0" err="1">
                <a:solidFill>
                  <a:srgbClr val="FFFFFF"/>
                </a:solidFill>
                <a:latin typeface="Source Sans Pro Black"/>
              </a:rPr>
              <a:t>Rebase</a:t>
            </a:r>
            <a:r>
              <a:rPr lang="de-DE" sz="4000" b="1" dirty="0">
                <a:solidFill>
                  <a:srgbClr val="FFFFFF"/>
                </a:solidFill>
                <a:latin typeface="Source Sans Pro Black"/>
              </a:rPr>
              <a:t> und warum nicht immer </a:t>
            </a:r>
            <a:r>
              <a:rPr lang="de-DE" sz="4000" b="1" dirty="0" err="1">
                <a:solidFill>
                  <a:srgbClr val="FFFFFF"/>
                </a:solidFill>
                <a:latin typeface="Source Sans Pro Black"/>
              </a:rPr>
              <a:t>Merge</a:t>
            </a:r>
            <a:endParaRPr kumimoji="0" lang="de-DE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DDAE-A3E0-4006-A14F-75583D8C4086}"/>
              </a:ext>
            </a:extLst>
          </p:cNvPr>
          <p:cNvSpPr txBox="1"/>
          <p:nvPr/>
        </p:nvSpPr>
        <p:spPr>
          <a:xfrm>
            <a:off x="8026400" y="1279695"/>
            <a:ext cx="2235200" cy="4329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35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5355"/>
                    </a:gs>
                    <a:gs pos="100000">
                      <a:srgbClr val="CE59C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"/>
                <a:ea typeface="+mn-ea"/>
                <a:cs typeface="+mn-cs"/>
              </a:rPr>
              <a:t>?</a:t>
            </a:r>
            <a:endParaRPr kumimoji="0" lang="uk-UA" sz="27535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5355"/>
                  </a:gs>
                  <a:gs pos="100000">
                    <a:srgbClr val="CE59C4"/>
                  </a:gs>
                </a:gsLst>
                <a:lin ang="5400000" scaled="1"/>
              </a:gra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A577BE-0B81-4A3F-8C26-EAAF72E9EF0D}"/>
              </a:ext>
            </a:extLst>
          </p:cNvPr>
          <p:cNvCxnSpPr>
            <a:cxnSpLocks/>
          </p:cNvCxnSpPr>
          <p:nvPr/>
        </p:nvCxnSpPr>
        <p:spPr>
          <a:xfrm>
            <a:off x="11277600" y="3429000"/>
            <a:ext cx="914400" cy="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49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8CC38F-6EB8-49DA-9CA9-8F7C2A1E789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3C5B59F0-5303-4DCB-96DC-27ECDC3CF9D6}"/>
              </a:ext>
            </a:extLst>
          </p:cNvPr>
          <p:cNvSpPr>
            <a:spLocks noEditPoints="1"/>
          </p:cNvSpPr>
          <p:nvPr/>
        </p:nvSpPr>
        <p:spPr bwMode="auto">
          <a:xfrm>
            <a:off x="1625600" y="2006600"/>
            <a:ext cx="2844800" cy="2844800"/>
          </a:xfrm>
          <a:custGeom>
            <a:avLst/>
            <a:gdLst>
              <a:gd name="T0" fmla="*/ 144 w 176"/>
              <a:gd name="T1" fmla="*/ 88 h 176"/>
              <a:gd name="T2" fmla="*/ 152 w 176"/>
              <a:gd name="T3" fmla="*/ 88 h 176"/>
              <a:gd name="T4" fmla="*/ 60 w 176"/>
              <a:gd name="T5" fmla="*/ 136 h 176"/>
              <a:gd name="T6" fmla="*/ 56 w 176"/>
              <a:gd name="T7" fmla="*/ 143 h 176"/>
              <a:gd name="T8" fmla="*/ 60 w 176"/>
              <a:gd name="T9" fmla="*/ 136 h 176"/>
              <a:gd name="T10" fmla="*/ 33 w 176"/>
              <a:gd name="T11" fmla="*/ 120 h 176"/>
              <a:gd name="T12" fmla="*/ 40 w 176"/>
              <a:gd name="T13" fmla="*/ 116 h 176"/>
              <a:gd name="T14" fmla="*/ 56 w 176"/>
              <a:gd name="T15" fmla="*/ 33 h 176"/>
              <a:gd name="T16" fmla="*/ 60 w 176"/>
              <a:gd name="T17" fmla="*/ 40 h 176"/>
              <a:gd name="T18" fmla="*/ 56 w 176"/>
              <a:gd name="T19" fmla="*/ 33 h 176"/>
              <a:gd name="T20" fmla="*/ 24 w 176"/>
              <a:gd name="T21" fmla="*/ 88 h 176"/>
              <a:gd name="T22" fmla="*/ 32 w 176"/>
              <a:gd name="T23" fmla="*/ 88 h 176"/>
              <a:gd name="T24" fmla="*/ 116 w 176"/>
              <a:gd name="T25" fmla="*/ 40 h 176"/>
              <a:gd name="T26" fmla="*/ 120 w 176"/>
              <a:gd name="T27" fmla="*/ 33 h 176"/>
              <a:gd name="T28" fmla="*/ 116 w 176"/>
              <a:gd name="T29" fmla="*/ 40 h 176"/>
              <a:gd name="T30" fmla="*/ 33 w 176"/>
              <a:gd name="T31" fmla="*/ 56 h 176"/>
              <a:gd name="T32" fmla="*/ 40 w 176"/>
              <a:gd name="T33" fmla="*/ 60 h 176"/>
              <a:gd name="T34" fmla="*/ 142 w 176"/>
              <a:gd name="T35" fmla="*/ 115 h 176"/>
              <a:gd name="T36" fmla="*/ 138 w 176"/>
              <a:gd name="T37" fmla="*/ 121 h 176"/>
              <a:gd name="T38" fmla="*/ 142 w 176"/>
              <a:gd name="T39" fmla="*/ 115 h 176"/>
              <a:gd name="T40" fmla="*/ 84 w 176"/>
              <a:gd name="T41" fmla="*/ 148 h 176"/>
              <a:gd name="T42" fmla="*/ 92 w 176"/>
              <a:gd name="T43" fmla="*/ 148 h 176"/>
              <a:gd name="T44" fmla="*/ 138 w 176"/>
              <a:gd name="T45" fmla="*/ 55 h 176"/>
              <a:gd name="T46" fmla="*/ 142 w 176"/>
              <a:gd name="T47" fmla="*/ 61 h 176"/>
              <a:gd name="T48" fmla="*/ 138 w 176"/>
              <a:gd name="T49" fmla="*/ 55 h 176"/>
              <a:gd name="T50" fmla="*/ 103 w 176"/>
              <a:gd name="T51" fmla="*/ 84 h 176"/>
              <a:gd name="T52" fmla="*/ 92 w 176"/>
              <a:gd name="T53" fmla="*/ 28 h 176"/>
              <a:gd name="T54" fmla="*/ 84 w 176"/>
              <a:gd name="T55" fmla="*/ 28 h 176"/>
              <a:gd name="T56" fmla="*/ 72 w 176"/>
              <a:gd name="T57" fmla="*/ 88 h 176"/>
              <a:gd name="T58" fmla="*/ 103 w 176"/>
              <a:gd name="T59" fmla="*/ 92 h 176"/>
              <a:gd name="T60" fmla="*/ 128 w 176"/>
              <a:gd name="T61" fmla="*/ 88 h 176"/>
              <a:gd name="T62" fmla="*/ 88 w 176"/>
              <a:gd name="T63" fmla="*/ 96 h 176"/>
              <a:gd name="T64" fmla="*/ 88 w 176"/>
              <a:gd name="T65" fmla="*/ 80 h 176"/>
              <a:gd name="T66" fmla="*/ 88 w 176"/>
              <a:gd name="T67" fmla="*/ 96 h 176"/>
              <a:gd name="T68" fmla="*/ 115 w 176"/>
              <a:gd name="T69" fmla="*/ 142 h 176"/>
              <a:gd name="T70" fmla="*/ 121 w 176"/>
              <a:gd name="T71" fmla="*/ 138 h 176"/>
              <a:gd name="T72" fmla="*/ 88 w 176"/>
              <a:gd name="T73" fmla="*/ 0 h 176"/>
              <a:gd name="T74" fmla="*/ 88 w 176"/>
              <a:gd name="T75" fmla="*/ 176 h 176"/>
              <a:gd name="T76" fmla="*/ 88 w 176"/>
              <a:gd name="T77" fmla="*/ 0 h 176"/>
              <a:gd name="T78" fmla="*/ 8 w 176"/>
              <a:gd name="T79" fmla="*/ 88 h 176"/>
              <a:gd name="T80" fmla="*/ 168 w 176"/>
              <a:gd name="T81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76" h="176">
                <a:moveTo>
                  <a:pt x="148" y="84"/>
                </a:moveTo>
                <a:cubicBezTo>
                  <a:pt x="146" y="84"/>
                  <a:pt x="144" y="86"/>
                  <a:pt x="144" y="88"/>
                </a:cubicBezTo>
                <a:cubicBezTo>
                  <a:pt x="144" y="90"/>
                  <a:pt x="146" y="92"/>
                  <a:pt x="148" y="92"/>
                </a:cubicBezTo>
                <a:cubicBezTo>
                  <a:pt x="150" y="92"/>
                  <a:pt x="152" y="90"/>
                  <a:pt x="152" y="88"/>
                </a:cubicBezTo>
                <a:cubicBezTo>
                  <a:pt x="152" y="86"/>
                  <a:pt x="150" y="84"/>
                  <a:pt x="148" y="84"/>
                </a:cubicBezTo>
                <a:moveTo>
                  <a:pt x="60" y="136"/>
                </a:moveTo>
                <a:cubicBezTo>
                  <a:pt x="58" y="135"/>
                  <a:pt x="56" y="136"/>
                  <a:pt x="55" y="138"/>
                </a:cubicBezTo>
                <a:cubicBezTo>
                  <a:pt x="53" y="140"/>
                  <a:pt x="54" y="142"/>
                  <a:pt x="56" y="143"/>
                </a:cubicBezTo>
                <a:cubicBezTo>
                  <a:pt x="58" y="145"/>
                  <a:pt x="60" y="144"/>
                  <a:pt x="61" y="142"/>
                </a:cubicBezTo>
                <a:cubicBezTo>
                  <a:pt x="63" y="140"/>
                  <a:pt x="62" y="138"/>
                  <a:pt x="60" y="136"/>
                </a:cubicBezTo>
                <a:moveTo>
                  <a:pt x="34" y="115"/>
                </a:moveTo>
                <a:cubicBezTo>
                  <a:pt x="32" y="116"/>
                  <a:pt x="31" y="118"/>
                  <a:pt x="33" y="120"/>
                </a:cubicBezTo>
                <a:cubicBezTo>
                  <a:pt x="34" y="122"/>
                  <a:pt x="36" y="123"/>
                  <a:pt x="38" y="121"/>
                </a:cubicBezTo>
                <a:cubicBezTo>
                  <a:pt x="40" y="120"/>
                  <a:pt x="41" y="118"/>
                  <a:pt x="40" y="116"/>
                </a:cubicBezTo>
                <a:cubicBezTo>
                  <a:pt x="38" y="114"/>
                  <a:pt x="36" y="113"/>
                  <a:pt x="34" y="115"/>
                </a:cubicBezTo>
                <a:moveTo>
                  <a:pt x="56" y="33"/>
                </a:moveTo>
                <a:cubicBezTo>
                  <a:pt x="54" y="34"/>
                  <a:pt x="53" y="36"/>
                  <a:pt x="55" y="38"/>
                </a:cubicBezTo>
                <a:cubicBezTo>
                  <a:pt x="56" y="40"/>
                  <a:pt x="58" y="41"/>
                  <a:pt x="60" y="40"/>
                </a:cubicBezTo>
                <a:cubicBezTo>
                  <a:pt x="62" y="38"/>
                  <a:pt x="63" y="36"/>
                  <a:pt x="61" y="34"/>
                </a:cubicBezTo>
                <a:cubicBezTo>
                  <a:pt x="60" y="32"/>
                  <a:pt x="58" y="31"/>
                  <a:pt x="56" y="33"/>
                </a:cubicBezTo>
                <a:moveTo>
                  <a:pt x="28" y="84"/>
                </a:moveTo>
                <a:cubicBezTo>
                  <a:pt x="26" y="84"/>
                  <a:pt x="24" y="86"/>
                  <a:pt x="24" y="88"/>
                </a:cubicBezTo>
                <a:cubicBezTo>
                  <a:pt x="24" y="90"/>
                  <a:pt x="26" y="92"/>
                  <a:pt x="28" y="92"/>
                </a:cubicBezTo>
                <a:cubicBezTo>
                  <a:pt x="30" y="92"/>
                  <a:pt x="32" y="90"/>
                  <a:pt x="32" y="88"/>
                </a:cubicBezTo>
                <a:cubicBezTo>
                  <a:pt x="32" y="86"/>
                  <a:pt x="30" y="84"/>
                  <a:pt x="28" y="84"/>
                </a:cubicBezTo>
                <a:moveTo>
                  <a:pt x="116" y="40"/>
                </a:moveTo>
                <a:cubicBezTo>
                  <a:pt x="118" y="41"/>
                  <a:pt x="120" y="40"/>
                  <a:pt x="121" y="38"/>
                </a:cubicBezTo>
                <a:cubicBezTo>
                  <a:pt x="123" y="36"/>
                  <a:pt x="122" y="34"/>
                  <a:pt x="120" y="33"/>
                </a:cubicBezTo>
                <a:cubicBezTo>
                  <a:pt x="118" y="31"/>
                  <a:pt x="116" y="32"/>
                  <a:pt x="115" y="34"/>
                </a:cubicBezTo>
                <a:cubicBezTo>
                  <a:pt x="113" y="36"/>
                  <a:pt x="114" y="38"/>
                  <a:pt x="116" y="40"/>
                </a:cubicBezTo>
                <a:moveTo>
                  <a:pt x="38" y="55"/>
                </a:moveTo>
                <a:cubicBezTo>
                  <a:pt x="36" y="53"/>
                  <a:pt x="34" y="54"/>
                  <a:pt x="33" y="56"/>
                </a:cubicBezTo>
                <a:cubicBezTo>
                  <a:pt x="31" y="58"/>
                  <a:pt x="32" y="60"/>
                  <a:pt x="34" y="61"/>
                </a:cubicBezTo>
                <a:cubicBezTo>
                  <a:pt x="36" y="63"/>
                  <a:pt x="38" y="62"/>
                  <a:pt x="40" y="60"/>
                </a:cubicBezTo>
                <a:cubicBezTo>
                  <a:pt x="41" y="58"/>
                  <a:pt x="40" y="56"/>
                  <a:pt x="38" y="55"/>
                </a:cubicBezTo>
                <a:moveTo>
                  <a:pt x="142" y="115"/>
                </a:moveTo>
                <a:cubicBezTo>
                  <a:pt x="140" y="113"/>
                  <a:pt x="138" y="114"/>
                  <a:pt x="137" y="116"/>
                </a:cubicBezTo>
                <a:cubicBezTo>
                  <a:pt x="135" y="118"/>
                  <a:pt x="136" y="120"/>
                  <a:pt x="138" y="121"/>
                </a:cubicBezTo>
                <a:cubicBezTo>
                  <a:pt x="140" y="123"/>
                  <a:pt x="142" y="122"/>
                  <a:pt x="143" y="120"/>
                </a:cubicBezTo>
                <a:cubicBezTo>
                  <a:pt x="145" y="118"/>
                  <a:pt x="144" y="116"/>
                  <a:pt x="142" y="115"/>
                </a:cubicBezTo>
                <a:moveTo>
                  <a:pt x="88" y="144"/>
                </a:moveTo>
                <a:cubicBezTo>
                  <a:pt x="86" y="144"/>
                  <a:pt x="84" y="146"/>
                  <a:pt x="84" y="148"/>
                </a:cubicBezTo>
                <a:cubicBezTo>
                  <a:pt x="84" y="150"/>
                  <a:pt x="86" y="152"/>
                  <a:pt x="88" y="152"/>
                </a:cubicBezTo>
                <a:cubicBezTo>
                  <a:pt x="90" y="152"/>
                  <a:pt x="92" y="150"/>
                  <a:pt x="92" y="148"/>
                </a:cubicBezTo>
                <a:cubicBezTo>
                  <a:pt x="92" y="146"/>
                  <a:pt x="90" y="144"/>
                  <a:pt x="88" y="144"/>
                </a:cubicBezTo>
                <a:moveTo>
                  <a:pt x="138" y="55"/>
                </a:moveTo>
                <a:cubicBezTo>
                  <a:pt x="136" y="56"/>
                  <a:pt x="135" y="58"/>
                  <a:pt x="137" y="60"/>
                </a:cubicBezTo>
                <a:cubicBezTo>
                  <a:pt x="138" y="62"/>
                  <a:pt x="140" y="63"/>
                  <a:pt x="142" y="61"/>
                </a:cubicBezTo>
                <a:cubicBezTo>
                  <a:pt x="144" y="60"/>
                  <a:pt x="145" y="58"/>
                  <a:pt x="143" y="56"/>
                </a:cubicBezTo>
                <a:cubicBezTo>
                  <a:pt x="142" y="54"/>
                  <a:pt x="140" y="53"/>
                  <a:pt x="138" y="55"/>
                </a:cubicBezTo>
                <a:moveTo>
                  <a:pt x="124" y="84"/>
                </a:moveTo>
                <a:cubicBezTo>
                  <a:pt x="103" y="84"/>
                  <a:pt x="103" y="84"/>
                  <a:pt x="103" y="84"/>
                </a:cubicBezTo>
                <a:cubicBezTo>
                  <a:pt x="102" y="78"/>
                  <a:pt x="98" y="74"/>
                  <a:pt x="92" y="73"/>
                </a:cubicBezTo>
                <a:cubicBezTo>
                  <a:pt x="92" y="28"/>
                  <a:pt x="92" y="28"/>
                  <a:pt x="92" y="28"/>
                </a:cubicBezTo>
                <a:cubicBezTo>
                  <a:pt x="92" y="26"/>
                  <a:pt x="90" y="24"/>
                  <a:pt x="88" y="24"/>
                </a:cubicBezTo>
                <a:cubicBezTo>
                  <a:pt x="86" y="24"/>
                  <a:pt x="84" y="26"/>
                  <a:pt x="84" y="28"/>
                </a:cubicBezTo>
                <a:cubicBezTo>
                  <a:pt x="84" y="73"/>
                  <a:pt x="84" y="73"/>
                  <a:pt x="84" y="73"/>
                </a:cubicBezTo>
                <a:cubicBezTo>
                  <a:pt x="77" y="74"/>
                  <a:pt x="72" y="81"/>
                  <a:pt x="72" y="88"/>
                </a:cubicBezTo>
                <a:cubicBezTo>
                  <a:pt x="72" y="97"/>
                  <a:pt x="79" y="104"/>
                  <a:pt x="88" y="104"/>
                </a:cubicBezTo>
                <a:cubicBezTo>
                  <a:pt x="95" y="104"/>
                  <a:pt x="102" y="99"/>
                  <a:pt x="103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26" y="92"/>
                  <a:pt x="128" y="90"/>
                  <a:pt x="128" y="88"/>
                </a:cubicBezTo>
                <a:cubicBezTo>
                  <a:pt x="128" y="86"/>
                  <a:pt x="126" y="84"/>
                  <a:pt x="124" y="84"/>
                </a:cubicBezTo>
                <a:moveTo>
                  <a:pt x="88" y="96"/>
                </a:moveTo>
                <a:cubicBezTo>
                  <a:pt x="84" y="96"/>
                  <a:pt x="80" y="92"/>
                  <a:pt x="80" y="88"/>
                </a:cubicBezTo>
                <a:cubicBezTo>
                  <a:pt x="80" y="84"/>
                  <a:pt x="84" y="80"/>
                  <a:pt x="88" y="80"/>
                </a:cubicBezTo>
                <a:cubicBezTo>
                  <a:pt x="92" y="80"/>
                  <a:pt x="96" y="84"/>
                  <a:pt x="96" y="88"/>
                </a:cubicBezTo>
                <a:cubicBezTo>
                  <a:pt x="96" y="92"/>
                  <a:pt x="92" y="96"/>
                  <a:pt x="88" y="96"/>
                </a:cubicBezTo>
                <a:moveTo>
                  <a:pt x="116" y="136"/>
                </a:moveTo>
                <a:cubicBezTo>
                  <a:pt x="114" y="138"/>
                  <a:pt x="113" y="140"/>
                  <a:pt x="115" y="142"/>
                </a:cubicBezTo>
                <a:cubicBezTo>
                  <a:pt x="116" y="144"/>
                  <a:pt x="118" y="145"/>
                  <a:pt x="120" y="143"/>
                </a:cubicBezTo>
                <a:cubicBezTo>
                  <a:pt x="122" y="142"/>
                  <a:pt x="123" y="140"/>
                  <a:pt x="121" y="138"/>
                </a:cubicBezTo>
                <a:cubicBezTo>
                  <a:pt x="120" y="136"/>
                  <a:pt x="118" y="135"/>
                  <a:pt x="116" y="13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gradFill>
            <a:gsLst>
              <a:gs pos="100000">
                <a:schemeClr val="accent4"/>
              </a:gs>
              <a:gs pos="100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A98F1-1130-4CC8-A347-2274F3BB5B77}"/>
              </a:ext>
            </a:extLst>
          </p:cNvPr>
          <p:cNvSpPr txBox="1"/>
          <p:nvPr/>
        </p:nvSpPr>
        <p:spPr>
          <a:xfrm>
            <a:off x="6902449" y="2196525"/>
            <a:ext cx="405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Historie und Dokumentation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17A2F-DDCF-45C6-AF1C-D8F684C4E045}"/>
              </a:ext>
            </a:extLst>
          </p:cNvPr>
          <p:cNvSpPr txBox="1"/>
          <p:nvPr/>
        </p:nvSpPr>
        <p:spPr>
          <a:xfrm>
            <a:off x="6902449" y="3122594"/>
            <a:ext cx="4051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Insgesamt hängt die Wahl zwischen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von den Anforderungen des Projekts, den Entwicklungspraktiken des Teams und den persönlichen Vorlieben ab. Oft werden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Rebase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sogar in Kombination verwendet, um die Vorteile beider Ansätze zu nutzen.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DCB6D4-B524-4F67-80CE-7CD95DB65081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14400" cy="0"/>
          </a:xfrm>
          <a:prstGeom prst="line">
            <a:avLst/>
          </a:prstGeom>
          <a:ln w="38100"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3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Breitbild</PresentationFormat>
  <Paragraphs>58</Paragraphs>
  <Slides>24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24</vt:i4>
      </vt:variant>
    </vt:vector>
  </HeadingPairs>
  <TitlesOfParts>
    <vt:vector size="33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19</cp:revision>
  <dcterms:created xsi:type="dcterms:W3CDTF">2023-08-16T17:29:37Z</dcterms:created>
  <dcterms:modified xsi:type="dcterms:W3CDTF">2023-08-25T11:13:57Z</dcterms:modified>
</cp:coreProperties>
</file>