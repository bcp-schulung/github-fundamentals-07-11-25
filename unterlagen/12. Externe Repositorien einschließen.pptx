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sldIdLst>
    <p:sldId id="4932" r:id="rId3"/>
    <p:sldId id="4687" r:id="rId4"/>
    <p:sldId id="4698" r:id="rId5"/>
    <p:sldId id="434" r:id="rId6"/>
    <p:sldId id="4935" r:id="rId7"/>
    <p:sldId id="4936" r:id="rId8"/>
    <p:sldId id="4937" r:id="rId9"/>
    <p:sldId id="7897" r:id="rId10"/>
    <p:sldId id="4933" r:id="rId11"/>
    <p:sldId id="7898" r:id="rId12"/>
    <p:sldId id="7899" r:id="rId13"/>
    <p:sldId id="7900" r:id="rId14"/>
    <p:sldId id="7901" r:id="rId15"/>
    <p:sldId id="7902" r:id="rId16"/>
    <p:sldId id="4934" r:id="rId17"/>
    <p:sldId id="2863" r:id="rId18"/>
    <p:sldId id="2864"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09"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F4C348-3D94-4A3E-98ED-0DC6076167FC}" type="datetimeFigureOut">
              <a:rPr lang="de-DE" smtClean="0"/>
              <a:t>25.08.2023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822546-0F32-4752-BC26-76CF571C98B1}" type="slidenum">
              <a:rPr lang="de-DE" smtClean="0"/>
              <a:t>‹Nr.›</a:t>
            </a:fld>
            <a:endParaRPr lang="de-DE"/>
          </a:p>
        </p:txBody>
      </p:sp>
    </p:spTree>
    <p:extLst>
      <p:ext uri="{BB962C8B-B14F-4D97-AF65-F5344CB8AC3E}">
        <p14:creationId xmlns:p14="http://schemas.microsoft.com/office/powerpoint/2010/main" val="3652713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Hunderte von Hosts können gemanagte werden, jedoch kann meistens nur </a:t>
            </a:r>
            <a:r>
              <a:rPr lang="de-DE" dirty="0" err="1"/>
              <a:t>ca</a:t>
            </a:r>
            <a:r>
              <a:rPr lang="de-DE" dirty="0"/>
              <a:t> 5 gleichzeitig bearbeitet werden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Hunderte von Hosts können gemanagte werden, jedoch kann meistens nur </a:t>
            </a:r>
            <a:r>
              <a:rPr lang="de-DE" dirty="0" err="1"/>
              <a:t>ca</a:t>
            </a:r>
            <a:r>
              <a:rPr lang="de-DE" dirty="0"/>
              <a:t> 5 gleichzeitig bearbeitet werden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868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CC7384-D6CF-44FD-09E7-C96EE1ADFDF8}"/>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782165B-86C6-0657-29F9-7AA0F49E1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0BF130B-AC91-FBAA-37F9-3E1E93BA8CC2}"/>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179AFEB1-BAEC-8C19-7768-D3F553B7D72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602F02E-6CB0-92DF-034A-4B26966A037E}"/>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155499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3A52FD-4BBD-383F-29B8-612D8CEFC5C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4F985094-398B-AD18-A5EC-74A0055219F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F13443D-C281-3EA2-CCC6-73EA78844DDE}"/>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984F4326-ADE9-78C2-04CF-FE67F7BB3E4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F89EBD5-A32D-3C33-4870-25C1C338363D}"/>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423291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0929D-03F9-E537-2E8A-9F8BFB01F5CA}"/>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E1BF7F05-07BC-EEC6-B626-3523B11C9C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433C7FE-9181-F1BA-519D-FBD7BA30250F}"/>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CC7C3D46-D58A-7F81-D27F-51357837AD2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D9A4F52-A129-EDB7-4D6C-CA3F9D8F4D5D}"/>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4104685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08EEC2-DE8C-E23E-48EA-BE406345777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5C19DF7-DC83-3309-A479-391C48E70FB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D6217DA9-5EFB-6D66-B55F-08FE1177CC0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6172C7E7-E619-4BBE-5196-D89CDAC026C4}"/>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6" name="Fußzeilenplatzhalter 5">
            <a:extLst>
              <a:ext uri="{FF2B5EF4-FFF2-40B4-BE49-F238E27FC236}">
                <a16:creationId xmlns:a16="http://schemas.microsoft.com/office/drawing/2014/main" id="{B2C5521D-4001-3BC2-5940-FD91CC11A97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97D7A5C-81E6-A293-2EA9-05C7F82A323C}"/>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3209260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7A811F-6E69-E630-6149-947F43A1765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C2821D5E-C1F3-B1E9-C7FD-68EDEBDD8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542A63F-4FDF-3EC1-DEFC-A90C8E5A9E6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E49F2B4A-50C6-3961-19CB-30A84E0D71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D6C721A-BEB4-70C1-A036-6965832ECA3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6DBB492B-B628-225C-D528-4F2567EC7D66}"/>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8" name="Fußzeilenplatzhalter 7">
            <a:extLst>
              <a:ext uri="{FF2B5EF4-FFF2-40B4-BE49-F238E27FC236}">
                <a16:creationId xmlns:a16="http://schemas.microsoft.com/office/drawing/2014/main" id="{C18C6A2A-7CD1-7D0E-7AC2-5C670A61ECE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FA9DB74-D83C-DC04-4119-A4CD1B22C02B}"/>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46519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F1D1F8-A291-4BC9-1E8F-DE373F5BAAE9}"/>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B998BD8D-D6A6-35F5-D3CB-CC810B3C8F19}"/>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4" name="Fußzeilenplatzhalter 3">
            <a:extLst>
              <a:ext uri="{FF2B5EF4-FFF2-40B4-BE49-F238E27FC236}">
                <a16:creationId xmlns:a16="http://schemas.microsoft.com/office/drawing/2014/main" id="{421B3627-E955-9C51-B611-5A0FE01F0B7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CC9FE69E-FBEE-F917-AE94-71DE58B3D4D6}"/>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3843932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B6D8BC9-0879-AC7F-47DD-33D50958786C}"/>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3" name="Fußzeilenplatzhalter 2">
            <a:extLst>
              <a:ext uri="{FF2B5EF4-FFF2-40B4-BE49-F238E27FC236}">
                <a16:creationId xmlns:a16="http://schemas.microsoft.com/office/drawing/2014/main" id="{0CA8ACD3-15F1-7202-00DB-BFD435BF0639}"/>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440F0B2-9EE4-6A07-E541-7B6D8119942A}"/>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3197157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C197D9-8999-2B26-98B3-2141983CAF7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A5F1E20E-5705-2960-CB2C-7D5509C55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C3ABC924-2555-8F6E-D75F-2E66C47E4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9A4FB68-4B05-0BF2-1D91-E498F3C38A3F}"/>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6" name="Fußzeilenplatzhalter 5">
            <a:extLst>
              <a:ext uri="{FF2B5EF4-FFF2-40B4-BE49-F238E27FC236}">
                <a16:creationId xmlns:a16="http://schemas.microsoft.com/office/drawing/2014/main" id="{37A7934F-164B-F5D6-3518-C46A9B5FA6E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1AD86D4-6607-83FD-88B4-F843F994F0C5}"/>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2165503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FB2B33-F833-415D-ADE2-B68653EDE2A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859B274-7C92-BF9A-2CF0-E732B9F488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940260F-243E-7DF4-63A8-C4F953D9AA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0E7843-899A-03E0-A05C-A3A92B94B018}"/>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6" name="Fußzeilenplatzhalter 5">
            <a:extLst>
              <a:ext uri="{FF2B5EF4-FFF2-40B4-BE49-F238E27FC236}">
                <a16:creationId xmlns:a16="http://schemas.microsoft.com/office/drawing/2014/main" id="{6B810458-21EE-F483-1418-D71F9615C7D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45100C3-030B-5F1F-1256-04641572AEC7}"/>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1479230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E54AED-F319-1DF6-D770-7A17B3AD95A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BCB964E0-4B9E-8003-F86B-DB4FBCEC2B8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23DADA8-6B50-BE54-E396-61F681B4B964}"/>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E390A5CF-7081-A525-DEB2-C00A9EDDE63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CBFF214-B343-25B3-6AC8-D9D1DCC21D4C}"/>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3032921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6A4D3C6-216E-F8C9-5566-F1BEAB7F989A}"/>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5BE1C54B-C4FD-3ED6-7D51-B070FBF6323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DCE1F63-BE92-4644-1DAC-037AFC430DA1}"/>
              </a:ext>
            </a:extLst>
          </p:cNvPr>
          <p:cNvSpPr>
            <a:spLocks noGrp="1"/>
          </p:cNvSpPr>
          <p:nvPr>
            <p:ph type="dt" sz="half" idx="10"/>
          </p:nvPr>
        </p:nvSpPr>
        <p:spPr/>
        <p:txBody>
          <a:body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2346E085-3508-5B62-A716-B4A71FA9759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6DE5A41-B790-EE59-980D-E8D17298D1D3}"/>
              </a:ext>
            </a:extLst>
          </p:cNvPr>
          <p:cNvSpPr>
            <a:spLocks noGrp="1"/>
          </p:cNvSpPr>
          <p:nvPr>
            <p:ph type="sldNum" sz="quarter" idx="12"/>
          </p:nvPr>
        </p:nvSpPr>
        <p:spPr/>
        <p:txBody>
          <a:bodyPr/>
          <a:lstStyle/>
          <a:p>
            <a:fld id="{527601C7-F8AB-4675-B80F-1AE83AE71AC1}" type="slidenum">
              <a:rPr lang="de-DE" smtClean="0"/>
              <a:t>‹Nr.›</a:t>
            </a:fld>
            <a:endParaRPr lang="de-DE"/>
          </a:p>
        </p:txBody>
      </p:sp>
    </p:spTree>
    <p:extLst>
      <p:ext uri="{BB962C8B-B14F-4D97-AF65-F5344CB8AC3E}">
        <p14:creationId xmlns:p14="http://schemas.microsoft.com/office/powerpoint/2010/main" val="38963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218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1234759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2468179373"/>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877691278"/>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59425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97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85759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094943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959572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03367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57022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169868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68666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7954682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819342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569996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070610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6529182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85037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4957123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0652589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9330330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7316309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522911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0436754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1244054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9080262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741191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2203212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7278874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936715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795812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1802395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29524958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531710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613055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982960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5873600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9464761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848602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2892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635041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142920758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5552503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1061591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384235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8059969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776158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594514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050807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48328256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960389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6314766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821904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104878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1801235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247457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6810240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549469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309630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6278274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44988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866822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917609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22139517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361790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48377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001530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814149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0820130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8126064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646982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10572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33457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7448787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781884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534798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84273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7239080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0821186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0599418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582226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7358353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88983341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85668372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7927584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4767185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6058746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5400062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1487946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9932932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2136652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5189950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9832878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9095902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8985606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2843996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0722881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4088098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6094891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6056468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5365861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27932606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29923135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160625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9436380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427661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0761305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2698343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3363736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3768515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8718579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44343784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6876954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9104334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3437682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3358320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366749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954396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53524765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14574590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25051158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9669223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5743880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4766596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60564367"/>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6337331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273155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869560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3210581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55292269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202599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7087402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928804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7775392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4135455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6707008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86772300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9875084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3513334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7831512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8360722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6695008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01484815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3019820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0704639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2972914861"/>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167051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47664618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59618180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48902047"/>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9244885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51418018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5774146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069783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3087161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49224192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194100935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61258357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1171320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73852808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427757607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95367657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16054797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43666561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366195141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03083281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18389973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74978656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43085982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6783550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13904156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82427965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22295995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31530563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55753032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53832036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101184806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61251429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193795746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28115822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16815701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141651630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86287990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13977526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83998048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282574128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18795292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4246624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6990417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93670121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69964192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14848960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67093584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6473986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244990978"/>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474149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65011201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43054921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208766987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08458614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3646024606"/>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43301039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1386169463"/>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3159560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6757446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8517025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7462447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126747536"/>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64863996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421840694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4192430967"/>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43411390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34574679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94573678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02599745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93611679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69408344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68415714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5781805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74611294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97134577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63539725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66084299"/>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84039611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8356121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4123875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8718201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19320974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28734243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5D8EBEE-94C7-9161-B38B-0C0B0366DD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8E786ED-997B-0259-12E3-B3DC04227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DB355E9-5007-5542-E95C-CA2F6D727C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CFD664-BF86-44E4-9FD4-0ADE430A0E77}" type="datetimeFigureOut">
              <a:rPr lang="de-DE" smtClean="0"/>
              <a:t>25.08.2023</a:t>
            </a:fld>
            <a:endParaRPr lang="de-DE"/>
          </a:p>
        </p:txBody>
      </p:sp>
      <p:sp>
        <p:nvSpPr>
          <p:cNvPr id="5" name="Fußzeilenplatzhalter 4">
            <a:extLst>
              <a:ext uri="{FF2B5EF4-FFF2-40B4-BE49-F238E27FC236}">
                <a16:creationId xmlns:a16="http://schemas.microsoft.com/office/drawing/2014/main" id="{45DD5971-145E-ED56-5BDD-B8C32A2A81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B85FFE42-D765-4961-1C98-3EEF2A22F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7601C7-F8AB-4675-B80F-1AE83AE71AC1}" type="slidenum">
              <a:rPr lang="de-DE" smtClean="0"/>
              <a:t>‹Nr.›</a:t>
            </a:fld>
            <a:endParaRPr lang="de-DE"/>
          </a:p>
        </p:txBody>
      </p:sp>
    </p:spTree>
    <p:extLst>
      <p:ext uri="{BB962C8B-B14F-4D97-AF65-F5344CB8AC3E}">
        <p14:creationId xmlns:p14="http://schemas.microsoft.com/office/powerpoint/2010/main" val="148263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8010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00189" y="4169795"/>
            <a:ext cx="5612248" cy="66697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Speichern von Änderungen zusammen mit vielen Entwicklern</a:t>
            </a:r>
          </a:p>
        </p:txBody>
      </p:sp>
      <p:sp>
        <p:nvSpPr>
          <p:cNvPr id="20" name="TextBox 19">
            <a:extLst>
              <a:ext uri="{FF2B5EF4-FFF2-40B4-BE49-F238E27FC236}">
                <a16:creationId xmlns:a16="http://schemas.microsoft.com/office/drawing/2014/main" id="{1FD57414-E1D7-4B68-AE57-2C22A4B1A300}"/>
              </a:ext>
            </a:extLst>
          </p:cNvPr>
          <p:cNvSpPr txBox="1"/>
          <p:nvPr/>
        </p:nvSpPr>
        <p:spPr>
          <a:xfrm>
            <a:off x="317667" y="2183820"/>
            <a:ext cx="6894770" cy="1939185"/>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Externe Repositorien einschließen</a:t>
            </a: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Remote Repositorien</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C955"/>
                </a:solidFill>
                <a:effectLst/>
                <a:uLnTx/>
                <a:uFillTx/>
                <a:latin typeface="Source Sans Pro Black"/>
                <a:ea typeface="+mn-ea"/>
                <a:cs typeface="+mn-cs"/>
              </a:rPr>
              <a:t>Grundlagen</a:t>
            </a: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467800"/>
            <a:ext cx="3810001" cy="1405256"/>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Submodule</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Subtrees</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Auswahl zwischen Submodulen und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Subtrees</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16.08.2023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Submodule</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654696"/>
            <a:ext cx="6738730" cy="378565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sind Submodule eine Möglichkeit, externe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 ein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Hauptrepository</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einzubinden. Submodule ermöglichen es, andere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innerhalb eines übergeordneten Projekts zu verwenden, ohne die gesamte Historie und alle Dateien des eingebundenen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zu kopieren. Stattdessen wird ein Verweis auf das externe Repository und einen bestimmten Commit innerhalb dieses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im übergeordneten Repository gespeichert.</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440348"/>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Submodule</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936740"/>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34780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7E4D0D6D-465D-E3D5-2DD4-6C2D7D094DB2}"/>
              </a:ext>
            </a:extLst>
          </p:cNvPr>
          <p:cNvPicPr>
            <a:picLocks noChangeAspect="1"/>
          </p:cNvPicPr>
          <p:nvPr/>
        </p:nvPicPr>
        <p:blipFill>
          <a:blip r:embed="rId2"/>
          <a:stretch>
            <a:fillRect/>
          </a:stretch>
        </p:blipFill>
        <p:spPr>
          <a:xfrm>
            <a:off x="389396" y="1340557"/>
            <a:ext cx="11413207" cy="4176886"/>
          </a:xfrm>
          <a:prstGeom prst="rect">
            <a:avLst/>
          </a:prstGeom>
        </p:spPr>
      </p:pic>
    </p:spTree>
    <p:extLst>
      <p:ext uri="{BB962C8B-B14F-4D97-AF65-F5344CB8AC3E}">
        <p14:creationId xmlns:p14="http://schemas.microsoft.com/office/powerpoint/2010/main" val="3445013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22C377F-D99D-A12D-D107-A84D3EBEDCA6}"/>
              </a:ext>
            </a:extLst>
          </p:cNvPr>
          <p:cNvPicPr>
            <a:picLocks noChangeAspect="1"/>
          </p:cNvPicPr>
          <p:nvPr/>
        </p:nvPicPr>
        <p:blipFill>
          <a:blip r:embed="rId2"/>
          <a:stretch>
            <a:fillRect/>
          </a:stretch>
        </p:blipFill>
        <p:spPr>
          <a:xfrm>
            <a:off x="1131671" y="1284561"/>
            <a:ext cx="9928657" cy="4288878"/>
          </a:xfrm>
          <a:prstGeom prst="rect">
            <a:avLst/>
          </a:prstGeom>
        </p:spPr>
      </p:pic>
    </p:spTree>
    <p:extLst>
      <p:ext uri="{BB962C8B-B14F-4D97-AF65-F5344CB8AC3E}">
        <p14:creationId xmlns:p14="http://schemas.microsoft.com/office/powerpoint/2010/main" val="2849916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F8238DF3-31C3-6D69-114C-9AA82DABA496}"/>
              </a:ext>
            </a:extLst>
          </p:cNvPr>
          <p:cNvPicPr>
            <a:picLocks noChangeAspect="1"/>
          </p:cNvPicPr>
          <p:nvPr/>
        </p:nvPicPr>
        <p:blipFill>
          <a:blip r:embed="rId2"/>
          <a:stretch>
            <a:fillRect/>
          </a:stretch>
        </p:blipFill>
        <p:spPr>
          <a:xfrm>
            <a:off x="408746" y="1646994"/>
            <a:ext cx="11374507" cy="3564012"/>
          </a:xfrm>
          <a:prstGeom prst="rect">
            <a:avLst/>
          </a:prstGeom>
        </p:spPr>
      </p:pic>
    </p:spTree>
    <p:extLst>
      <p:ext uri="{BB962C8B-B14F-4D97-AF65-F5344CB8AC3E}">
        <p14:creationId xmlns:p14="http://schemas.microsoft.com/office/powerpoint/2010/main" val="4250747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84543" y="1720840"/>
            <a:ext cx="4775201"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Erstellen Sie nun jeweils ein neues Projekt und binden hier das letzte Projekt als Submodule ein</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285761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Subtrees</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9392105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654696"/>
            <a:ext cx="6738730" cy="378565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Subtrees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sind eine Methode, um den Inhalt eines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als Unterverzeichnis in ein anderes Repository zu integrieren. Im Gegensatz zu Submodulen, die auf externe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verweisen, werden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Subtrees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direkt in das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Hauptrepository</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eingebunden. Sie ermöglichen es, den Inhalt eines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 einen bestimmten Ordner eines anderen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zu kopieren, während die Historie und die Verbindung zum ursprünglichen Repository erhalten bleiben.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440348"/>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Subtree</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936740"/>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23331330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BA89B9D1-8E6F-012D-E344-F5436A04E1F6}"/>
              </a:ext>
            </a:extLst>
          </p:cNvPr>
          <p:cNvPicPr>
            <a:picLocks noChangeAspect="1"/>
          </p:cNvPicPr>
          <p:nvPr/>
        </p:nvPicPr>
        <p:blipFill>
          <a:blip r:embed="rId2"/>
          <a:stretch>
            <a:fillRect/>
          </a:stretch>
        </p:blipFill>
        <p:spPr>
          <a:xfrm>
            <a:off x="360680" y="1397741"/>
            <a:ext cx="11470640" cy="4062518"/>
          </a:xfrm>
          <a:prstGeom prst="rect">
            <a:avLst/>
          </a:prstGeom>
        </p:spPr>
      </p:pic>
    </p:spTree>
    <p:extLst>
      <p:ext uri="{BB962C8B-B14F-4D97-AF65-F5344CB8AC3E}">
        <p14:creationId xmlns:p14="http://schemas.microsoft.com/office/powerpoint/2010/main" val="2944604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3FB0E50-F5A4-180F-004C-0461EA6F8C8B}"/>
              </a:ext>
            </a:extLst>
          </p:cNvPr>
          <p:cNvPicPr>
            <a:picLocks noChangeAspect="1"/>
          </p:cNvPicPr>
          <p:nvPr/>
        </p:nvPicPr>
        <p:blipFill>
          <a:blip r:embed="rId2"/>
          <a:stretch>
            <a:fillRect/>
          </a:stretch>
        </p:blipFill>
        <p:spPr>
          <a:xfrm>
            <a:off x="269240" y="2196850"/>
            <a:ext cx="11653520" cy="2464299"/>
          </a:xfrm>
          <a:prstGeom prst="rect">
            <a:avLst/>
          </a:prstGeom>
        </p:spPr>
      </p:pic>
    </p:spTree>
    <p:extLst>
      <p:ext uri="{BB962C8B-B14F-4D97-AF65-F5344CB8AC3E}">
        <p14:creationId xmlns:p14="http://schemas.microsoft.com/office/powerpoint/2010/main" val="3122535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39590" y="1989976"/>
            <a:ext cx="6738730" cy="3046988"/>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Subtrees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können hilfreich sein, um den Inhalt eines externen Projekts in dein Hauptprojekt zu integrieren, während du gleichzeitig die Flexibilität behältst, das externe Projekt und dein Hauptprojekt getrennt zu verwalten.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Subtrees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sind oft eine gute Option, wenn du den Inhalt eines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benötigst, aber keine separaten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als Submodule verwalten möchtest.</a:t>
            </a:r>
          </a:p>
        </p:txBody>
      </p:sp>
      <p:sp>
        <p:nvSpPr>
          <p:cNvPr id="9" name="TextBox 8">
            <a:extLst>
              <a:ext uri="{FF2B5EF4-FFF2-40B4-BE49-F238E27FC236}">
                <a16:creationId xmlns:a16="http://schemas.microsoft.com/office/drawing/2014/main" id="{E7B99E75-A942-4785-87F6-968B84719648}"/>
              </a:ext>
            </a:extLst>
          </p:cNvPr>
          <p:cNvSpPr txBox="1"/>
          <p:nvPr/>
        </p:nvSpPr>
        <p:spPr>
          <a:xfrm>
            <a:off x="2072116" y="5214203"/>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Subtree</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167120" y="1272020"/>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63181157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84543" y="1720840"/>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Erstellen Sie nun ein neues Projekt und bauen Sie hier ein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Subtree</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ein</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1384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Auswahl zwischen Submodulen und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Subtrees</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4939277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59FC21-BFC7-499C-AF8C-2E89CF56BF1D}"/>
              </a:ext>
            </a:extLst>
          </p:cNvPr>
          <p:cNvSpPr/>
          <p:nvPr/>
        </p:nvSpPr>
        <p:spPr>
          <a:xfrm>
            <a:off x="609600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TextBox 3">
            <a:extLst>
              <a:ext uri="{FF2B5EF4-FFF2-40B4-BE49-F238E27FC236}">
                <a16:creationId xmlns:a16="http://schemas.microsoft.com/office/drawing/2014/main" id="{10C80821-88F8-4154-A2E5-1D83A2AEFB98}"/>
              </a:ext>
            </a:extLst>
          </p:cNvPr>
          <p:cNvSpPr txBox="1"/>
          <p:nvPr/>
        </p:nvSpPr>
        <p:spPr>
          <a:xfrm>
            <a:off x="711200" y="2167116"/>
            <a:ext cx="4526692" cy="3170099"/>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000" b="1" i="0" u="none" strike="noStrike" kern="1200" cap="none" spc="0" normalizeH="0" baseline="0" noProof="0" dirty="0">
                <a:ln>
                  <a:noFill/>
                </a:ln>
                <a:solidFill>
                  <a:srgbClr val="FFFFFF"/>
                </a:solidFill>
                <a:effectLst/>
                <a:uLnTx/>
                <a:uFillTx/>
                <a:latin typeface="Source Sans Pro Black"/>
                <a:ea typeface="+mn-ea"/>
                <a:cs typeface="+mn-cs"/>
              </a:rPr>
              <a:t>Welche Variante eignet sich in welchem Szenario mehr… Diskutieren Sie</a:t>
            </a:r>
          </a:p>
        </p:txBody>
      </p:sp>
      <p:sp>
        <p:nvSpPr>
          <p:cNvPr id="5" name="TextBox 4">
            <a:extLst>
              <a:ext uri="{FF2B5EF4-FFF2-40B4-BE49-F238E27FC236}">
                <a16:creationId xmlns:a16="http://schemas.microsoft.com/office/drawing/2014/main" id="{D663DDAE-A3E0-4006-A14F-75583D8C4086}"/>
              </a:ext>
            </a:extLst>
          </p:cNvPr>
          <p:cNvSpPr txBox="1"/>
          <p:nvPr/>
        </p:nvSpPr>
        <p:spPr>
          <a:xfrm>
            <a:off x="8026400" y="1279695"/>
            <a:ext cx="2235200" cy="4329647"/>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rPr>
              <a:t>?</a:t>
            </a:r>
            <a:endParaRPr kumimoji="0" lang="uk-UA"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endParaRPr>
          </a:p>
        </p:txBody>
      </p:sp>
      <p:cxnSp>
        <p:nvCxnSpPr>
          <p:cNvPr id="8" name="Straight Connector 7">
            <a:extLst>
              <a:ext uri="{FF2B5EF4-FFF2-40B4-BE49-F238E27FC236}">
                <a16:creationId xmlns:a16="http://schemas.microsoft.com/office/drawing/2014/main" id="{D6A577BE-0B81-4A3F-8C26-EAAF72E9EF0D}"/>
              </a:ext>
            </a:extLst>
          </p:cNvPr>
          <p:cNvCxnSpPr>
            <a:cxnSpLocks/>
          </p:cNvCxnSpPr>
          <p:nvPr/>
        </p:nvCxnSpPr>
        <p:spPr>
          <a:xfrm>
            <a:off x="11277600" y="3429000"/>
            <a:ext cx="914400" cy="0"/>
          </a:xfrm>
          <a:prstGeom prst="line">
            <a:avLst/>
          </a:prstGeom>
          <a:ln w="3810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024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8CC38F-6EB8-49DA-9CA9-8F7C2A1E789C}"/>
              </a:ext>
            </a:extLst>
          </p:cNvPr>
          <p:cNvSpPr/>
          <p:nvPr/>
        </p:nvSpPr>
        <p:spPr>
          <a:xfrm>
            <a:off x="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Freeform 15">
            <a:extLst>
              <a:ext uri="{FF2B5EF4-FFF2-40B4-BE49-F238E27FC236}">
                <a16:creationId xmlns:a16="http://schemas.microsoft.com/office/drawing/2014/main" id="{3C5B59F0-5303-4DCB-96DC-27ECDC3CF9D6}"/>
              </a:ext>
            </a:extLst>
          </p:cNvPr>
          <p:cNvSpPr>
            <a:spLocks noEditPoints="1"/>
          </p:cNvSpPr>
          <p:nvPr/>
        </p:nvSpPr>
        <p:spPr bwMode="auto">
          <a:xfrm>
            <a:off x="1625600" y="2006600"/>
            <a:ext cx="2844800" cy="2844800"/>
          </a:xfrm>
          <a:custGeom>
            <a:avLst/>
            <a:gdLst>
              <a:gd name="T0" fmla="*/ 144 w 176"/>
              <a:gd name="T1" fmla="*/ 88 h 176"/>
              <a:gd name="T2" fmla="*/ 152 w 176"/>
              <a:gd name="T3" fmla="*/ 88 h 176"/>
              <a:gd name="T4" fmla="*/ 60 w 176"/>
              <a:gd name="T5" fmla="*/ 136 h 176"/>
              <a:gd name="T6" fmla="*/ 56 w 176"/>
              <a:gd name="T7" fmla="*/ 143 h 176"/>
              <a:gd name="T8" fmla="*/ 60 w 176"/>
              <a:gd name="T9" fmla="*/ 136 h 176"/>
              <a:gd name="T10" fmla="*/ 33 w 176"/>
              <a:gd name="T11" fmla="*/ 120 h 176"/>
              <a:gd name="T12" fmla="*/ 40 w 176"/>
              <a:gd name="T13" fmla="*/ 116 h 176"/>
              <a:gd name="T14" fmla="*/ 56 w 176"/>
              <a:gd name="T15" fmla="*/ 33 h 176"/>
              <a:gd name="T16" fmla="*/ 60 w 176"/>
              <a:gd name="T17" fmla="*/ 40 h 176"/>
              <a:gd name="T18" fmla="*/ 56 w 176"/>
              <a:gd name="T19" fmla="*/ 33 h 176"/>
              <a:gd name="T20" fmla="*/ 24 w 176"/>
              <a:gd name="T21" fmla="*/ 88 h 176"/>
              <a:gd name="T22" fmla="*/ 32 w 176"/>
              <a:gd name="T23" fmla="*/ 88 h 176"/>
              <a:gd name="T24" fmla="*/ 116 w 176"/>
              <a:gd name="T25" fmla="*/ 40 h 176"/>
              <a:gd name="T26" fmla="*/ 120 w 176"/>
              <a:gd name="T27" fmla="*/ 33 h 176"/>
              <a:gd name="T28" fmla="*/ 116 w 176"/>
              <a:gd name="T29" fmla="*/ 40 h 176"/>
              <a:gd name="T30" fmla="*/ 33 w 176"/>
              <a:gd name="T31" fmla="*/ 56 h 176"/>
              <a:gd name="T32" fmla="*/ 40 w 176"/>
              <a:gd name="T33" fmla="*/ 60 h 176"/>
              <a:gd name="T34" fmla="*/ 142 w 176"/>
              <a:gd name="T35" fmla="*/ 115 h 176"/>
              <a:gd name="T36" fmla="*/ 138 w 176"/>
              <a:gd name="T37" fmla="*/ 121 h 176"/>
              <a:gd name="T38" fmla="*/ 142 w 176"/>
              <a:gd name="T39" fmla="*/ 115 h 176"/>
              <a:gd name="T40" fmla="*/ 84 w 176"/>
              <a:gd name="T41" fmla="*/ 148 h 176"/>
              <a:gd name="T42" fmla="*/ 92 w 176"/>
              <a:gd name="T43" fmla="*/ 148 h 176"/>
              <a:gd name="T44" fmla="*/ 138 w 176"/>
              <a:gd name="T45" fmla="*/ 55 h 176"/>
              <a:gd name="T46" fmla="*/ 142 w 176"/>
              <a:gd name="T47" fmla="*/ 61 h 176"/>
              <a:gd name="T48" fmla="*/ 138 w 176"/>
              <a:gd name="T49" fmla="*/ 55 h 176"/>
              <a:gd name="T50" fmla="*/ 103 w 176"/>
              <a:gd name="T51" fmla="*/ 84 h 176"/>
              <a:gd name="T52" fmla="*/ 92 w 176"/>
              <a:gd name="T53" fmla="*/ 28 h 176"/>
              <a:gd name="T54" fmla="*/ 84 w 176"/>
              <a:gd name="T55" fmla="*/ 28 h 176"/>
              <a:gd name="T56" fmla="*/ 72 w 176"/>
              <a:gd name="T57" fmla="*/ 88 h 176"/>
              <a:gd name="T58" fmla="*/ 103 w 176"/>
              <a:gd name="T59" fmla="*/ 92 h 176"/>
              <a:gd name="T60" fmla="*/ 128 w 176"/>
              <a:gd name="T61" fmla="*/ 88 h 176"/>
              <a:gd name="T62" fmla="*/ 88 w 176"/>
              <a:gd name="T63" fmla="*/ 96 h 176"/>
              <a:gd name="T64" fmla="*/ 88 w 176"/>
              <a:gd name="T65" fmla="*/ 80 h 176"/>
              <a:gd name="T66" fmla="*/ 88 w 176"/>
              <a:gd name="T67" fmla="*/ 96 h 176"/>
              <a:gd name="T68" fmla="*/ 115 w 176"/>
              <a:gd name="T69" fmla="*/ 142 h 176"/>
              <a:gd name="T70" fmla="*/ 121 w 176"/>
              <a:gd name="T71" fmla="*/ 138 h 176"/>
              <a:gd name="T72" fmla="*/ 88 w 176"/>
              <a:gd name="T73" fmla="*/ 0 h 176"/>
              <a:gd name="T74" fmla="*/ 88 w 176"/>
              <a:gd name="T75" fmla="*/ 176 h 176"/>
              <a:gd name="T76" fmla="*/ 88 w 176"/>
              <a:gd name="T77" fmla="*/ 0 h 176"/>
              <a:gd name="T78" fmla="*/ 8 w 176"/>
              <a:gd name="T79" fmla="*/ 88 h 176"/>
              <a:gd name="T80" fmla="*/ 168 w 176"/>
              <a:gd name="T81"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176">
                <a:moveTo>
                  <a:pt x="148" y="84"/>
                </a:moveTo>
                <a:cubicBezTo>
                  <a:pt x="146" y="84"/>
                  <a:pt x="144" y="86"/>
                  <a:pt x="144" y="88"/>
                </a:cubicBezTo>
                <a:cubicBezTo>
                  <a:pt x="144" y="90"/>
                  <a:pt x="146" y="92"/>
                  <a:pt x="148" y="92"/>
                </a:cubicBezTo>
                <a:cubicBezTo>
                  <a:pt x="150" y="92"/>
                  <a:pt x="152" y="90"/>
                  <a:pt x="152" y="88"/>
                </a:cubicBezTo>
                <a:cubicBezTo>
                  <a:pt x="152" y="86"/>
                  <a:pt x="150" y="84"/>
                  <a:pt x="148" y="84"/>
                </a:cubicBezTo>
                <a:moveTo>
                  <a:pt x="60" y="136"/>
                </a:moveTo>
                <a:cubicBezTo>
                  <a:pt x="58" y="135"/>
                  <a:pt x="56" y="136"/>
                  <a:pt x="55" y="138"/>
                </a:cubicBezTo>
                <a:cubicBezTo>
                  <a:pt x="53" y="140"/>
                  <a:pt x="54" y="142"/>
                  <a:pt x="56" y="143"/>
                </a:cubicBezTo>
                <a:cubicBezTo>
                  <a:pt x="58" y="145"/>
                  <a:pt x="60" y="144"/>
                  <a:pt x="61" y="142"/>
                </a:cubicBezTo>
                <a:cubicBezTo>
                  <a:pt x="63" y="140"/>
                  <a:pt x="62" y="138"/>
                  <a:pt x="60" y="136"/>
                </a:cubicBezTo>
                <a:moveTo>
                  <a:pt x="34" y="115"/>
                </a:moveTo>
                <a:cubicBezTo>
                  <a:pt x="32" y="116"/>
                  <a:pt x="31" y="118"/>
                  <a:pt x="33" y="120"/>
                </a:cubicBezTo>
                <a:cubicBezTo>
                  <a:pt x="34" y="122"/>
                  <a:pt x="36" y="123"/>
                  <a:pt x="38" y="121"/>
                </a:cubicBezTo>
                <a:cubicBezTo>
                  <a:pt x="40" y="120"/>
                  <a:pt x="41" y="118"/>
                  <a:pt x="40" y="116"/>
                </a:cubicBezTo>
                <a:cubicBezTo>
                  <a:pt x="38" y="114"/>
                  <a:pt x="36" y="113"/>
                  <a:pt x="34" y="115"/>
                </a:cubicBezTo>
                <a:moveTo>
                  <a:pt x="56" y="33"/>
                </a:moveTo>
                <a:cubicBezTo>
                  <a:pt x="54" y="34"/>
                  <a:pt x="53" y="36"/>
                  <a:pt x="55" y="38"/>
                </a:cubicBezTo>
                <a:cubicBezTo>
                  <a:pt x="56" y="40"/>
                  <a:pt x="58" y="41"/>
                  <a:pt x="60" y="40"/>
                </a:cubicBezTo>
                <a:cubicBezTo>
                  <a:pt x="62" y="38"/>
                  <a:pt x="63" y="36"/>
                  <a:pt x="61" y="34"/>
                </a:cubicBezTo>
                <a:cubicBezTo>
                  <a:pt x="60" y="32"/>
                  <a:pt x="58" y="31"/>
                  <a:pt x="56" y="33"/>
                </a:cubicBezTo>
                <a:moveTo>
                  <a:pt x="28" y="84"/>
                </a:moveTo>
                <a:cubicBezTo>
                  <a:pt x="26" y="84"/>
                  <a:pt x="24" y="86"/>
                  <a:pt x="24" y="88"/>
                </a:cubicBezTo>
                <a:cubicBezTo>
                  <a:pt x="24" y="90"/>
                  <a:pt x="26" y="92"/>
                  <a:pt x="28" y="92"/>
                </a:cubicBezTo>
                <a:cubicBezTo>
                  <a:pt x="30" y="92"/>
                  <a:pt x="32" y="90"/>
                  <a:pt x="32" y="88"/>
                </a:cubicBezTo>
                <a:cubicBezTo>
                  <a:pt x="32" y="86"/>
                  <a:pt x="30" y="84"/>
                  <a:pt x="28" y="84"/>
                </a:cubicBezTo>
                <a:moveTo>
                  <a:pt x="116" y="40"/>
                </a:moveTo>
                <a:cubicBezTo>
                  <a:pt x="118" y="41"/>
                  <a:pt x="120" y="40"/>
                  <a:pt x="121" y="38"/>
                </a:cubicBezTo>
                <a:cubicBezTo>
                  <a:pt x="123" y="36"/>
                  <a:pt x="122" y="34"/>
                  <a:pt x="120" y="33"/>
                </a:cubicBezTo>
                <a:cubicBezTo>
                  <a:pt x="118" y="31"/>
                  <a:pt x="116" y="32"/>
                  <a:pt x="115" y="34"/>
                </a:cubicBezTo>
                <a:cubicBezTo>
                  <a:pt x="113" y="36"/>
                  <a:pt x="114" y="38"/>
                  <a:pt x="116" y="40"/>
                </a:cubicBezTo>
                <a:moveTo>
                  <a:pt x="38" y="55"/>
                </a:moveTo>
                <a:cubicBezTo>
                  <a:pt x="36" y="53"/>
                  <a:pt x="34" y="54"/>
                  <a:pt x="33" y="56"/>
                </a:cubicBezTo>
                <a:cubicBezTo>
                  <a:pt x="31" y="58"/>
                  <a:pt x="32" y="60"/>
                  <a:pt x="34" y="61"/>
                </a:cubicBezTo>
                <a:cubicBezTo>
                  <a:pt x="36" y="63"/>
                  <a:pt x="38" y="62"/>
                  <a:pt x="40" y="60"/>
                </a:cubicBezTo>
                <a:cubicBezTo>
                  <a:pt x="41" y="58"/>
                  <a:pt x="40" y="56"/>
                  <a:pt x="38" y="55"/>
                </a:cubicBezTo>
                <a:moveTo>
                  <a:pt x="142" y="115"/>
                </a:moveTo>
                <a:cubicBezTo>
                  <a:pt x="140" y="113"/>
                  <a:pt x="138" y="114"/>
                  <a:pt x="137" y="116"/>
                </a:cubicBezTo>
                <a:cubicBezTo>
                  <a:pt x="135" y="118"/>
                  <a:pt x="136" y="120"/>
                  <a:pt x="138" y="121"/>
                </a:cubicBezTo>
                <a:cubicBezTo>
                  <a:pt x="140" y="123"/>
                  <a:pt x="142" y="122"/>
                  <a:pt x="143" y="120"/>
                </a:cubicBezTo>
                <a:cubicBezTo>
                  <a:pt x="145" y="118"/>
                  <a:pt x="144" y="116"/>
                  <a:pt x="142" y="115"/>
                </a:cubicBezTo>
                <a:moveTo>
                  <a:pt x="88" y="144"/>
                </a:moveTo>
                <a:cubicBezTo>
                  <a:pt x="86" y="144"/>
                  <a:pt x="84" y="146"/>
                  <a:pt x="84" y="148"/>
                </a:cubicBezTo>
                <a:cubicBezTo>
                  <a:pt x="84" y="150"/>
                  <a:pt x="86" y="152"/>
                  <a:pt x="88" y="152"/>
                </a:cubicBezTo>
                <a:cubicBezTo>
                  <a:pt x="90" y="152"/>
                  <a:pt x="92" y="150"/>
                  <a:pt x="92" y="148"/>
                </a:cubicBezTo>
                <a:cubicBezTo>
                  <a:pt x="92" y="146"/>
                  <a:pt x="90" y="144"/>
                  <a:pt x="88" y="144"/>
                </a:cubicBezTo>
                <a:moveTo>
                  <a:pt x="138" y="55"/>
                </a:moveTo>
                <a:cubicBezTo>
                  <a:pt x="136" y="56"/>
                  <a:pt x="135" y="58"/>
                  <a:pt x="137" y="60"/>
                </a:cubicBezTo>
                <a:cubicBezTo>
                  <a:pt x="138" y="62"/>
                  <a:pt x="140" y="63"/>
                  <a:pt x="142" y="61"/>
                </a:cubicBezTo>
                <a:cubicBezTo>
                  <a:pt x="144" y="60"/>
                  <a:pt x="145" y="58"/>
                  <a:pt x="143" y="56"/>
                </a:cubicBezTo>
                <a:cubicBezTo>
                  <a:pt x="142" y="54"/>
                  <a:pt x="140" y="53"/>
                  <a:pt x="138" y="55"/>
                </a:cubicBezTo>
                <a:moveTo>
                  <a:pt x="124" y="84"/>
                </a:moveTo>
                <a:cubicBezTo>
                  <a:pt x="103" y="84"/>
                  <a:pt x="103" y="84"/>
                  <a:pt x="103" y="84"/>
                </a:cubicBezTo>
                <a:cubicBezTo>
                  <a:pt x="102" y="78"/>
                  <a:pt x="98" y="74"/>
                  <a:pt x="92" y="73"/>
                </a:cubicBezTo>
                <a:cubicBezTo>
                  <a:pt x="92" y="28"/>
                  <a:pt x="92" y="28"/>
                  <a:pt x="92" y="28"/>
                </a:cubicBezTo>
                <a:cubicBezTo>
                  <a:pt x="92" y="26"/>
                  <a:pt x="90" y="24"/>
                  <a:pt x="88" y="24"/>
                </a:cubicBezTo>
                <a:cubicBezTo>
                  <a:pt x="86" y="24"/>
                  <a:pt x="84" y="26"/>
                  <a:pt x="84" y="28"/>
                </a:cubicBezTo>
                <a:cubicBezTo>
                  <a:pt x="84" y="73"/>
                  <a:pt x="84" y="73"/>
                  <a:pt x="84" y="73"/>
                </a:cubicBezTo>
                <a:cubicBezTo>
                  <a:pt x="77" y="74"/>
                  <a:pt x="72" y="81"/>
                  <a:pt x="72" y="88"/>
                </a:cubicBezTo>
                <a:cubicBezTo>
                  <a:pt x="72" y="97"/>
                  <a:pt x="79" y="104"/>
                  <a:pt x="88" y="104"/>
                </a:cubicBezTo>
                <a:cubicBezTo>
                  <a:pt x="95" y="104"/>
                  <a:pt x="102" y="99"/>
                  <a:pt x="103" y="92"/>
                </a:cubicBezTo>
                <a:cubicBezTo>
                  <a:pt x="124" y="92"/>
                  <a:pt x="124" y="92"/>
                  <a:pt x="124" y="92"/>
                </a:cubicBezTo>
                <a:cubicBezTo>
                  <a:pt x="126" y="92"/>
                  <a:pt x="128" y="90"/>
                  <a:pt x="128" y="88"/>
                </a:cubicBezTo>
                <a:cubicBezTo>
                  <a:pt x="128" y="86"/>
                  <a:pt x="126" y="84"/>
                  <a:pt x="124" y="84"/>
                </a:cubicBezTo>
                <a:moveTo>
                  <a:pt x="88" y="96"/>
                </a:moveTo>
                <a:cubicBezTo>
                  <a:pt x="84" y="96"/>
                  <a:pt x="80" y="92"/>
                  <a:pt x="80" y="88"/>
                </a:cubicBezTo>
                <a:cubicBezTo>
                  <a:pt x="80" y="84"/>
                  <a:pt x="84" y="80"/>
                  <a:pt x="88" y="80"/>
                </a:cubicBezTo>
                <a:cubicBezTo>
                  <a:pt x="92" y="80"/>
                  <a:pt x="96" y="84"/>
                  <a:pt x="96" y="88"/>
                </a:cubicBezTo>
                <a:cubicBezTo>
                  <a:pt x="96" y="92"/>
                  <a:pt x="92" y="96"/>
                  <a:pt x="88" y="96"/>
                </a:cubicBezTo>
                <a:moveTo>
                  <a:pt x="116" y="136"/>
                </a:moveTo>
                <a:cubicBezTo>
                  <a:pt x="114" y="138"/>
                  <a:pt x="113" y="140"/>
                  <a:pt x="115" y="142"/>
                </a:cubicBezTo>
                <a:cubicBezTo>
                  <a:pt x="116" y="144"/>
                  <a:pt x="118" y="145"/>
                  <a:pt x="120" y="143"/>
                </a:cubicBezTo>
                <a:cubicBezTo>
                  <a:pt x="122" y="142"/>
                  <a:pt x="123" y="140"/>
                  <a:pt x="121" y="138"/>
                </a:cubicBezTo>
                <a:cubicBezTo>
                  <a:pt x="120" y="136"/>
                  <a:pt x="118" y="135"/>
                  <a:pt x="116" y="136"/>
                </a:cubicBezTo>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44" y="168"/>
                  <a:pt x="8" y="132"/>
                  <a:pt x="8" y="88"/>
                </a:cubicBezTo>
                <a:cubicBezTo>
                  <a:pt x="8" y="44"/>
                  <a:pt x="44" y="8"/>
                  <a:pt x="88" y="8"/>
                </a:cubicBezTo>
                <a:cubicBezTo>
                  <a:pt x="132" y="8"/>
                  <a:pt x="168" y="44"/>
                  <a:pt x="168" y="88"/>
                </a:cubicBezTo>
                <a:cubicBezTo>
                  <a:pt x="168" y="132"/>
                  <a:pt x="132" y="168"/>
                  <a:pt x="88" y="168"/>
                </a:cubicBezTo>
              </a:path>
            </a:pathLst>
          </a:custGeom>
          <a:gradFill>
            <a:gsLst>
              <a:gs pos="100000">
                <a:schemeClr val="accent4"/>
              </a:gs>
              <a:gs pos="100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 name="TextBox 4">
            <a:extLst>
              <a:ext uri="{FF2B5EF4-FFF2-40B4-BE49-F238E27FC236}">
                <a16:creationId xmlns:a16="http://schemas.microsoft.com/office/drawing/2014/main" id="{054A98F1-1130-4CC8-A347-2274F3BB5B77}"/>
              </a:ext>
            </a:extLst>
          </p:cNvPr>
          <p:cNvSpPr txBox="1"/>
          <p:nvPr/>
        </p:nvSpPr>
        <p:spPr>
          <a:xfrm>
            <a:off x="6902449" y="2196525"/>
            <a:ext cx="4051300"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FFFFFF"/>
                </a:solidFill>
                <a:effectLst/>
                <a:uLnTx/>
                <a:uFillTx/>
                <a:latin typeface="Source Sans Pro Black"/>
                <a:ea typeface="+mn-ea"/>
                <a:cs typeface="+mn-cs"/>
              </a:rPr>
              <a:t>Das Sparen von Zeit und Arbeitsaufwand</a:t>
            </a:r>
          </a:p>
        </p:txBody>
      </p:sp>
      <p:sp>
        <p:nvSpPr>
          <p:cNvPr id="6" name="TextBox 5">
            <a:extLst>
              <a:ext uri="{FF2B5EF4-FFF2-40B4-BE49-F238E27FC236}">
                <a16:creationId xmlns:a16="http://schemas.microsoft.com/office/drawing/2014/main" id="{D3517A2F-DDCF-45C6-AF1C-D8F684C4E045}"/>
              </a:ext>
            </a:extLst>
          </p:cNvPr>
          <p:cNvSpPr txBox="1"/>
          <p:nvPr/>
        </p:nvSpPr>
        <p:spPr>
          <a:xfrm>
            <a:off x="6902449" y="3122594"/>
            <a:ext cx="4051300" cy="1569660"/>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Wie in vielen Dingen ist dies auch hier die größte Frage. Durch welche Variante sparen Sie am meisten Zeit und Arbeitsaufwand. Dies kann niemand direkt im Vorfeld sagen. In der Regel ist es jedoch so das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Subtrees</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nur in besonderen Fällen </a:t>
            </a:r>
            <a:r>
              <a:rPr kumimoji="0" lang="de-DE" sz="1600" b="0" i="0" u="none" strike="noStrike" kern="1200" cap="none" spc="0" normalizeH="0" baseline="0" noProof="0">
                <a:ln>
                  <a:noFill/>
                </a:ln>
                <a:solidFill>
                  <a:srgbClr val="B6B6BD"/>
                </a:solidFill>
                <a:effectLst/>
                <a:uLnTx/>
                <a:uFillTx/>
                <a:latin typeface="Source Sans Pro"/>
                <a:ea typeface="+mn-ea"/>
                <a:cs typeface="+mn-cs"/>
              </a:rPr>
              <a:t>verwendet werden. </a:t>
            </a:r>
            <a:endParaRPr kumimoji="0" lang="de-DE" sz="1600" b="0" i="0" u="none" strike="noStrike" kern="1200" cap="none" spc="0" normalizeH="0" baseline="0" noProof="0" dirty="0">
              <a:ln>
                <a:noFill/>
              </a:ln>
              <a:solidFill>
                <a:srgbClr val="B6B6BD"/>
              </a:solidFill>
              <a:effectLst/>
              <a:uLnTx/>
              <a:uFillTx/>
              <a:latin typeface="Source Sans Pro"/>
              <a:ea typeface="+mn-ea"/>
              <a:cs typeface="+mn-cs"/>
            </a:endParaRPr>
          </a:p>
        </p:txBody>
      </p:sp>
      <p:cxnSp>
        <p:nvCxnSpPr>
          <p:cNvPr id="7" name="Straight Connector 6">
            <a:extLst>
              <a:ext uri="{FF2B5EF4-FFF2-40B4-BE49-F238E27FC236}">
                <a16:creationId xmlns:a16="http://schemas.microsoft.com/office/drawing/2014/main" id="{6BDCB6D4-B524-4F67-80CE-7CD95DB65081}"/>
              </a:ext>
            </a:extLst>
          </p:cNvPr>
          <p:cNvCxnSpPr>
            <a:cxnSpLocks/>
          </p:cNvCxnSpPr>
          <p:nvPr/>
        </p:nvCxnSpPr>
        <p:spPr>
          <a:xfrm>
            <a:off x="0" y="3429000"/>
            <a:ext cx="914400" cy="0"/>
          </a:xfrm>
          <a:prstGeom prst="line">
            <a:avLst/>
          </a:prstGeom>
          <a:ln w="38100">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9190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Words>
  <Application>Microsoft Office PowerPoint</Application>
  <PresentationFormat>Breitbild</PresentationFormat>
  <Paragraphs>41</Paragraphs>
  <Slides>17</Slides>
  <Notes>2</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17</vt:i4>
      </vt:variant>
    </vt:vector>
  </HeadingPairs>
  <TitlesOfParts>
    <vt:vector size="26" baseType="lpstr">
      <vt:lpstr>Arial</vt:lpstr>
      <vt:lpstr>Bebas Neue</vt:lpstr>
      <vt:lpstr>Calibri</vt:lpstr>
      <vt:lpstr>Calibri Light</vt:lpstr>
      <vt:lpstr>Montserrat</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10</cp:revision>
  <dcterms:created xsi:type="dcterms:W3CDTF">2023-08-16T17:35:19Z</dcterms:created>
  <dcterms:modified xsi:type="dcterms:W3CDTF">2023-08-25T11:27:20Z</dcterms:modified>
</cp:coreProperties>
</file>