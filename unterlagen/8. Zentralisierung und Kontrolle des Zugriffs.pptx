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4932" r:id="rId3"/>
    <p:sldId id="4687" r:id="rId4"/>
    <p:sldId id="4698" r:id="rId5"/>
    <p:sldId id="4933" r:id="rId6"/>
    <p:sldId id="4934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292B89-0FED-A49A-30C4-E89E3C5AD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25207B-3C96-98C6-1390-7851EB205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5ACBB2-ABA5-5E9E-807D-5D527605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2810CB-9E7E-4A70-E351-58A97A2D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C8930E-0F8D-0506-8395-980D6332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94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9B4B9-DC15-7BCC-2F9B-B4529200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727E46-67E7-AE80-CEBF-99534FF8E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423395-B816-6AD2-15A4-39C00F72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FEE6DB-8A69-9533-FCAD-54549056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E8D667-C8AF-E532-BB80-7231D6EC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87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27327F-2783-FC99-0686-E527B4C70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0CE06E-F370-3FCE-E0C3-247086678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7B6F44-DA22-529F-6BB8-4A709B7D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63BB93-25D3-8128-303F-56BD3A78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7FD84C-6377-99E1-9764-5F4EB270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55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49BDE-76CE-E7E1-B7D5-250B7C77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A4016D-C841-55D5-72C9-EAD7DF203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CF3B3B-AD12-9982-CDE4-881E52342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09ABCE-8632-5F3A-5E34-897157C7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A1087C-CE53-E61A-DB61-20D12DC5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6B0414-6B17-0114-F8E4-53F38470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189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09E84-E7CC-5E51-5A57-F95C7C36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57E6F7-29EB-28B0-DA35-D7363606E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4F79FE-E094-5E32-A443-AB33A363D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ACF5B1A-397F-B6F3-A3E3-0154B2960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7D8AE83-ADEE-7FF9-309F-232F36B27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C37A9C-FC62-6373-73A3-38D384A4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CA63BF-4FFE-AF30-C1AA-F3F3E337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F40AFC-808A-1BAA-9044-2D9E3A00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10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1FE046-85D1-E3F2-4E2B-7A0FD929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DB2BD1-0045-E9C8-B807-C14B568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94AE9E-B28F-1A38-9D1A-B2303E4E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6281BD-4C68-1644-17DE-D3F9EC7F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195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0BF752-CC02-0F8E-98F4-50B85C4C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0A5345-4513-1953-CBFA-CEE65068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15B42D-B07E-9934-488F-F0172ED4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93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91E18-109E-2541-2E30-46E2D710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A74E78-F458-3827-A807-6808CB378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89BC88-08F8-AF62-3052-8778D9316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FCC84F-D40A-9808-3550-D2D45A67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22B805E-DA8C-B497-1B9E-FCBF61B3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659CBE-8F2F-9CED-5C4C-F0ED515F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58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628FE-8C94-E0DB-8223-F08FCC25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CB2024F-A4FA-C274-6BAB-30031EE39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678A99-C58E-8A1D-BF0F-7CB3D0D90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109CC4-8778-37B4-43C7-A13945DFD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9E8380-4814-7D2B-3D74-C48B9C23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E49C79-9BB9-BDC5-4302-3AA917D3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596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69DE3-0F4C-AC84-835B-F9131C8B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717F93-1FDC-F9A8-078A-F4E8EDAF7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C4C5F2-E645-EFC2-BDBC-E743448B8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EE40F9-40A7-E4C8-1E17-23270D9A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94492A-A9CA-73CA-2F69-E72B3968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2132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167991F-32C4-AA68-54DC-06BF2192F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955D664-7DD0-0511-943A-995407825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63575-2CE7-C3E7-28C4-8A195126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6D3015-2F96-53CC-AA94-58823A49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08BA07-ABB6-0834-2161-9CB67546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3895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177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48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lvl="0" algn="ctr"/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2166857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7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288825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67B5C-981D-4EB5-9AD9-A7105E56543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1067" dirty="0">
                <a:gradFill>
                  <a:gsLst>
                    <a:gs pos="100000">
                      <a:schemeClr val="accent4"/>
                    </a:gs>
                    <a:gs pos="66000">
                      <a:schemeClr val="accent3"/>
                    </a:gs>
                    <a:gs pos="33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7352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99696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10363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089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6426198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3690633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15828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5058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1644BE-9EF6-4F34-8C65-8690D6878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5029200"/>
          </a:xfrm>
          <a:prstGeom prst="roundRect">
            <a:avLst>
              <a:gd name="adj" fmla="val 2021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15914F-FDB1-440C-9E18-D27D586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59488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2426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E83458-DC7C-4F50-8CDD-14D91D0DD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3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43146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5DA946-38B7-47EF-BA99-1AF368615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95942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9342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D6D72D2-9BCC-45A6-A342-781349144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81879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B9D0DDD-5F06-4A50-8692-CADC5FD00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211112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75927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C1C4CB0-E103-4518-BF7B-6A1458F43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717296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2F39605-129A-48D8-8833-9A1C4446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960951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8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83252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8AEAFCC-E5E5-4450-A2D9-6267133D8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484799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0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0940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48338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75101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790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36153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523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42926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289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10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7127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3186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881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CEB6E739-39F9-4E42-B265-0E28996ABE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2017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614D36E-ECF9-42A6-B627-4D2F5657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1444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0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4340772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46AC66E-831B-481E-9DCA-6F38FC2799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51816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779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3D589A9-0690-4D70-AC6B-7E02C9908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D032E74-E98C-4A65-8348-308DC5A57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458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B3C81-37F1-45BE-8A36-6F5B92261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024576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E31C0E-ED7D-4FBC-B3FC-8850A717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034881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01E19A8-58F0-4680-BA37-243AA8D24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6E3EE0B-F4D7-4A15-858C-7B64D9236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485393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B8E2D95-DBF1-4838-AC3D-96F341E8EC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2720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CB9292-A56B-4AF1-9C57-80C7BB9D08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35552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C904EB-B2A2-479C-9B2E-50DCB0CD5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382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D926C8-134F-4B4E-AFA6-422CF4396A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7933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7A03C44-8D2E-4BFD-9CA2-776A82F3D0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4267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1582B-7009-4058-8A5C-E13B6D711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0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E65DF2-591D-4F3E-B1AE-7D36BDC986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942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362819E-B2B5-455B-AA2D-A8DAF1066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337646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4D6CAF51-6BDC-498B-A477-237F7A227F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9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0441955-A97F-4CDA-9F8E-65C8BCEFD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4091CEE-A618-459D-8440-5B817743F9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A2A6811-5688-499E-AFFE-209FF0846F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816AFA0-6B0E-411B-A44B-9433003B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33CACAB-EFD3-4423-A56F-67BF87122A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54B9E96-3F41-4112-B2F2-7C91659C96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9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C02999A-F922-4A21-97D6-ACA30F81B7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7ABEAF5-F661-4B13-AA84-91E5DCACE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883481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B359F9B-D09D-41FC-A8A3-34B107216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7600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0340115-791E-436C-B1D2-4BA0EF313D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7600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7AFE5EF-FFAF-44D0-AE52-53409201E3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9225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9225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66796E9-17FF-4B7C-BBAB-43BCEA9CC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557892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4F61D5AC-6B9A-4E76-9528-AC060A579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86454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82EF3E6-2533-4B75-8BBE-37A72D1F9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6454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9BDB5CE-3845-49A2-B1DD-B21BA2398B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86454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7177F30-49A0-43D7-9750-F6537569B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50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4D7A181-BF2B-4E2C-8DC6-9E9F93789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50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5656422B-2BD1-4349-AEF4-549C487EB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850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5BEF3CE-BE91-482E-9A1D-F323D666EC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836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4CA472E-95A8-43F9-BA68-D9D29CFA58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836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B76B9EDF-B9FA-4D55-9CD3-DC606A7628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836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38378F8-9586-4B0C-A232-3B726BB567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2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BAA4A7E-83F0-4DE1-8058-727D0D550A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822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2D3DF732-700F-4626-B6E5-D4FE7CA7F7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822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27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DE22400-4DFB-4070-BD11-796979D44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1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6B20438-F6EA-44E8-AE9B-E1D8927EDD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4153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4914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167C466-06CA-4316-837F-DE41C6D25B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04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F702DF-314A-48F1-973E-85A0F00953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498764A-68F6-42A7-8513-24CEA7D01C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68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601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2276A54-15F6-49F8-8236-5D53CB3035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81945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0FCA33D-2064-4B79-A05B-33E02F45CC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6577781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3F2EB52-6437-443D-83F2-470160C639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6577781" cy="247200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902970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5D57908-4AFF-424F-A126-737853EA3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68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E22C849-BA60-407D-AF15-5F2874C1B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000" y="3452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EA590BF-BEF4-4611-8EE4-786523DD51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000" y="914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7271631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7030164-06EA-4D37-9C6D-49853C2FD3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52400"/>
            <a:ext cx="700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00E378F-86E7-4993-B91B-1784EE997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5600" y="914400"/>
            <a:ext cx="3312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C91ED1-A8F9-42ED-8B48-4C35826597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3487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7B720D8-3A04-4E2B-8D9E-02FDA88BF5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52000" y="914400"/>
            <a:ext cx="346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41775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601" y="3452400"/>
            <a:ext cx="78480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9F64A6-006D-4964-ADA8-191336165E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3452400"/>
            <a:ext cx="2515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E1F1C57-80A2-45AD-980A-D7B8D6595E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399" y="914400"/>
            <a:ext cx="5308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40069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195AC3-CE2F-4B7C-9152-7B81DB7FC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2456565"/>
            <a:ext cx="4216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EAB607D-A34C-4A17-ACEF-CD3480C6B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9199" y="914400"/>
            <a:ext cx="6098400" cy="403336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BB50CE9-A1AB-4ED4-8678-11C119D84D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2097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9B87A15-EFFB-4AFD-B17A-2D9576F8D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70799" y="914400"/>
            <a:ext cx="2049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146550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7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C71D8-1B64-4A1A-A2BC-928D2CD5DE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3471597"/>
            <a:ext cx="5138399" cy="247200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389867-A538-4B05-B3E9-D87EEAE66B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9201" y="914400"/>
            <a:ext cx="5138399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5138397" cy="247200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91255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855003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1277600" cy="5943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E5E6E-DD3D-4F05-B4F6-C317A8A5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468052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9BEAD33-76BE-4CAF-B375-E999A680F8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C5AF0A1-D71D-4DD2-A802-8F21C1EDDD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202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25356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6019045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2742DDA-BD5D-4F67-A96E-7DB1DBD7D7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C2BEC9C-F7F4-45F2-BE52-C02716CCE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AD3325F-8DD8-4D2F-B33D-278CDFB344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046012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703218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022987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A66BDF-7867-487E-BD05-90820D1AE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05305E-90B1-4FC8-841C-CA5C48C9CA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0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CDA6529-604C-4B16-9E5D-87D4CD114D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16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151497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91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AA3B0D7-8EEE-40CB-9A33-9F9360474B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0420" y="914400"/>
            <a:ext cx="4417181" cy="40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4AB4514-60E6-454B-8051-E8C2CD9229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1" y="295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55407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267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438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870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31595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518400" y="0"/>
            <a:ext cx="467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965835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112000" y="1600200"/>
            <a:ext cx="3505200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4028411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997200" y="1685925"/>
            <a:ext cx="6197600" cy="348615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39788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54039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957005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656944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01101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0000" y="479400"/>
            <a:ext cx="11232000" cy="5899200"/>
          </a:xfrm>
          <a:prstGeom prst="roundRect">
            <a:avLst>
              <a:gd name="adj" fmla="val 223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394827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1549400"/>
            <a:ext cx="8331200" cy="5308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313368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9974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874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902127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56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584040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556022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54800" y="0"/>
            <a:ext cx="5537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7956878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89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56872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556000" y="433400"/>
            <a:ext cx="8175600" cy="59912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3277733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028275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425364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78400" y="0"/>
            <a:ext cx="721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372147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454400" y="0"/>
            <a:ext cx="873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633042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44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0962115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106447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286580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553799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73A6D7-DE33-354E-BEC6-4712BD5E04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7332000" cy="560832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1152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30561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4234F-206C-4002-95BE-53DC4A1649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60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172148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58909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181398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9607333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2161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10972800" cy="28041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641522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288849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79927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288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026364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6800" y="993648"/>
            <a:ext cx="2438400" cy="24384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182979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37714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28F5896-9AFD-42E8-BB51-39D5D95DA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419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5185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FEC6B68-FA2A-4755-9330-C8332671BD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DC03B-E2AF-40E5-9057-345DBC7818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965" y="1700596"/>
            <a:ext cx="4328160" cy="43281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88900">
            <a:solidFill>
              <a:schemeClr val="bg1"/>
            </a:solidFill>
          </a:ln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9212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47B36-C170-4594-A4B8-DA33EA32E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43300"/>
            <a:ext cx="12192000" cy="3314700"/>
          </a:xfrm>
          <a:custGeom>
            <a:avLst/>
            <a:gdLst>
              <a:gd name="connsiteX0" fmla="*/ 0 w 18288000"/>
              <a:gd name="connsiteY0" fmla="*/ 0 h 4972050"/>
              <a:gd name="connsiteX1" fmla="*/ 431800 w 18288000"/>
              <a:gd name="connsiteY1" fmla="*/ 91500 h 4972050"/>
              <a:gd name="connsiteX2" fmla="*/ 2616200 w 18288000"/>
              <a:gd name="connsiteY2" fmla="*/ 737175 h 4972050"/>
              <a:gd name="connsiteX3" fmla="*/ 5219700 w 18288000"/>
              <a:gd name="connsiteY3" fmla="*/ 1657350 h 4972050"/>
              <a:gd name="connsiteX4" fmla="*/ 7835900 w 18288000"/>
              <a:gd name="connsiteY4" fmla="*/ 1013400 h 4972050"/>
              <a:gd name="connsiteX5" fmla="*/ 10452100 w 18288000"/>
              <a:gd name="connsiteY5" fmla="*/ 1657350 h 4972050"/>
              <a:gd name="connsiteX6" fmla="*/ 13068300 w 18288000"/>
              <a:gd name="connsiteY6" fmla="*/ 2762250 h 4972050"/>
              <a:gd name="connsiteX7" fmla="*/ 15671800 w 18288000"/>
              <a:gd name="connsiteY7" fmla="*/ 3223201 h 4972050"/>
              <a:gd name="connsiteX8" fmla="*/ 17852390 w 18288000"/>
              <a:gd name="connsiteY8" fmla="*/ 1565850 h 4972050"/>
              <a:gd name="connsiteX9" fmla="*/ 18288000 w 18288000"/>
              <a:gd name="connsiteY9" fmla="*/ 1104900 h 4972050"/>
              <a:gd name="connsiteX10" fmla="*/ 18288000 w 18288000"/>
              <a:gd name="connsiteY10" fmla="*/ 4972050 h 4972050"/>
              <a:gd name="connsiteX11" fmla="*/ 17856200 w 18288000"/>
              <a:gd name="connsiteY11" fmla="*/ 4972050 h 4972050"/>
              <a:gd name="connsiteX12" fmla="*/ 17670608 w 18288000"/>
              <a:gd name="connsiteY12" fmla="*/ 4972050 h 4972050"/>
              <a:gd name="connsiteX13" fmla="*/ 17450416 w 18288000"/>
              <a:gd name="connsiteY13" fmla="*/ 4972050 h 4972050"/>
              <a:gd name="connsiteX14" fmla="*/ 17200426 w 18288000"/>
              <a:gd name="connsiteY14" fmla="*/ 4972050 h 4972050"/>
              <a:gd name="connsiteX15" fmla="*/ 16925448 w 18288000"/>
              <a:gd name="connsiteY15" fmla="*/ 4972050 h 4972050"/>
              <a:gd name="connsiteX16" fmla="*/ 16630290 w 18288000"/>
              <a:gd name="connsiteY16" fmla="*/ 4972050 h 4972050"/>
              <a:gd name="connsiteX17" fmla="*/ 16319758 w 18288000"/>
              <a:gd name="connsiteY17" fmla="*/ 4972050 h 4972050"/>
              <a:gd name="connsiteX18" fmla="*/ 15671800 w 18288000"/>
              <a:gd name="connsiteY18" fmla="*/ 4972050 h 4972050"/>
              <a:gd name="connsiteX19" fmla="*/ 14370526 w 18288000"/>
              <a:gd name="connsiteY19" fmla="*/ 4972050 h 4972050"/>
              <a:gd name="connsiteX20" fmla="*/ 13068300 w 18288000"/>
              <a:gd name="connsiteY20" fmla="*/ 4972050 h 4972050"/>
              <a:gd name="connsiteX21" fmla="*/ 10452100 w 18288000"/>
              <a:gd name="connsiteY21" fmla="*/ 4972050 h 4972050"/>
              <a:gd name="connsiteX22" fmla="*/ 7835900 w 18288000"/>
              <a:gd name="connsiteY22" fmla="*/ 4972050 h 4972050"/>
              <a:gd name="connsiteX23" fmla="*/ 6532563 w 18288000"/>
              <a:gd name="connsiteY23" fmla="*/ 4972050 h 4972050"/>
              <a:gd name="connsiteX24" fmla="*/ 5219700 w 18288000"/>
              <a:gd name="connsiteY24" fmla="*/ 4972050 h 4972050"/>
              <a:gd name="connsiteX25" fmla="*/ 2616200 w 18288000"/>
              <a:gd name="connsiteY25" fmla="*/ 4972050 h 4972050"/>
              <a:gd name="connsiteX26" fmla="*/ 1967052 w 18288000"/>
              <a:gd name="connsiteY26" fmla="*/ 4972050 h 4972050"/>
              <a:gd name="connsiteX27" fmla="*/ 1656013 w 18288000"/>
              <a:gd name="connsiteY27" fmla="*/ 4972050 h 4972050"/>
              <a:gd name="connsiteX28" fmla="*/ 1360647 w 18288000"/>
              <a:gd name="connsiteY28" fmla="*/ 4972050 h 4972050"/>
              <a:gd name="connsiteX29" fmla="*/ 1085937 w 18288000"/>
              <a:gd name="connsiteY29" fmla="*/ 4972050 h 4972050"/>
              <a:gd name="connsiteX30" fmla="*/ 836871 w 18288000"/>
              <a:gd name="connsiteY30" fmla="*/ 4972050 h 4972050"/>
              <a:gd name="connsiteX31" fmla="*/ 618433 w 18288000"/>
              <a:gd name="connsiteY31" fmla="*/ 4972050 h 4972050"/>
              <a:gd name="connsiteX32" fmla="*/ 435610 w 18288000"/>
              <a:gd name="connsiteY32" fmla="*/ 4972050 h 4972050"/>
              <a:gd name="connsiteX33" fmla="*/ 0 w 18288000"/>
              <a:gd name="connsiteY33" fmla="*/ 497205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288000" h="4972050">
                <a:moveTo>
                  <a:pt x="0" y="0"/>
                </a:moveTo>
                <a:lnTo>
                  <a:pt x="431800" y="91500"/>
                </a:lnTo>
                <a:cubicBezTo>
                  <a:pt x="876300" y="189905"/>
                  <a:pt x="1741170" y="362545"/>
                  <a:pt x="2616200" y="737175"/>
                </a:cubicBezTo>
                <a:cubicBezTo>
                  <a:pt x="3479801" y="1104900"/>
                  <a:pt x="4354830" y="1657350"/>
                  <a:pt x="5219700" y="1657350"/>
                </a:cubicBezTo>
                <a:cubicBezTo>
                  <a:pt x="6096000" y="1657350"/>
                  <a:pt x="6967221" y="1104900"/>
                  <a:pt x="7835900" y="1013400"/>
                </a:cubicBezTo>
                <a:cubicBezTo>
                  <a:pt x="8712200" y="914995"/>
                  <a:pt x="9579610" y="1294805"/>
                  <a:pt x="10452100" y="1657350"/>
                </a:cubicBezTo>
                <a:cubicBezTo>
                  <a:pt x="11315700" y="2019895"/>
                  <a:pt x="12192000" y="2399705"/>
                  <a:pt x="13068300" y="2762250"/>
                </a:cubicBezTo>
                <a:cubicBezTo>
                  <a:pt x="13931900" y="3124795"/>
                  <a:pt x="14804390" y="3504605"/>
                  <a:pt x="15671800" y="3223201"/>
                </a:cubicBezTo>
                <a:cubicBezTo>
                  <a:pt x="16548100" y="2952155"/>
                  <a:pt x="17416780" y="2019895"/>
                  <a:pt x="17852390" y="1565850"/>
                </a:cubicBezTo>
                <a:lnTo>
                  <a:pt x="18288000" y="1104900"/>
                </a:lnTo>
                <a:lnTo>
                  <a:pt x="18288000" y="4972050"/>
                </a:lnTo>
                <a:lnTo>
                  <a:pt x="17856200" y="4972050"/>
                </a:lnTo>
                <a:lnTo>
                  <a:pt x="17670608" y="4972050"/>
                </a:lnTo>
                <a:lnTo>
                  <a:pt x="17450416" y="4972050"/>
                </a:lnTo>
                <a:lnTo>
                  <a:pt x="17200426" y="4972050"/>
                </a:lnTo>
                <a:lnTo>
                  <a:pt x="16925448" y="4972050"/>
                </a:lnTo>
                <a:lnTo>
                  <a:pt x="16630290" y="4972050"/>
                </a:lnTo>
                <a:lnTo>
                  <a:pt x="16319758" y="4972050"/>
                </a:lnTo>
                <a:lnTo>
                  <a:pt x="15671800" y="4972050"/>
                </a:lnTo>
                <a:lnTo>
                  <a:pt x="14370526" y="4972050"/>
                </a:lnTo>
                <a:lnTo>
                  <a:pt x="13068300" y="4972050"/>
                </a:lnTo>
                <a:lnTo>
                  <a:pt x="10452100" y="4972050"/>
                </a:lnTo>
                <a:lnTo>
                  <a:pt x="7835900" y="4972050"/>
                </a:lnTo>
                <a:lnTo>
                  <a:pt x="6532563" y="4972050"/>
                </a:lnTo>
                <a:lnTo>
                  <a:pt x="5219700" y="4972050"/>
                </a:lnTo>
                <a:lnTo>
                  <a:pt x="2616200" y="4972050"/>
                </a:lnTo>
                <a:lnTo>
                  <a:pt x="1967052" y="4972050"/>
                </a:lnTo>
                <a:lnTo>
                  <a:pt x="1656013" y="4972050"/>
                </a:lnTo>
                <a:lnTo>
                  <a:pt x="1360647" y="4972050"/>
                </a:lnTo>
                <a:lnTo>
                  <a:pt x="1085937" y="4972050"/>
                </a:lnTo>
                <a:lnTo>
                  <a:pt x="836871" y="4972050"/>
                </a:lnTo>
                <a:lnTo>
                  <a:pt x="618433" y="4972050"/>
                </a:lnTo>
                <a:lnTo>
                  <a:pt x="435610" y="4972050"/>
                </a:lnTo>
                <a:lnTo>
                  <a:pt x="0" y="497205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9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3821" y="0"/>
            <a:ext cx="318817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B5268E0-107A-4C2A-AE10-D7A100ECE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49352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742494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438400" y="1603248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096059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8960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991B3E-5992-4C30-9C53-3AB54D37F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BCF9BE1-EC04-4B8E-9B3A-8527507F7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3400" y="396240"/>
            <a:ext cx="60452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tx2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75472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4817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139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9814AC4-74A4-493C-B3E1-FA832232A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4403" y="391938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F8F8440-C5A5-4AF8-8F8A-3BA5B158F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18960" y="112753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5472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20CF65-F5F8-4E58-88D4-96A7FF8ED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18561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688592" y="1675384"/>
            <a:ext cx="1804416" cy="1804416"/>
          </a:xfrm>
          <a:prstGeom prst="roundRect">
            <a:avLst>
              <a:gd name="adj" fmla="val 89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63D903-2C79-4845-B9F0-F48F4CAC9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0471554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DB4F3EC-6FA6-4607-B645-7D3F2258AE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61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96841DE-F57D-4FFA-B2B4-844AE25D7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32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96FD531-41C1-429F-981E-C03DFE4D2E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89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0137043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199885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182368" y="1752600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186672" y="3752088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895BE1-F501-4DA6-BAC7-1628FD1F7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9668074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53184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42176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3153593-CEED-43D7-8481-1C18D9F0B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72558304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773936" y="1432560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095E9E-7213-4071-833B-F76EE6B46E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4210293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333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931881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546306-BB2E-C745-BE62-0F61AFAAA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500" y="1596153"/>
            <a:ext cx="100330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2C6C-381F-CE48-B1C7-45378DCAA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1218201"/>
            <a:ext cx="100330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6143382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937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53F44B-F8DD-4AF0-9746-A6E6D1B4B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521149"/>
            <a:ext cx="9499600" cy="609600"/>
          </a:xfrm>
          <a:prstGeom prst="rect">
            <a:avLst/>
          </a:prstGeom>
        </p:spPr>
        <p:txBody>
          <a:bodyPr anchor="ctr"/>
          <a:lstStyle>
            <a:lvl1pPr marL="0" algn="l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C0693EC-ECEC-45D9-A0CD-3062924AC7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143197"/>
            <a:ext cx="9499600" cy="355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93615822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accent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96686926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769528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oundRect">
            <a:avLst>
              <a:gd name="adj" fmla="val 355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100577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7888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7138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6858000" cy="5614416"/>
          </a:xfrm>
          <a:prstGeom prst="roundRect">
            <a:avLst>
              <a:gd name="adj" fmla="val 3569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115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52848" y="2254207"/>
            <a:ext cx="2346960" cy="23469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9614C9E-3D8C-47CB-8BCB-66D98B2EC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384980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905000" y="1622701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905000" y="3711299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10F5D02-55ED-4EA4-B7B3-347E95140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884112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DA7AB7-33DF-BD46-AB8B-02E37949E42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165693" y="2801874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B7D76E-9414-3045-81FD-7BEF4A9AEA7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5693" y="4356033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165693" y="1246192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B903F16-A6BA-4DF7-ABFF-05463A2A3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4928073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520293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D3264B4-0A33-0F42-B162-461C536D53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337259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582B724-2DE7-4DD8-8B83-2D7CA97BFC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8989004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87160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D1B728-F65B-1049-A423-4018D50F1E2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1394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925699-281D-D34C-8E74-602EA1212DE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5291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79620E3-E26D-468F-A5AA-E9B9AE5E9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8298930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B1CD80-073E-FC48-97A5-FEE4498110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16787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61EC8E-8C72-EE43-B452-AB416A04E63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84369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54217B-17E2-0C41-BF2A-2295F77DD58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9510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A1C50D3-A699-074D-961E-9E2391BED5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195329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160751B-E67B-4E08-9503-4B1526F25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90134362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17D4CB-A698-D74A-A732-CB04DCE47B7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73661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0A7330D-6470-8E48-AB41-17C03211091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63790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340C943-4790-9348-93AD-9486360732E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3790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473661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E9D3BE8-D975-43CB-A997-BE76A4E24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6769428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1383DF-C87E-DD43-9830-5DB32A4F8CA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33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0162CC3-F132-3B46-BD96-27CA8DA6B91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144268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56FEB2-C81F-E94C-9846-796BCD57E2B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0250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F4EDF61-F78B-F943-94CD-411CA886961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5833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250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4268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42FB4DC-934D-4FE9-9A83-83D37D452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8054767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00510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E330097-3475-7242-98BA-D3B965F36BD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576329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AAC40CD-44BD-C140-9CB1-D471FB8A579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54887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63F645-ED6B-1F4A-BED8-C1048B88523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576329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0003B9-5949-F246-9F41-71D7880A258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900510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940D2A28-1E97-6840-9116-AD07E695925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22469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628154-7FF5-BE49-899F-752D83B9F25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54887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1BFBA4F4-63D3-1E4D-9452-31982FB2B82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22469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A729D0A4-DE0B-4E0A-B74E-23B15CDEA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334395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7AAEAE-A954-4785-B8AF-9A56B9FDD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1173433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15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710C5-3491-4F0E-BDCE-ED53142EB6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23412201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281070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347815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0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42268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3F6C063-08F3-1546-91BE-0C6417D3C6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825" y="1600200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81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9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ADB5-BBC6-48B8-BAD5-05E17CCF0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2987916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799" y="1618488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A104048-5402-45D2-9482-F49ACFEF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4899339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E47E6BA-2686-48D6-A506-1873E70E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400" y="1295400"/>
            <a:ext cx="4267200" cy="4267200"/>
          </a:xfrm>
          <a:prstGeom prst="roundRect">
            <a:avLst>
              <a:gd name="adj" fmla="val 506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571E55-D3A1-479B-9E8A-3662F061B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249519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7010400" y="1295400"/>
            <a:ext cx="4267200" cy="4267200"/>
          </a:xfrm>
          <a:prstGeom prst="roundRect">
            <a:avLst>
              <a:gd name="adj" fmla="val 4762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9D240D1-01A3-480D-8E3F-3E310C16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75256449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188500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06908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876305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9191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38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942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1" y="0"/>
            <a:ext cx="990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7474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2880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01878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395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DB39397-71E6-4819-B00B-788773258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88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6572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0600" y="-19558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282124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066800" y="13970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271961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144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5175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2296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2BF8193-0CDD-4864-9D8F-6BF6C4183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6669712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1880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252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6800" y="2025000"/>
            <a:ext cx="6052800" cy="2808000"/>
          </a:xfrm>
          <a:prstGeom prst="rect">
            <a:avLst/>
          </a:prstGeom>
          <a:solidFill>
            <a:schemeClr val="accent1"/>
          </a:solidFill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9578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3440" y="2143760"/>
            <a:ext cx="5571067" cy="259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288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0907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Righ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276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6107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756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8441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Lef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452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1555F-A749-4DD4-A2C9-97141F2B9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280000">
            <a:off x="2973600" y="1454400"/>
            <a:ext cx="1464000" cy="3806400"/>
          </a:xfrm>
          <a:prstGeom prst="roundRect">
            <a:avLst>
              <a:gd name="adj" fmla="val 4833"/>
            </a:avLst>
          </a:prstGeom>
          <a:ln>
            <a:noFill/>
          </a:ln>
          <a:scene3d>
            <a:camera prst="perspectiveHeroicExtremeRightFacing" fov="4800000">
              <a:rot lat="449632" lon="20136784" rev="239998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9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605473E-2685-4DD2-B159-832979DD7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68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0148B9DC-A940-406F-8289-9160A7A1D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936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BAED62-30A9-452C-B3E4-5A4C68AF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1600" y="1924800"/>
            <a:ext cx="1615440" cy="287731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614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732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97054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424928" y="2468880"/>
            <a:ext cx="3072384" cy="54376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680880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B33D3-7FC6-4DC2-95EB-12F4AD78CA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560000">
            <a:off x="6746400" y="861600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A503DBF-31C9-46D2-A64C-C4773F4401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560000">
            <a:off x="10056879" y="-286059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F14B78-D072-4B88-9606-DAB6CF65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560000">
            <a:off x="7970110" y="3972324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2133701-B06D-438C-AF1A-FD2E103A9D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560000">
            <a:off x="10835229" y="3724358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03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992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65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076E93-A81C-48AD-A313-F9508C334F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7360" y="1999488"/>
            <a:ext cx="2487168" cy="33223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F940-579A-4520-8BE8-936951931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8400" y="1361440"/>
            <a:ext cx="3134783" cy="4165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2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D99A39A-AA1D-4BDE-98F1-B3A30A1DA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7300" y="1828800"/>
            <a:ext cx="4025900" cy="30099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614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70192" y="932688"/>
            <a:ext cx="6644640" cy="49804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662766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 rot="1800000">
            <a:off x="3547872" y="-4718304"/>
            <a:ext cx="9796272" cy="74188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94109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DE550-6E56-4588-A5FD-D80A056A9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94984" y="1612865"/>
            <a:ext cx="5456916" cy="337823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997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215" y="2270725"/>
            <a:ext cx="3523827" cy="2169671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368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3FD29A-8BBA-4425-88CD-DF5868D56B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00820" y="1370661"/>
            <a:ext cx="5959024" cy="367662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728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932" y="2061668"/>
            <a:ext cx="4202896" cy="258778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756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D560B-D2F9-4F71-BAEC-8B2E8D1C89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38901" y="1419226"/>
            <a:ext cx="4504267" cy="3466041"/>
          </a:xfrm>
          <a:custGeom>
            <a:avLst/>
            <a:gdLst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8200 w 5918200"/>
              <a:gd name="connsiteY2" fmla="*/ 391636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1850 w 5918200"/>
              <a:gd name="connsiteY2" fmla="*/ 383381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914400 w 6750050"/>
              <a:gd name="connsiteY0" fmla="*/ 74930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914400 w 6750050"/>
              <a:gd name="connsiteY4" fmla="*/ 749300 h 5167312"/>
              <a:gd name="connsiteX0" fmla="*/ 914400 w 6756400"/>
              <a:gd name="connsiteY0" fmla="*/ 781050 h 5199062"/>
              <a:gd name="connsiteX1" fmla="*/ 6756400 w 6756400"/>
              <a:gd name="connsiteY1" fmla="*/ 0 h 5199062"/>
              <a:gd name="connsiteX2" fmla="*/ 5911850 w 6756400"/>
              <a:gd name="connsiteY2" fmla="*/ 5116512 h 5199062"/>
              <a:gd name="connsiteX3" fmla="*/ 0 w 6756400"/>
              <a:gd name="connsiteY3" fmla="*/ 5199062 h 5199062"/>
              <a:gd name="connsiteX4" fmla="*/ 914400 w 6756400"/>
              <a:gd name="connsiteY4" fmla="*/ 781050 h 51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6400" h="5199062">
                <a:moveTo>
                  <a:pt x="914400" y="781050"/>
                </a:moveTo>
                <a:lnTo>
                  <a:pt x="6756400" y="0"/>
                </a:lnTo>
                <a:cubicBezTo>
                  <a:pt x="6557433" y="1392237"/>
                  <a:pt x="6129867" y="3838575"/>
                  <a:pt x="5911850" y="5116512"/>
                </a:cubicBezTo>
                <a:lnTo>
                  <a:pt x="0" y="5199062"/>
                </a:lnTo>
                <a:lnTo>
                  <a:pt x="914400" y="78105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2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FD967-56A8-431B-A205-17DC04225A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4808" y="2463800"/>
            <a:ext cx="3517900" cy="218016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1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8922" y="2028576"/>
            <a:ext cx="3834157" cy="237616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0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6000" y="1656000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967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6879" y="1738469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940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9034" y="2087034"/>
            <a:ext cx="3953933" cy="225213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1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54CB6AF-2D11-466A-854D-D9FCE0A11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1675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E875F6D-EBF4-49B4-BF83-6FAAAA1561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557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B4D78-79B6-4F4C-B409-C47AFC9500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338" y="1658409"/>
            <a:ext cx="3743325" cy="211878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1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3600" y="2067561"/>
            <a:ext cx="2270549" cy="2697903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1558" y="2468034"/>
            <a:ext cx="1727663" cy="2015067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4C6A049-70BF-4E57-B30A-1B1BD88032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1718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AF1054F-EE12-4246-A84C-F3DEC7330B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5135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1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9CEDF-23B2-41CD-A753-8733F5FBF7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0300" y="1955800"/>
            <a:ext cx="6198785" cy="3363829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8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OCKUP option 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149" y="1955800"/>
            <a:ext cx="6198785" cy="3363829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5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C792C5-AFAE-465C-A73B-2CB890A1FF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7400" y="895096"/>
            <a:ext cx="4963601" cy="507390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885643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3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694" y="945896"/>
            <a:ext cx="4864211" cy="4972304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944573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800" y="1346200"/>
            <a:ext cx="4368800" cy="4165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6201"/>
            <a:ext cx="4876800" cy="4165600"/>
          </a:xfrm>
          <a:prstGeom prst="rect">
            <a:avLst/>
          </a:prstGeom>
        </p:spPr>
        <p:txBody>
          <a:bodyPr anchor="ctr"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298984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3124200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C3E7550-4A4D-44BE-BE01-A0F040079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32493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B72713A-369B-4E38-A685-B8BFEE3E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5257800"/>
          </a:xfrm>
          <a:prstGeom prst="rect">
            <a:avLst/>
          </a:prstGeom>
        </p:spPr>
        <p:txBody>
          <a:bodyPr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291697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6C2B1033-EE10-44C8-A170-FB72EDAD016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9600" y="609600"/>
            <a:ext cx="10972800" cy="244519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5680"/>
            <a:ext cx="10972800" cy="1722120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840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362200"/>
            <a:ext cx="10972800" cy="35490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1326091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4969827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23820"/>
            <a:ext cx="9144000" cy="1610360"/>
          </a:xfrm>
          <a:prstGeom prst="rect">
            <a:avLst/>
          </a:prstGeom>
        </p:spPr>
        <p:txBody>
          <a:bodyPr anchor="ctr"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0" y="609600"/>
            <a:ext cx="5486400" cy="2667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1247671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48909"/>
            <a:ext cx="9753600" cy="1986491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781030"/>
            <a:ext cx="54864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17A8B3-2E0B-4008-8D12-937045378D7A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6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DA103F-6DA9-47BE-BDEC-5A9FD4B1C8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192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387931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854200"/>
            <a:ext cx="12191999" cy="34137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9607AA-328C-6A47-BA55-7972C38B6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5674-63E8-C243-BEC8-63AA19D7C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440658554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37317021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2025E-1591-42E7-9234-EB0C6A162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536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16058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2938C2-00E5-44DB-AAFD-0F2B12267E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3058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1-1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C153-1646-4709-9BE4-F77F62A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0972800" cy="3139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2"/>
                </a:solidFill>
              </a:rPr>
              <a:t>Your subtitle goes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C5A246-535F-4F83-A160-435711EF7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9600"/>
            <a:ext cx="10972800" cy="584775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3200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780627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579C85-5DCC-4181-B20D-C72202BDB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DC7980-9CCD-4C9D-ACE0-3F182DA934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287715755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1"/>
            <a:ext cx="9144000" cy="16256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473885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L-Image-1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5360" y="990600"/>
            <a:ext cx="4876800" cy="487680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7809970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560577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12429796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8912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98034008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09600"/>
            <a:ext cx="3444241" cy="5638800"/>
          </a:xfrm>
          <a:prstGeom prst="roundRect">
            <a:avLst>
              <a:gd name="adj" fmla="val 6711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332691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7F97407-03A0-463F-A2DC-7E79D7552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5454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FB322FF-9961-474F-93CD-51026FA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63040"/>
            <a:ext cx="4876800" cy="2372360"/>
          </a:xfrm>
          <a:prstGeom prst="rect">
            <a:avLst/>
          </a:prstGeom>
        </p:spPr>
        <p:txBody>
          <a:bodyPr/>
          <a:lstStyle>
            <a:lvl1pPr marL="0" algn="l" defTabSz="914446" rtl="0" eaLnBrk="1" latinLnBrk="0" hangingPunct="1">
              <a:lnSpc>
                <a:spcPct val="100000"/>
              </a:lnSpc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421580127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8F034AD-05D5-4E17-9527-70658A9E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63040"/>
            <a:ext cx="4876800" cy="2524760"/>
          </a:xfrm>
          <a:prstGeom prst="rect">
            <a:avLst/>
          </a:prstGeom>
        </p:spPr>
        <p:txBody>
          <a:bodyPr/>
          <a:lstStyle>
            <a:lvl1pPr marL="0" algn="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978AE-806B-4882-B98B-2CBDA9379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128669118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263896757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4204714233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51DAFB7-78F5-4CED-A374-376917DD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54496"/>
            <a:ext cx="609600" cy="2682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fld id="{8B9A2DF5-3641-49D0-8F14-85B1C28A2FB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A2AC07A-7CA9-4AE1-B06D-75E3324BF1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860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7759276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926833229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197458936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774074628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84C7CB-D2DE-4D8E-AD6E-4A45FA1D0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23BB9D5-8F0A-4C87-AF31-81EB1244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9CC0C9-06B3-48A5-BD12-0AF429117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70524618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9840" y="990600"/>
            <a:ext cx="4876800" cy="4876800"/>
          </a:xfrm>
          <a:prstGeom prst="roundRect">
            <a:avLst>
              <a:gd name="adj" fmla="val 31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054824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C582E34-45AC-46BF-8372-92FBB6191E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6997297-9A29-4E56-84A9-E69844C06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F71F00-E8FD-4130-A73B-7C83436C0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3EDE2D-E00B-4784-8152-7CD08FA126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047743619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7929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28685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6984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3152E6-5B6E-FF9B-B99C-59E8993D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C7388-BAB6-BD66-158D-8C6151834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51932492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AB8959D-88A4-4972-9276-40BC99DE39B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986016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9888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784080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87952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66DECC-8E72-892E-10C5-FB0D52B3F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8084853-8A75-8FF4-22AB-85F5137A7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65647104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7738425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1BCA39-ADFB-4BE6-9D20-13E8FADF99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3792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57B0E6-36B2-4E47-96C2-1EDF4BBE7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7664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BC7345-85E6-4338-92D9-E8AC45730E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5728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95755299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6A1AF2-0E5E-C543-BCC9-497B3A3D32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0654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5FD3BED-494D-7C46-A085-4717BEA81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1708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3376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E3198DC-382B-B047-809E-869BFCC20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200" y="609600"/>
            <a:ext cx="4775200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17602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0987" y="609601"/>
            <a:ext cx="4068979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6108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63956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15288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7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130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63" Type="http://schemas.openxmlformats.org/officeDocument/2006/relationships/slideLayout" Target="../slideLayouts/slideLayout74.xml"/><Relationship Id="rId84" Type="http://schemas.openxmlformats.org/officeDocument/2006/relationships/slideLayout" Target="../slideLayouts/slideLayout95.xml"/><Relationship Id="rId138" Type="http://schemas.openxmlformats.org/officeDocument/2006/relationships/slideLayout" Target="../slideLayouts/slideLayout149.xml"/><Relationship Id="rId159" Type="http://schemas.openxmlformats.org/officeDocument/2006/relationships/slideLayout" Target="../slideLayouts/slideLayout170.xml"/><Relationship Id="rId170" Type="http://schemas.openxmlformats.org/officeDocument/2006/relationships/slideLayout" Target="../slideLayouts/slideLayout181.xml"/><Relationship Id="rId191" Type="http://schemas.openxmlformats.org/officeDocument/2006/relationships/slideLayout" Target="../slideLayouts/slideLayout202.xml"/><Relationship Id="rId205" Type="http://schemas.openxmlformats.org/officeDocument/2006/relationships/slideLayout" Target="../slideLayouts/slideLayout216.xml"/><Relationship Id="rId226" Type="http://schemas.openxmlformats.org/officeDocument/2006/relationships/slideLayout" Target="../slideLayouts/slideLayout23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53" Type="http://schemas.openxmlformats.org/officeDocument/2006/relationships/slideLayout" Target="../slideLayouts/slideLayout64.xml"/><Relationship Id="rId74" Type="http://schemas.openxmlformats.org/officeDocument/2006/relationships/slideLayout" Target="../slideLayouts/slideLayout85.xml"/><Relationship Id="rId128" Type="http://schemas.openxmlformats.org/officeDocument/2006/relationships/slideLayout" Target="../slideLayouts/slideLayout139.xml"/><Relationship Id="rId14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6.xml"/><Relationship Id="rId95" Type="http://schemas.openxmlformats.org/officeDocument/2006/relationships/slideLayout" Target="../slideLayouts/slideLayout106.xml"/><Relationship Id="rId160" Type="http://schemas.openxmlformats.org/officeDocument/2006/relationships/slideLayout" Target="../slideLayouts/slideLayout171.xml"/><Relationship Id="rId181" Type="http://schemas.openxmlformats.org/officeDocument/2006/relationships/slideLayout" Target="../slideLayouts/slideLayout192.xml"/><Relationship Id="rId216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4.xml"/><Relationship Id="rId64" Type="http://schemas.openxmlformats.org/officeDocument/2006/relationships/slideLayout" Target="../slideLayouts/slideLayout75.xml"/><Relationship Id="rId118" Type="http://schemas.openxmlformats.org/officeDocument/2006/relationships/slideLayout" Target="../slideLayouts/slideLayout129.xml"/><Relationship Id="rId139" Type="http://schemas.openxmlformats.org/officeDocument/2006/relationships/slideLayout" Target="../slideLayouts/slideLayout150.xml"/><Relationship Id="rId85" Type="http://schemas.openxmlformats.org/officeDocument/2006/relationships/slideLayout" Target="../slideLayouts/slideLayout96.xml"/><Relationship Id="rId150" Type="http://schemas.openxmlformats.org/officeDocument/2006/relationships/slideLayout" Target="../slideLayouts/slideLayout161.xml"/><Relationship Id="rId171" Type="http://schemas.openxmlformats.org/officeDocument/2006/relationships/slideLayout" Target="../slideLayouts/slideLayout182.xml"/><Relationship Id="rId192" Type="http://schemas.openxmlformats.org/officeDocument/2006/relationships/slideLayout" Target="../slideLayouts/slideLayout203.xml"/><Relationship Id="rId206" Type="http://schemas.openxmlformats.org/officeDocument/2006/relationships/slideLayout" Target="../slideLayouts/slideLayout217.xml"/><Relationship Id="rId22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4.xml"/><Relationship Id="rId108" Type="http://schemas.openxmlformats.org/officeDocument/2006/relationships/slideLayout" Target="../slideLayouts/slideLayout119.xml"/><Relationship Id="rId129" Type="http://schemas.openxmlformats.org/officeDocument/2006/relationships/slideLayout" Target="../slideLayouts/slideLayout140.xml"/><Relationship Id="rId54" Type="http://schemas.openxmlformats.org/officeDocument/2006/relationships/slideLayout" Target="../slideLayouts/slideLayout65.xml"/><Relationship Id="rId75" Type="http://schemas.openxmlformats.org/officeDocument/2006/relationships/slideLayout" Target="../slideLayouts/slideLayout86.xml"/><Relationship Id="rId96" Type="http://schemas.openxmlformats.org/officeDocument/2006/relationships/slideLayout" Target="../slideLayouts/slideLayout107.xml"/><Relationship Id="rId140" Type="http://schemas.openxmlformats.org/officeDocument/2006/relationships/slideLayout" Target="../slideLayouts/slideLayout151.xml"/><Relationship Id="rId161" Type="http://schemas.openxmlformats.org/officeDocument/2006/relationships/slideLayout" Target="../slideLayouts/slideLayout172.xml"/><Relationship Id="rId182" Type="http://schemas.openxmlformats.org/officeDocument/2006/relationships/slideLayout" Target="../slideLayouts/slideLayout193.xml"/><Relationship Id="rId21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34.xml"/><Relationship Id="rId119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55.xml"/><Relationship Id="rId65" Type="http://schemas.openxmlformats.org/officeDocument/2006/relationships/slideLayout" Target="../slideLayouts/slideLayout76.xml"/><Relationship Id="rId86" Type="http://schemas.openxmlformats.org/officeDocument/2006/relationships/slideLayout" Target="../slideLayouts/slideLayout97.xml"/><Relationship Id="rId130" Type="http://schemas.openxmlformats.org/officeDocument/2006/relationships/slideLayout" Target="../slideLayouts/slideLayout141.xml"/><Relationship Id="rId151" Type="http://schemas.openxmlformats.org/officeDocument/2006/relationships/slideLayout" Target="../slideLayouts/slideLayout162.xml"/><Relationship Id="rId172" Type="http://schemas.openxmlformats.org/officeDocument/2006/relationships/slideLayout" Target="../slideLayouts/slideLayout183.xml"/><Relationship Id="rId193" Type="http://schemas.openxmlformats.org/officeDocument/2006/relationships/slideLayout" Target="../slideLayouts/slideLayout204.xml"/><Relationship Id="rId207" Type="http://schemas.openxmlformats.org/officeDocument/2006/relationships/slideLayout" Target="../slideLayouts/slideLayout218.xml"/><Relationship Id="rId22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20" Type="http://schemas.openxmlformats.org/officeDocument/2006/relationships/slideLayout" Target="../slideLayouts/slideLayout131.xml"/><Relationship Id="rId141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8.xml"/><Relationship Id="rId162" Type="http://schemas.openxmlformats.org/officeDocument/2006/relationships/slideLayout" Target="../slideLayouts/slideLayout173.xml"/><Relationship Id="rId183" Type="http://schemas.openxmlformats.org/officeDocument/2006/relationships/slideLayout" Target="../slideLayouts/slideLayout194.xml"/><Relationship Id="rId218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131" Type="http://schemas.openxmlformats.org/officeDocument/2006/relationships/slideLayout" Target="../slideLayouts/slideLayout142.xml"/><Relationship Id="rId152" Type="http://schemas.openxmlformats.org/officeDocument/2006/relationships/slideLayout" Target="../slideLayouts/slideLayout163.xml"/><Relationship Id="rId173" Type="http://schemas.openxmlformats.org/officeDocument/2006/relationships/slideLayout" Target="../slideLayouts/slideLayout184.xml"/><Relationship Id="rId194" Type="http://schemas.openxmlformats.org/officeDocument/2006/relationships/slideLayout" Target="../slideLayouts/slideLayout205.xml"/><Relationship Id="rId208" Type="http://schemas.openxmlformats.org/officeDocument/2006/relationships/slideLayout" Target="../slideLayouts/slideLayout219.xml"/><Relationship Id="rId22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9.xml"/><Relationship Id="rId98" Type="http://schemas.openxmlformats.org/officeDocument/2006/relationships/slideLayout" Target="../slideLayouts/slideLayout109.xml"/><Relationship Id="rId121" Type="http://schemas.openxmlformats.org/officeDocument/2006/relationships/slideLayout" Target="../slideLayouts/slideLayout132.xml"/><Relationship Id="rId142" Type="http://schemas.openxmlformats.org/officeDocument/2006/relationships/slideLayout" Target="../slideLayouts/slideLayout153.xml"/><Relationship Id="rId163" Type="http://schemas.openxmlformats.org/officeDocument/2006/relationships/slideLayout" Target="../slideLayouts/slideLayout174.xml"/><Relationship Id="rId184" Type="http://schemas.openxmlformats.org/officeDocument/2006/relationships/slideLayout" Target="../slideLayouts/slideLayout195.xml"/><Relationship Id="rId219" Type="http://schemas.openxmlformats.org/officeDocument/2006/relationships/slideLayout" Target="../slideLayouts/slideLayout230.xml"/><Relationship Id="rId230" Type="http://schemas.openxmlformats.org/officeDocument/2006/relationships/slideLayout" Target="../slideLayouts/slideLayout241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116" Type="http://schemas.openxmlformats.org/officeDocument/2006/relationships/slideLayout" Target="../slideLayouts/slideLayout127.xml"/><Relationship Id="rId137" Type="http://schemas.openxmlformats.org/officeDocument/2006/relationships/slideLayout" Target="../slideLayouts/slideLayout148.xml"/><Relationship Id="rId158" Type="http://schemas.openxmlformats.org/officeDocument/2006/relationships/slideLayout" Target="../slideLayouts/slideLayout16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slideLayout" Target="../slideLayouts/slideLayout122.xml"/><Relationship Id="rId132" Type="http://schemas.openxmlformats.org/officeDocument/2006/relationships/slideLayout" Target="../slideLayouts/slideLayout143.xml"/><Relationship Id="rId153" Type="http://schemas.openxmlformats.org/officeDocument/2006/relationships/slideLayout" Target="../slideLayouts/slideLayout164.xml"/><Relationship Id="rId174" Type="http://schemas.openxmlformats.org/officeDocument/2006/relationships/slideLayout" Target="../slideLayouts/slideLayout185.xml"/><Relationship Id="rId179" Type="http://schemas.openxmlformats.org/officeDocument/2006/relationships/slideLayout" Target="../slideLayouts/slideLayout190.xml"/><Relationship Id="rId195" Type="http://schemas.openxmlformats.org/officeDocument/2006/relationships/slideLayout" Target="../slideLayouts/slideLayout206.xml"/><Relationship Id="rId209" Type="http://schemas.openxmlformats.org/officeDocument/2006/relationships/slideLayout" Target="../slideLayouts/slideLayout220.xml"/><Relationship Id="rId190" Type="http://schemas.openxmlformats.org/officeDocument/2006/relationships/slideLayout" Target="../slideLayouts/slideLayout201.xml"/><Relationship Id="rId204" Type="http://schemas.openxmlformats.org/officeDocument/2006/relationships/slideLayout" Target="../slideLayouts/slideLayout215.xml"/><Relationship Id="rId220" Type="http://schemas.openxmlformats.org/officeDocument/2006/relationships/slideLayout" Target="../slideLayouts/slideLayout231.xml"/><Relationship Id="rId22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7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2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52" Type="http://schemas.openxmlformats.org/officeDocument/2006/relationships/slideLayout" Target="../slideLayouts/slideLayout63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122" Type="http://schemas.openxmlformats.org/officeDocument/2006/relationships/slideLayout" Target="../slideLayouts/slideLayout133.xml"/><Relationship Id="rId143" Type="http://schemas.openxmlformats.org/officeDocument/2006/relationships/slideLayout" Target="../slideLayouts/slideLayout154.xml"/><Relationship Id="rId148" Type="http://schemas.openxmlformats.org/officeDocument/2006/relationships/slideLayout" Target="../slideLayouts/slideLayout159.xml"/><Relationship Id="rId164" Type="http://schemas.openxmlformats.org/officeDocument/2006/relationships/slideLayout" Target="../slideLayouts/slideLayout175.xml"/><Relationship Id="rId169" Type="http://schemas.openxmlformats.org/officeDocument/2006/relationships/slideLayout" Target="../slideLayouts/slideLayout180.xml"/><Relationship Id="rId18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1.xml"/><Relationship Id="rId210" Type="http://schemas.openxmlformats.org/officeDocument/2006/relationships/slideLayout" Target="../slideLayouts/slideLayout221.xml"/><Relationship Id="rId215" Type="http://schemas.openxmlformats.org/officeDocument/2006/relationships/slideLayout" Target="../slideLayouts/slideLayout226.xml"/><Relationship Id="rId26" Type="http://schemas.openxmlformats.org/officeDocument/2006/relationships/slideLayout" Target="../slideLayouts/slideLayout37.xml"/><Relationship Id="rId231" Type="http://schemas.openxmlformats.org/officeDocument/2006/relationships/theme" Target="../theme/theme2.xml"/><Relationship Id="rId47" Type="http://schemas.openxmlformats.org/officeDocument/2006/relationships/slideLayout" Target="../slideLayouts/slideLayout58.xml"/><Relationship Id="rId68" Type="http://schemas.openxmlformats.org/officeDocument/2006/relationships/slideLayout" Target="../slideLayouts/slideLayout79.xml"/><Relationship Id="rId89" Type="http://schemas.openxmlformats.org/officeDocument/2006/relationships/slideLayout" Target="../slideLayouts/slideLayout100.xml"/><Relationship Id="rId112" Type="http://schemas.openxmlformats.org/officeDocument/2006/relationships/slideLayout" Target="../slideLayouts/slideLayout123.xml"/><Relationship Id="rId133" Type="http://schemas.openxmlformats.org/officeDocument/2006/relationships/slideLayout" Target="../slideLayouts/slideLayout144.xml"/><Relationship Id="rId154" Type="http://schemas.openxmlformats.org/officeDocument/2006/relationships/slideLayout" Target="../slideLayouts/slideLayout165.xml"/><Relationship Id="rId175" Type="http://schemas.openxmlformats.org/officeDocument/2006/relationships/slideLayout" Target="../slideLayouts/slideLayout186.xml"/><Relationship Id="rId196" Type="http://schemas.openxmlformats.org/officeDocument/2006/relationships/slideLayout" Target="../slideLayouts/slideLayout207.xml"/><Relationship Id="rId200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7.xml"/><Relationship Id="rId221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48.xml"/><Relationship Id="rId58" Type="http://schemas.openxmlformats.org/officeDocument/2006/relationships/slideLayout" Target="../slideLayouts/slideLayout69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123" Type="http://schemas.openxmlformats.org/officeDocument/2006/relationships/slideLayout" Target="../slideLayouts/slideLayout134.xml"/><Relationship Id="rId144" Type="http://schemas.openxmlformats.org/officeDocument/2006/relationships/slideLayout" Target="../slideLayouts/slideLayout155.xml"/><Relationship Id="rId90" Type="http://schemas.openxmlformats.org/officeDocument/2006/relationships/slideLayout" Target="../slideLayouts/slideLayout101.xml"/><Relationship Id="rId165" Type="http://schemas.openxmlformats.org/officeDocument/2006/relationships/slideLayout" Target="../slideLayouts/slideLayout176.xml"/><Relationship Id="rId186" Type="http://schemas.openxmlformats.org/officeDocument/2006/relationships/slideLayout" Target="../slideLayouts/slideLayout197.xml"/><Relationship Id="rId211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80.xml"/><Relationship Id="rId113" Type="http://schemas.openxmlformats.org/officeDocument/2006/relationships/slideLayout" Target="../slideLayouts/slideLayout124.xml"/><Relationship Id="rId134" Type="http://schemas.openxmlformats.org/officeDocument/2006/relationships/slideLayout" Target="../slideLayouts/slideLayout145.xml"/><Relationship Id="rId80" Type="http://schemas.openxmlformats.org/officeDocument/2006/relationships/slideLayout" Target="../slideLayouts/slideLayout91.xml"/><Relationship Id="rId155" Type="http://schemas.openxmlformats.org/officeDocument/2006/relationships/slideLayout" Target="../slideLayouts/slideLayout166.xml"/><Relationship Id="rId176" Type="http://schemas.openxmlformats.org/officeDocument/2006/relationships/slideLayout" Target="../slideLayouts/slideLayout187.xml"/><Relationship Id="rId197" Type="http://schemas.openxmlformats.org/officeDocument/2006/relationships/slideLayout" Target="../slideLayouts/slideLayout208.xml"/><Relationship Id="rId201" Type="http://schemas.openxmlformats.org/officeDocument/2006/relationships/slideLayout" Target="../slideLayouts/slideLayout212.xml"/><Relationship Id="rId22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24" Type="http://schemas.openxmlformats.org/officeDocument/2006/relationships/slideLayout" Target="../slideLayouts/slideLayout135.xml"/><Relationship Id="rId70" Type="http://schemas.openxmlformats.org/officeDocument/2006/relationships/slideLayout" Target="../slideLayouts/slideLayout81.xml"/><Relationship Id="rId91" Type="http://schemas.openxmlformats.org/officeDocument/2006/relationships/slideLayout" Target="../slideLayouts/slideLayout102.xml"/><Relationship Id="rId145" Type="http://schemas.openxmlformats.org/officeDocument/2006/relationships/slideLayout" Target="../slideLayouts/slideLayout156.xml"/><Relationship Id="rId166" Type="http://schemas.openxmlformats.org/officeDocument/2006/relationships/slideLayout" Target="../slideLayouts/slideLayout177.xml"/><Relationship Id="rId187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2.xml"/><Relationship Id="rId212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60.xml"/><Relationship Id="rId114" Type="http://schemas.openxmlformats.org/officeDocument/2006/relationships/slideLayout" Target="../slideLayouts/slideLayout125.xml"/><Relationship Id="rId60" Type="http://schemas.openxmlformats.org/officeDocument/2006/relationships/slideLayout" Target="../slideLayouts/slideLayout71.xml"/><Relationship Id="rId81" Type="http://schemas.openxmlformats.org/officeDocument/2006/relationships/slideLayout" Target="../slideLayouts/slideLayout92.xml"/><Relationship Id="rId135" Type="http://schemas.openxmlformats.org/officeDocument/2006/relationships/slideLayout" Target="../slideLayouts/slideLayout146.xml"/><Relationship Id="rId156" Type="http://schemas.openxmlformats.org/officeDocument/2006/relationships/slideLayout" Target="../slideLayouts/slideLayout167.xml"/><Relationship Id="rId177" Type="http://schemas.openxmlformats.org/officeDocument/2006/relationships/slideLayout" Target="../slideLayouts/slideLayout188.xml"/><Relationship Id="rId198" Type="http://schemas.openxmlformats.org/officeDocument/2006/relationships/slideLayout" Target="../slideLayouts/slideLayout209.xml"/><Relationship Id="rId202" Type="http://schemas.openxmlformats.org/officeDocument/2006/relationships/slideLayout" Target="../slideLayouts/slideLayout213.xml"/><Relationship Id="rId22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61.xml"/><Relationship Id="rId104" Type="http://schemas.openxmlformats.org/officeDocument/2006/relationships/slideLayout" Target="../slideLayouts/slideLayout115.xml"/><Relationship Id="rId125" Type="http://schemas.openxmlformats.org/officeDocument/2006/relationships/slideLayout" Target="../slideLayouts/slideLayout136.xml"/><Relationship Id="rId146" Type="http://schemas.openxmlformats.org/officeDocument/2006/relationships/slideLayout" Target="../slideLayouts/slideLayout157.xml"/><Relationship Id="rId167" Type="http://schemas.openxmlformats.org/officeDocument/2006/relationships/slideLayout" Target="../slideLayouts/slideLayout178.xml"/><Relationship Id="rId188" Type="http://schemas.openxmlformats.org/officeDocument/2006/relationships/slideLayout" Target="../slideLayouts/slideLayout199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1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51.xml"/><Relationship Id="rId115" Type="http://schemas.openxmlformats.org/officeDocument/2006/relationships/slideLayout" Target="../slideLayouts/slideLayout126.xml"/><Relationship Id="rId136" Type="http://schemas.openxmlformats.org/officeDocument/2006/relationships/slideLayout" Target="../slideLayouts/slideLayout147.xml"/><Relationship Id="rId157" Type="http://schemas.openxmlformats.org/officeDocument/2006/relationships/slideLayout" Target="../slideLayouts/slideLayout168.xml"/><Relationship Id="rId178" Type="http://schemas.openxmlformats.org/officeDocument/2006/relationships/slideLayout" Target="../slideLayouts/slideLayout189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9" Type="http://schemas.openxmlformats.org/officeDocument/2006/relationships/slideLayout" Target="../slideLayouts/slideLayout210.xml"/><Relationship Id="rId203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30.xml"/><Relationship Id="rId224" Type="http://schemas.openxmlformats.org/officeDocument/2006/relationships/slideLayout" Target="../slideLayouts/slideLayout235.xml"/><Relationship Id="rId30" Type="http://schemas.openxmlformats.org/officeDocument/2006/relationships/slideLayout" Target="../slideLayouts/slideLayout41.xml"/><Relationship Id="rId105" Type="http://schemas.openxmlformats.org/officeDocument/2006/relationships/slideLayout" Target="../slideLayouts/slideLayout116.xml"/><Relationship Id="rId126" Type="http://schemas.openxmlformats.org/officeDocument/2006/relationships/slideLayout" Target="../slideLayouts/slideLayout137.xml"/><Relationship Id="rId147" Type="http://schemas.openxmlformats.org/officeDocument/2006/relationships/slideLayout" Target="../slideLayouts/slideLayout158.xml"/><Relationship Id="rId16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189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4.xml"/><Relationship Id="rId214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CB2048E-45A0-191C-A55D-DBB33A556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5DE6A1-E7BE-190B-D634-F0B7A994B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3FC1DE-4B94-DD9B-A629-729B5D694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3BE55-51F8-48F8-B906-86A238F7451B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37172E-2222-7FC1-C049-B4B4BD423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4D446B-559F-9EC3-B061-53688EDA6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8A7CF-4A6D-427D-82BE-A7021695A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46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  <p:sldLayoutId id="2147483866" r:id="rId206"/>
    <p:sldLayoutId id="2147483867" r:id="rId207"/>
    <p:sldLayoutId id="2147483868" r:id="rId208"/>
    <p:sldLayoutId id="2147483869" r:id="rId209"/>
    <p:sldLayoutId id="2147483870" r:id="rId210"/>
    <p:sldLayoutId id="2147483871" r:id="rId211"/>
    <p:sldLayoutId id="2147483872" r:id="rId212"/>
    <p:sldLayoutId id="2147483873" r:id="rId213"/>
    <p:sldLayoutId id="2147483874" r:id="rId214"/>
    <p:sldLayoutId id="2147483875" r:id="rId215"/>
    <p:sldLayoutId id="2147483876" r:id="rId216"/>
    <p:sldLayoutId id="2147483877" r:id="rId217"/>
    <p:sldLayoutId id="2147483878" r:id="rId218"/>
    <p:sldLayoutId id="2147483879" r:id="rId219"/>
    <p:sldLayoutId id="2147483880" r:id="rId220"/>
    <p:sldLayoutId id="2147483881" r:id="rId221"/>
    <p:sldLayoutId id="2147483882" r:id="rId222"/>
    <p:sldLayoutId id="2147483883" r:id="rId223"/>
    <p:sldLayoutId id="2147483884" r:id="rId224"/>
    <p:sldLayoutId id="2147483885" r:id="rId225"/>
    <p:sldLayoutId id="2147483886" r:id="rId226"/>
    <p:sldLayoutId id="2147483887" r:id="rId227"/>
    <p:sldLayoutId id="2147483888" r:id="rId228"/>
    <p:sldLayoutId id="2147483889" r:id="rId229"/>
    <p:sldLayoutId id="2147483890" r:id="rId23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D21F8C7-12E0-4CE2-B2B4-3DEE3BB47035}"/>
              </a:ext>
            </a:extLst>
          </p:cNvPr>
          <p:cNvSpPr txBox="1"/>
          <p:nvPr/>
        </p:nvSpPr>
        <p:spPr>
          <a:xfrm>
            <a:off x="1680088" y="3776676"/>
            <a:ext cx="5612248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67" dirty="0">
                <a:solidFill>
                  <a:srgbClr val="B6B6BD"/>
                </a:solidFill>
                <a:latin typeface="Source Sans Pro"/>
              </a:rPr>
              <a:t>Benutzersteuerungen und Rechte innerhalb eines Repository</a:t>
            </a:r>
            <a:endParaRPr kumimoji="0" lang="de-DE" sz="1867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57414-E1D7-4B68-AE57-2C22A4B1A300}"/>
              </a:ext>
            </a:extLst>
          </p:cNvPr>
          <p:cNvSpPr txBox="1"/>
          <p:nvPr/>
        </p:nvSpPr>
        <p:spPr>
          <a:xfrm>
            <a:off x="397566" y="1883062"/>
            <a:ext cx="6894770" cy="1939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Roboto Black" panose="02000000000000000000" pitchFamily="2" charset="0"/>
                <a:cs typeface="+mn-cs"/>
              </a:rPr>
              <a:t>GIT für Entwickler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334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Zentralisierung und Kontrolle des Zugriffs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B051B-E820-4754-9C07-E245C0DA7850}"/>
              </a:ext>
            </a:extLst>
          </p:cNvPr>
          <p:cNvSpPr txBox="1"/>
          <p:nvPr/>
        </p:nvSpPr>
        <p:spPr>
          <a:xfrm>
            <a:off x="609600" y="6076279"/>
            <a:ext cx="2641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© 2023 Ben Coepp Publishing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BB7B-0480-4D69-AB1A-CBC77C7904BB}"/>
              </a:ext>
            </a:extLst>
          </p:cNvPr>
          <p:cNvSpPr txBox="1"/>
          <p:nvPr/>
        </p:nvSpPr>
        <p:spPr>
          <a:xfrm>
            <a:off x="609600" y="4082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B2DFD-0BD6-4013-8B00-B7D217A68CD6}"/>
              </a:ext>
            </a:extLst>
          </p:cNvPr>
          <p:cNvCxnSpPr>
            <a:cxnSpLocks/>
          </p:cNvCxnSpPr>
          <p:nvPr/>
        </p:nvCxnSpPr>
        <p:spPr>
          <a:xfrm>
            <a:off x="609600" y="6420523"/>
            <a:ext cx="2990490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90D2E-BA9E-4B34-9BC6-3A57DB73B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-20531"/>
            <a:ext cx="4340351" cy="6858000"/>
          </a:xfrm>
        </p:spPr>
      </p:sp>
    </p:spTree>
    <p:extLst>
      <p:ext uri="{BB962C8B-B14F-4D97-AF65-F5344CB8AC3E}">
        <p14:creationId xmlns:p14="http://schemas.microsoft.com/office/powerpoint/2010/main" val="107367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0E2F-1ABB-4BD0-A32D-836CC0B8A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109083D-E2F8-4D62-88DE-C70082648A7D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0 w 4343400"/>
              <a:gd name="connsiteY0" fmla="*/ 0 h 10287000"/>
              <a:gd name="connsiteX1" fmla="*/ 4343400 w 4343400"/>
              <a:gd name="connsiteY1" fmla="*/ 0 h 10287000"/>
              <a:gd name="connsiteX2" fmla="*/ 2057400 w 4343400"/>
              <a:gd name="connsiteY2" fmla="*/ 10287000 h 10287000"/>
              <a:gd name="connsiteX3" fmla="*/ 0 w 43434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10287000">
                <a:moveTo>
                  <a:pt x="0" y="0"/>
                </a:moveTo>
                <a:lnTo>
                  <a:pt x="4343400" y="0"/>
                </a:lnTo>
                <a:lnTo>
                  <a:pt x="2057400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334DF-B59D-46F2-B296-F211CF667F32}"/>
              </a:ext>
            </a:extLst>
          </p:cNvPr>
          <p:cNvSpPr txBox="1"/>
          <p:nvPr/>
        </p:nvSpPr>
        <p:spPr>
          <a:xfrm rot="16200000">
            <a:off x="-2131946" y="2705725"/>
            <a:ext cx="5997715" cy="1446550"/>
          </a:xfrm>
          <a:prstGeom prst="rect">
            <a:avLst/>
          </a:prstGeom>
          <a:noFill/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Zugriff Kontrolle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BF81A-DC00-4BEE-96D1-61632F0B67E4}"/>
              </a:ext>
            </a:extLst>
          </p:cNvPr>
          <p:cNvSpPr txBox="1"/>
          <p:nvPr/>
        </p:nvSpPr>
        <p:spPr>
          <a:xfrm>
            <a:off x="7467600" y="1467800"/>
            <a:ext cx="3810001" cy="140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Einführung in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GitLab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Git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-Repositorien auf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GitLab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Täglicher Arbeitsablauf (Workflow)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FFDCEB-84AF-4EE8-A609-BB926F90B79B}"/>
              </a:ext>
            </a:extLst>
          </p:cNvPr>
          <p:cNvCxnSpPr>
            <a:cxnSpLocks/>
          </p:cNvCxnSpPr>
          <p:nvPr/>
        </p:nvCxnSpPr>
        <p:spPr>
          <a:xfrm>
            <a:off x="5759449" y="5588981"/>
            <a:ext cx="5518151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432E4E-F536-4AF0-AA67-DA587EA3E023}"/>
              </a:ext>
            </a:extLst>
          </p:cNvPr>
          <p:cNvSpPr txBox="1"/>
          <p:nvPr/>
        </p:nvSpPr>
        <p:spPr>
          <a:xfrm>
            <a:off x="7213601" y="5054600"/>
            <a:ext cx="406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von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 Cöppicus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56C5D-A638-42A1-BC23-1FFA8EAFFCC2}"/>
              </a:ext>
            </a:extLst>
          </p:cNvPr>
          <p:cNvSpPr txBox="1"/>
          <p:nvPr/>
        </p:nvSpPr>
        <p:spPr>
          <a:xfrm>
            <a:off x="6654801" y="5746214"/>
            <a:ext cx="462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Tx/>
              <a:buNone/>
              <a:tabLst/>
              <a:defRPr/>
            </a:pPr>
            <a:r>
              <a:rPr kumimoji="0" lang="de-DE" sz="13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16.08.2023 @ </a:t>
            </a:r>
            <a:r>
              <a:rPr kumimoji="0" lang="de-DE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BenCoeppPublishing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83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Einführung in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GitLab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-Repositorien auf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GitLab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20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Täglicher Arbeitsablauf (Workflow)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005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ARAL LAYOUTS">
  <a:themeElements>
    <a:clrScheme name="VIVID21-00-Default">
      <a:dk1>
        <a:srgbClr val="171C30"/>
      </a:dk1>
      <a:lt1>
        <a:srgbClr val="FFFFFF"/>
      </a:lt1>
      <a:dk2>
        <a:srgbClr val="B6B6BD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ce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Breitbild</PresentationFormat>
  <Paragraphs>18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4" baseType="lpstr">
      <vt:lpstr>Arial</vt:lpstr>
      <vt:lpstr>Bebas Neue</vt:lpstr>
      <vt:lpstr>Calibri</vt:lpstr>
      <vt:lpstr>Calibri Light</vt:lpstr>
      <vt:lpstr>Montserrat</vt:lpstr>
      <vt:lpstr>Source Sans Pro</vt:lpstr>
      <vt:lpstr>Source Sans Pro Black</vt:lpstr>
      <vt:lpstr>Office</vt:lpstr>
      <vt:lpstr>GENARAL LAYOUTS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Ben Cöppicus</dc:creator>
  <cp:lastModifiedBy>Ben Cöppicus</cp:lastModifiedBy>
  <cp:revision>3</cp:revision>
  <dcterms:created xsi:type="dcterms:W3CDTF">2023-08-16T17:25:59Z</dcterms:created>
  <dcterms:modified xsi:type="dcterms:W3CDTF">2023-08-16T17:27:44Z</dcterms:modified>
</cp:coreProperties>
</file>