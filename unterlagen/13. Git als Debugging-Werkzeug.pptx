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109.xml" ContentType="application/vnd.openxmlformats-officedocument.presentationml.slideLayout+xml"/>
  <Override PartName="/ppt/slideLayouts/slideLayout110.xml" ContentType="application/vnd.openxmlformats-officedocument.presentationml.slideLayout+xml"/>
  <Override PartName="/ppt/slideLayouts/slideLayout111.xml" ContentType="application/vnd.openxmlformats-officedocument.presentationml.slideLayout+xml"/>
  <Override PartName="/ppt/slideLayouts/slideLayout112.xml" ContentType="application/vnd.openxmlformats-officedocument.presentationml.slideLayout+xml"/>
  <Override PartName="/ppt/slideLayouts/slideLayout113.xml" ContentType="application/vnd.openxmlformats-officedocument.presentationml.slideLayout+xml"/>
  <Override PartName="/ppt/slideLayouts/slideLayout114.xml" ContentType="application/vnd.openxmlformats-officedocument.presentationml.slideLayout+xml"/>
  <Override PartName="/ppt/slideLayouts/slideLayout115.xml" ContentType="application/vnd.openxmlformats-officedocument.presentationml.slideLayout+xml"/>
  <Override PartName="/ppt/slideLayouts/slideLayout116.xml" ContentType="application/vnd.openxmlformats-officedocument.presentationml.slideLayout+xml"/>
  <Override PartName="/ppt/slideLayouts/slideLayout117.xml" ContentType="application/vnd.openxmlformats-officedocument.presentationml.slideLayout+xml"/>
  <Override PartName="/ppt/slideLayouts/slideLayout118.xml" ContentType="application/vnd.openxmlformats-officedocument.presentationml.slideLayout+xml"/>
  <Override PartName="/ppt/slideLayouts/slideLayout119.xml" ContentType="application/vnd.openxmlformats-officedocument.presentationml.slideLayout+xml"/>
  <Override PartName="/ppt/slideLayouts/slideLayout120.xml" ContentType="application/vnd.openxmlformats-officedocument.presentationml.slideLayout+xml"/>
  <Override PartName="/ppt/slideLayouts/slideLayout121.xml" ContentType="application/vnd.openxmlformats-officedocument.presentationml.slideLayout+xml"/>
  <Override PartName="/ppt/slideLayouts/slideLayout122.xml" ContentType="application/vnd.openxmlformats-officedocument.presentationml.slideLayout+xml"/>
  <Override PartName="/ppt/slideLayouts/slideLayout123.xml" ContentType="application/vnd.openxmlformats-officedocument.presentationml.slideLayout+xml"/>
  <Override PartName="/ppt/slideLayouts/slideLayout124.xml" ContentType="application/vnd.openxmlformats-officedocument.presentationml.slideLayout+xml"/>
  <Override PartName="/ppt/slideLayouts/slideLayout125.xml" ContentType="application/vnd.openxmlformats-officedocument.presentationml.slideLayout+xml"/>
  <Override PartName="/ppt/slideLayouts/slideLayout126.xml" ContentType="application/vnd.openxmlformats-officedocument.presentationml.slideLayout+xml"/>
  <Override PartName="/ppt/slideLayouts/slideLayout127.xml" ContentType="application/vnd.openxmlformats-officedocument.presentationml.slideLayout+xml"/>
  <Override PartName="/ppt/slideLayouts/slideLayout128.xml" ContentType="application/vnd.openxmlformats-officedocument.presentationml.slideLayout+xml"/>
  <Override PartName="/ppt/slideLayouts/slideLayout129.xml" ContentType="application/vnd.openxmlformats-officedocument.presentationml.slideLayout+xml"/>
  <Override PartName="/ppt/slideLayouts/slideLayout130.xml" ContentType="application/vnd.openxmlformats-officedocument.presentationml.slideLayout+xml"/>
  <Override PartName="/ppt/slideLayouts/slideLayout131.xml" ContentType="application/vnd.openxmlformats-officedocument.presentationml.slideLayout+xml"/>
  <Override PartName="/ppt/slideLayouts/slideLayout132.xml" ContentType="application/vnd.openxmlformats-officedocument.presentationml.slideLayout+xml"/>
  <Override PartName="/ppt/slideLayouts/slideLayout133.xml" ContentType="application/vnd.openxmlformats-officedocument.presentationml.slideLayout+xml"/>
  <Override PartName="/ppt/slideLayouts/slideLayout134.xml" ContentType="application/vnd.openxmlformats-officedocument.presentationml.slideLayout+xml"/>
  <Override PartName="/ppt/slideLayouts/slideLayout135.xml" ContentType="application/vnd.openxmlformats-officedocument.presentationml.slideLayout+xml"/>
  <Override PartName="/ppt/slideLayouts/slideLayout136.xml" ContentType="application/vnd.openxmlformats-officedocument.presentationml.slideLayout+xml"/>
  <Override PartName="/ppt/slideLayouts/slideLayout137.xml" ContentType="application/vnd.openxmlformats-officedocument.presentationml.slideLayout+xml"/>
  <Override PartName="/ppt/slideLayouts/slideLayout138.xml" ContentType="application/vnd.openxmlformats-officedocument.presentationml.slideLayout+xml"/>
  <Override PartName="/ppt/slideLayouts/slideLayout139.xml" ContentType="application/vnd.openxmlformats-officedocument.presentationml.slideLayout+xml"/>
  <Override PartName="/ppt/slideLayouts/slideLayout140.xml" ContentType="application/vnd.openxmlformats-officedocument.presentationml.slideLayout+xml"/>
  <Override PartName="/ppt/slideLayouts/slideLayout141.xml" ContentType="application/vnd.openxmlformats-officedocument.presentationml.slideLayout+xml"/>
  <Override PartName="/ppt/slideLayouts/slideLayout142.xml" ContentType="application/vnd.openxmlformats-officedocument.presentationml.slideLayout+xml"/>
  <Override PartName="/ppt/slideLayouts/slideLayout143.xml" ContentType="application/vnd.openxmlformats-officedocument.presentationml.slideLayout+xml"/>
  <Override PartName="/ppt/slideLayouts/slideLayout144.xml" ContentType="application/vnd.openxmlformats-officedocument.presentationml.slideLayout+xml"/>
  <Override PartName="/ppt/slideLayouts/slideLayout145.xml" ContentType="application/vnd.openxmlformats-officedocument.presentationml.slideLayout+xml"/>
  <Override PartName="/ppt/slideLayouts/slideLayout146.xml" ContentType="application/vnd.openxmlformats-officedocument.presentationml.slideLayout+xml"/>
  <Override PartName="/ppt/slideLayouts/slideLayout147.xml" ContentType="application/vnd.openxmlformats-officedocument.presentationml.slideLayout+xml"/>
  <Override PartName="/ppt/slideLayouts/slideLayout148.xml" ContentType="application/vnd.openxmlformats-officedocument.presentationml.slideLayout+xml"/>
  <Override PartName="/ppt/slideLayouts/slideLayout149.xml" ContentType="application/vnd.openxmlformats-officedocument.presentationml.slideLayout+xml"/>
  <Override PartName="/ppt/slideLayouts/slideLayout150.xml" ContentType="application/vnd.openxmlformats-officedocument.presentationml.slideLayout+xml"/>
  <Override PartName="/ppt/slideLayouts/slideLayout151.xml" ContentType="application/vnd.openxmlformats-officedocument.presentationml.slideLayout+xml"/>
  <Override PartName="/ppt/slideLayouts/slideLayout152.xml" ContentType="application/vnd.openxmlformats-officedocument.presentationml.slideLayout+xml"/>
  <Override PartName="/ppt/slideLayouts/slideLayout153.xml" ContentType="application/vnd.openxmlformats-officedocument.presentationml.slideLayout+xml"/>
  <Override PartName="/ppt/slideLayouts/slideLayout154.xml" ContentType="application/vnd.openxmlformats-officedocument.presentationml.slideLayout+xml"/>
  <Override PartName="/ppt/slideLayouts/slideLayout155.xml" ContentType="application/vnd.openxmlformats-officedocument.presentationml.slideLayout+xml"/>
  <Override PartName="/ppt/slideLayouts/slideLayout156.xml" ContentType="application/vnd.openxmlformats-officedocument.presentationml.slideLayout+xml"/>
  <Override PartName="/ppt/slideLayouts/slideLayout157.xml" ContentType="application/vnd.openxmlformats-officedocument.presentationml.slideLayout+xml"/>
  <Override PartName="/ppt/slideLayouts/slideLayout158.xml" ContentType="application/vnd.openxmlformats-officedocument.presentationml.slideLayout+xml"/>
  <Override PartName="/ppt/slideLayouts/slideLayout159.xml" ContentType="application/vnd.openxmlformats-officedocument.presentationml.slideLayout+xml"/>
  <Override PartName="/ppt/slideLayouts/slideLayout160.xml" ContentType="application/vnd.openxmlformats-officedocument.presentationml.slideLayout+xml"/>
  <Override PartName="/ppt/slideLayouts/slideLayout161.xml" ContentType="application/vnd.openxmlformats-officedocument.presentationml.slideLayout+xml"/>
  <Override PartName="/ppt/slideLayouts/slideLayout162.xml" ContentType="application/vnd.openxmlformats-officedocument.presentationml.slideLayout+xml"/>
  <Override PartName="/ppt/slideLayouts/slideLayout163.xml" ContentType="application/vnd.openxmlformats-officedocument.presentationml.slideLayout+xml"/>
  <Override PartName="/ppt/slideLayouts/slideLayout164.xml" ContentType="application/vnd.openxmlformats-officedocument.presentationml.slideLayout+xml"/>
  <Override PartName="/ppt/slideLayouts/slideLayout165.xml" ContentType="application/vnd.openxmlformats-officedocument.presentationml.slideLayout+xml"/>
  <Override PartName="/ppt/slideLayouts/slideLayout166.xml" ContentType="application/vnd.openxmlformats-officedocument.presentationml.slideLayout+xml"/>
  <Override PartName="/ppt/slideLayouts/slideLayout167.xml" ContentType="application/vnd.openxmlformats-officedocument.presentationml.slideLayout+xml"/>
  <Override PartName="/ppt/slideLayouts/slideLayout168.xml" ContentType="application/vnd.openxmlformats-officedocument.presentationml.slideLayout+xml"/>
  <Override PartName="/ppt/slideLayouts/slideLayout169.xml" ContentType="application/vnd.openxmlformats-officedocument.presentationml.slideLayout+xml"/>
  <Override PartName="/ppt/slideLayouts/slideLayout170.xml" ContentType="application/vnd.openxmlformats-officedocument.presentationml.slideLayout+xml"/>
  <Override PartName="/ppt/slideLayouts/slideLayout171.xml" ContentType="application/vnd.openxmlformats-officedocument.presentationml.slideLayout+xml"/>
  <Override PartName="/ppt/slideLayouts/slideLayout172.xml" ContentType="application/vnd.openxmlformats-officedocument.presentationml.slideLayout+xml"/>
  <Override PartName="/ppt/slideLayouts/slideLayout173.xml" ContentType="application/vnd.openxmlformats-officedocument.presentationml.slideLayout+xml"/>
  <Override PartName="/ppt/slideLayouts/slideLayout174.xml" ContentType="application/vnd.openxmlformats-officedocument.presentationml.slideLayout+xml"/>
  <Override PartName="/ppt/slideLayouts/slideLayout175.xml" ContentType="application/vnd.openxmlformats-officedocument.presentationml.slideLayout+xml"/>
  <Override PartName="/ppt/slideLayouts/slideLayout176.xml" ContentType="application/vnd.openxmlformats-officedocument.presentationml.slideLayout+xml"/>
  <Override PartName="/ppt/slideLayouts/slideLayout177.xml" ContentType="application/vnd.openxmlformats-officedocument.presentationml.slideLayout+xml"/>
  <Override PartName="/ppt/slideLayouts/slideLayout178.xml" ContentType="application/vnd.openxmlformats-officedocument.presentationml.slideLayout+xml"/>
  <Override PartName="/ppt/slideLayouts/slideLayout179.xml" ContentType="application/vnd.openxmlformats-officedocument.presentationml.slideLayout+xml"/>
  <Override PartName="/ppt/slideLayouts/slideLayout180.xml" ContentType="application/vnd.openxmlformats-officedocument.presentationml.slideLayout+xml"/>
  <Override PartName="/ppt/slideLayouts/slideLayout181.xml" ContentType="application/vnd.openxmlformats-officedocument.presentationml.slideLayout+xml"/>
  <Override PartName="/ppt/slideLayouts/slideLayout182.xml" ContentType="application/vnd.openxmlformats-officedocument.presentationml.slideLayout+xml"/>
  <Override PartName="/ppt/slideLayouts/slideLayout183.xml" ContentType="application/vnd.openxmlformats-officedocument.presentationml.slideLayout+xml"/>
  <Override PartName="/ppt/slideLayouts/slideLayout184.xml" ContentType="application/vnd.openxmlformats-officedocument.presentationml.slideLayout+xml"/>
  <Override PartName="/ppt/slideLayouts/slideLayout185.xml" ContentType="application/vnd.openxmlformats-officedocument.presentationml.slideLayout+xml"/>
  <Override PartName="/ppt/slideLayouts/slideLayout186.xml" ContentType="application/vnd.openxmlformats-officedocument.presentationml.slideLayout+xml"/>
  <Override PartName="/ppt/slideLayouts/slideLayout187.xml" ContentType="application/vnd.openxmlformats-officedocument.presentationml.slideLayout+xml"/>
  <Override PartName="/ppt/slideLayouts/slideLayout188.xml" ContentType="application/vnd.openxmlformats-officedocument.presentationml.slideLayout+xml"/>
  <Override PartName="/ppt/slideLayouts/slideLayout189.xml" ContentType="application/vnd.openxmlformats-officedocument.presentationml.slideLayout+xml"/>
  <Override PartName="/ppt/slideLayouts/slideLayout190.xml" ContentType="application/vnd.openxmlformats-officedocument.presentationml.slideLayout+xml"/>
  <Override PartName="/ppt/slideLayouts/slideLayout191.xml" ContentType="application/vnd.openxmlformats-officedocument.presentationml.slideLayout+xml"/>
  <Override PartName="/ppt/slideLayouts/slideLayout192.xml" ContentType="application/vnd.openxmlformats-officedocument.presentationml.slideLayout+xml"/>
  <Override PartName="/ppt/slideLayouts/slideLayout193.xml" ContentType="application/vnd.openxmlformats-officedocument.presentationml.slideLayout+xml"/>
  <Override PartName="/ppt/slideLayouts/slideLayout194.xml" ContentType="application/vnd.openxmlformats-officedocument.presentationml.slideLayout+xml"/>
  <Override PartName="/ppt/slideLayouts/slideLayout195.xml" ContentType="application/vnd.openxmlformats-officedocument.presentationml.slideLayout+xml"/>
  <Override PartName="/ppt/slideLayouts/slideLayout196.xml" ContentType="application/vnd.openxmlformats-officedocument.presentationml.slideLayout+xml"/>
  <Override PartName="/ppt/slideLayouts/slideLayout197.xml" ContentType="application/vnd.openxmlformats-officedocument.presentationml.slideLayout+xml"/>
  <Override PartName="/ppt/slideLayouts/slideLayout198.xml" ContentType="application/vnd.openxmlformats-officedocument.presentationml.slideLayout+xml"/>
  <Override PartName="/ppt/slideLayouts/slideLayout199.xml" ContentType="application/vnd.openxmlformats-officedocument.presentationml.slideLayout+xml"/>
  <Override PartName="/ppt/slideLayouts/slideLayout200.xml" ContentType="application/vnd.openxmlformats-officedocument.presentationml.slideLayout+xml"/>
  <Override PartName="/ppt/slideLayouts/slideLayout201.xml" ContentType="application/vnd.openxmlformats-officedocument.presentationml.slideLayout+xml"/>
  <Override PartName="/ppt/slideLayouts/slideLayout202.xml" ContentType="application/vnd.openxmlformats-officedocument.presentationml.slideLayout+xml"/>
  <Override PartName="/ppt/slideLayouts/slideLayout203.xml" ContentType="application/vnd.openxmlformats-officedocument.presentationml.slideLayout+xml"/>
  <Override PartName="/ppt/slideLayouts/slideLayout204.xml" ContentType="application/vnd.openxmlformats-officedocument.presentationml.slideLayout+xml"/>
  <Override PartName="/ppt/slideLayouts/slideLayout205.xml" ContentType="application/vnd.openxmlformats-officedocument.presentationml.slideLayout+xml"/>
  <Override PartName="/ppt/slideLayouts/slideLayout206.xml" ContentType="application/vnd.openxmlformats-officedocument.presentationml.slideLayout+xml"/>
  <Override PartName="/ppt/slideLayouts/slideLayout207.xml" ContentType="application/vnd.openxmlformats-officedocument.presentationml.slideLayout+xml"/>
  <Override PartName="/ppt/slideLayouts/slideLayout208.xml" ContentType="application/vnd.openxmlformats-officedocument.presentationml.slideLayout+xml"/>
  <Override PartName="/ppt/slideLayouts/slideLayout209.xml" ContentType="application/vnd.openxmlformats-officedocument.presentationml.slideLayout+xml"/>
  <Override PartName="/ppt/slideLayouts/slideLayout210.xml" ContentType="application/vnd.openxmlformats-officedocument.presentationml.slideLayout+xml"/>
  <Override PartName="/ppt/slideLayouts/slideLayout211.xml" ContentType="application/vnd.openxmlformats-officedocument.presentationml.slideLayout+xml"/>
  <Override PartName="/ppt/slideLayouts/slideLayout212.xml" ContentType="application/vnd.openxmlformats-officedocument.presentationml.slideLayout+xml"/>
  <Override PartName="/ppt/slideLayouts/slideLayout213.xml" ContentType="application/vnd.openxmlformats-officedocument.presentationml.slideLayout+xml"/>
  <Override PartName="/ppt/slideLayouts/slideLayout214.xml" ContentType="application/vnd.openxmlformats-officedocument.presentationml.slideLayout+xml"/>
  <Override PartName="/ppt/slideLayouts/slideLayout215.xml" ContentType="application/vnd.openxmlformats-officedocument.presentationml.slideLayout+xml"/>
  <Override PartName="/ppt/slideLayouts/slideLayout216.xml" ContentType="application/vnd.openxmlformats-officedocument.presentationml.slideLayout+xml"/>
  <Override PartName="/ppt/slideLayouts/slideLayout217.xml" ContentType="application/vnd.openxmlformats-officedocument.presentationml.slideLayout+xml"/>
  <Override PartName="/ppt/slideLayouts/slideLayout218.xml" ContentType="application/vnd.openxmlformats-officedocument.presentationml.slideLayout+xml"/>
  <Override PartName="/ppt/slideLayouts/slideLayout219.xml" ContentType="application/vnd.openxmlformats-officedocument.presentationml.slideLayout+xml"/>
  <Override PartName="/ppt/slideLayouts/slideLayout220.xml" ContentType="application/vnd.openxmlformats-officedocument.presentationml.slideLayout+xml"/>
  <Override PartName="/ppt/slideLayouts/slideLayout221.xml" ContentType="application/vnd.openxmlformats-officedocument.presentationml.slideLayout+xml"/>
  <Override PartName="/ppt/slideLayouts/slideLayout222.xml" ContentType="application/vnd.openxmlformats-officedocument.presentationml.slideLayout+xml"/>
  <Override PartName="/ppt/slideLayouts/slideLayout223.xml" ContentType="application/vnd.openxmlformats-officedocument.presentationml.slideLayout+xml"/>
  <Override PartName="/ppt/slideLayouts/slideLayout224.xml" ContentType="application/vnd.openxmlformats-officedocument.presentationml.slideLayout+xml"/>
  <Override PartName="/ppt/slideLayouts/slideLayout225.xml" ContentType="application/vnd.openxmlformats-officedocument.presentationml.slideLayout+xml"/>
  <Override PartName="/ppt/slideLayouts/slideLayout226.xml" ContentType="application/vnd.openxmlformats-officedocument.presentationml.slideLayout+xml"/>
  <Override PartName="/ppt/slideLayouts/slideLayout227.xml" ContentType="application/vnd.openxmlformats-officedocument.presentationml.slideLayout+xml"/>
  <Override PartName="/ppt/slideLayouts/slideLayout228.xml" ContentType="application/vnd.openxmlformats-officedocument.presentationml.slideLayout+xml"/>
  <Override PartName="/ppt/slideLayouts/slideLayout229.xml" ContentType="application/vnd.openxmlformats-officedocument.presentationml.slideLayout+xml"/>
  <Override PartName="/ppt/slideLayouts/slideLayout230.xml" ContentType="application/vnd.openxmlformats-officedocument.presentationml.slideLayout+xml"/>
  <Override PartName="/ppt/slideLayouts/slideLayout231.xml" ContentType="application/vnd.openxmlformats-officedocument.presentationml.slideLayout+xml"/>
  <Override PartName="/ppt/slideLayouts/slideLayout232.xml" ContentType="application/vnd.openxmlformats-officedocument.presentationml.slideLayout+xml"/>
  <Override PartName="/ppt/slideLayouts/slideLayout233.xml" ContentType="application/vnd.openxmlformats-officedocument.presentationml.slideLayout+xml"/>
  <Override PartName="/ppt/slideLayouts/slideLayout234.xml" ContentType="application/vnd.openxmlformats-officedocument.presentationml.slideLayout+xml"/>
  <Override PartName="/ppt/slideLayouts/slideLayout235.xml" ContentType="application/vnd.openxmlformats-officedocument.presentationml.slideLayout+xml"/>
  <Override PartName="/ppt/slideLayouts/slideLayout236.xml" ContentType="application/vnd.openxmlformats-officedocument.presentationml.slideLayout+xml"/>
  <Override PartName="/ppt/slideLayouts/slideLayout237.xml" ContentType="application/vnd.openxmlformats-officedocument.presentationml.slideLayout+xml"/>
  <Override PartName="/ppt/slideLayouts/slideLayout238.xml" ContentType="application/vnd.openxmlformats-officedocument.presentationml.slideLayout+xml"/>
  <Override PartName="/ppt/slideLayouts/slideLayout239.xml" ContentType="application/vnd.openxmlformats-officedocument.presentationml.slideLayout+xml"/>
  <Override PartName="/ppt/slideLayouts/slideLayout240.xml" ContentType="application/vnd.openxmlformats-officedocument.presentationml.slideLayout+xml"/>
  <Override PartName="/ppt/slideLayouts/slideLayout24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11"/>
  </p:notesMasterIdLst>
  <p:sldIdLst>
    <p:sldId id="4932" r:id="rId3"/>
    <p:sldId id="4687" r:id="rId4"/>
    <p:sldId id="4698" r:id="rId5"/>
    <p:sldId id="7897" r:id="rId6"/>
    <p:sldId id="7898" r:id="rId7"/>
    <p:sldId id="4933" r:id="rId8"/>
    <p:sldId id="7900" r:id="rId9"/>
    <p:sldId id="7899" r:id="rId10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6" d="100"/>
          <a:sy n="86" d="100"/>
        </p:scale>
        <p:origin x="96" y="6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viewProps" Target="view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15" Type="http://schemas.openxmlformats.org/officeDocument/2006/relationships/tableStyles" Target="tableStyles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26BB56C-DE7B-4043-B76C-AB06ADB54BDA}" type="datetimeFigureOut">
              <a:rPr lang="de-DE" smtClean="0"/>
              <a:t>25.08.2023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6868D37-C6DB-4AA2-8FC3-8453F1A2513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809866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C02B74E-863F-41FF-8AFD-571F49C07FF8}" type="slidenum">
              <a:rPr kumimoji="0" lang="de-DE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de-DE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2953285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C02B74E-863F-41FF-8AFD-571F49C07FF8}" type="slidenum">
              <a:rPr kumimoji="0" lang="de-DE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de-DE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281078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C02B74E-863F-41FF-8AFD-571F49C07FF8}" type="slidenum">
              <a:rPr kumimoji="0" lang="de-DE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de-DE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2763838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C02B74E-863F-41FF-8AFD-571F49C07FF8}" type="slidenum">
              <a:rPr kumimoji="0" lang="de-DE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de-DE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6082351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9D9398B-08D2-5D5D-A92E-ABEFE044213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F2E0D963-8E0B-C78E-71C8-84292047296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C4069072-2F12-EA8D-2054-62F35D4A35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68169A-7C80-4BEE-8DAA-1B581686D033}" type="datetimeFigureOut">
              <a:rPr lang="de-DE" smtClean="0"/>
              <a:t>25.08.2023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CF0EA36-B2E1-2BB7-27B2-36B9C2DD16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72CB5167-300C-1D04-D6B1-71E1BBFD5A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FB189-1A19-47F7-A313-B065CF056E1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611396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98DB749-BD88-9114-779B-ACF06907F1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D526B685-8387-D681-7EB8-0FF40E307B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DA2E19E-CF8F-6141-97A5-F72D9E58D4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68169A-7C80-4BEE-8DAA-1B581686D033}" type="datetimeFigureOut">
              <a:rPr lang="de-DE" smtClean="0"/>
              <a:t>25.08.2023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6E1CF87F-E928-F707-92C6-3A455D26E1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E0568BD3-B538-83BC-4E21-50B9BFCB7D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FB189-1A19-47F7-A313-B065CF056E1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762165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0C1F174-F52C-E203-C828-D80A97985C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5EBA75AB-A9C6-F06A-ED08-41B26456A3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86DEE869-4943-0925-3172-91B0E28308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68169A-7C80-4BEE-8DAA-1B581686D033}" type="datetimeFigureOut">
              <a:rPr lang="de-DE" smtClean="0"/>
              <a:t>25.08.2023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C2DFA7CE-474E-7A0D-7D43-B55D944D55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A276DDDD-26A5-FA57-3519-D74D481C33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FB189-1A19-47F7-A313-B065CF056E1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318562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9D0E16E-01AC-D4F7-C656-82E19D1038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1A88F89-8F30-C4C3-B062-B99327DF46F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2DE40B9A-E6C6-5802-283D-D16E42DD01A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8B9FC802-8BFF-A9ED-BB1D-03A51022A0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68169A-7C80-4BEE-8DAA-1B581686D033}" type="datetimeFigureOut">
              <a:rPr lang="de-DE" smtClean="0"/>
              <a:t>25.08.2023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A5939D19-5E3F-3976-01CB-55CD9DD59A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FAF038AC-2D5C-7C36-E4EF-2E52ADE99F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FB189-1A19-47F7-A313-B065CF056E1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740952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3B22E13-B83C-5F2B-513E-C1FB9DC5D4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F63A804D-A88F-6EB8-932C-90DFCFA972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A1320B1C-65A1-B4F3-C310-3FA71AC8646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290F2620-2708-65D9-23D7-4F438F47DDC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E3EF98C0-A1F2-2CF6-4FCA-6091AC6C9B4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3B278B9C-C4DD-A536-AA40-27E125C47F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68169A-7C80-4BEE-8DAA-1B581686D033}" type="datetimeFigureOut">
              <a:rPr lang="de-DE" smtClean="0"/>
              <a:t>25.08.2023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3936A351-E7F6-0772-BCF1-632401D4A0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390EADE7-4941-A998-560C-0AE98F2187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FB189-1A19-47F7-A313-B065CF056E1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911838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ADB29C3-96A4-DE04-63CA-D1A4551F7B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C41DBA5E-2017-075F-1741-DC802FCD10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68169A-7C80-4BEE-8DAA-1B581686D033}" type="datetimeFigureOut">
              <a:rPr lang="de-DE" smtClean="0"/>
              <a:t>25.08.2023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DBD4CB70-7BA7-7ED0-F457-613EC0BBE8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1F3A3301-E1B5-C475-F2A8-8E8D1FB083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FB189-1A19-47F7-A313-B065CF056E1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520360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2A1D5662-B38B-F5C6-6A25-B606E5AED6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68169A-7C80-4BEE-8DAA-1B581686D033}" type="datetimeFigureOut">
              <a:rPr lang="de-DE" smtClean="0"/>
              <a:t>25.08.2023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04D6D6FD-CE58-AC26-B658-7C7B9AF084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E18360CF-C6C7-AD71-C76D-990BC7255D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FB189-1A19-47F7-A313-B065CF056E1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527366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EF9AB7A-4769-A855-8526-F329E7865F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C729386-BBF7-9EBB-F5FD-AD682AD495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52EA1E14-EDA1-D36E-7F1C-A631437CA09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E5E7A9D2-A1DD-2D6F-66FD-7E37E50923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68169A-7C80-4BEE-8DAA-1B581686D033}" type="datetimeFigureOut">
              <a:rPr lang="de-DE" smtClean="0"/>
              <a:t>25.08.2023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CFABB3BD-02F8-43F7-88CE-439FBA78EF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CA6838EE-CFF0-32FD-3835-98B0EE6DF7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FB189-1A19-47F7-A313-B065CF056E1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4609146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6E5C0F8-797F-9E16-195B-D40EB74F1A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4E8AE25E-DC67-136E-D871-5072F70DA1F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A188B7FC-935B-7B71-6A90-F56B08285D5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38411144-4F6A-B3DB-1886-6634BF0EA9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68169A-7C80-4BEE-8DAA-1B581686D033}" type="datetimeFigureOut">
              <a:rPr lang="de-DE" smtClean="0"/>
              <a:t>25.08.2023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1B486E30-78D0-E6C4-753D-98BEE18416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236A79EC-D68D-ACC8-48F6-DBD2F3F980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FB189-1A19-47F7-A313-B065CF056E1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857947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874E022-5318-D252-9A5D-FE89693526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A68FE931-DDB1-07CE-104B-4892168D2A0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10FA10F0-27A4-99ED-5283-326FF0EE51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68169A-7C80-4BEE-8DAA-1B581686D033}" type="datetimeFigureOut">
              <a:rPr lang="de-DE" smtClean="0"/>
              <a:t>25.08.2023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B77CBFFC-F407-0E81-3E10-48BD2B328C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51C07A3-8625-8DB9-2E93-AB6DBB3F5D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FB189-1A19-47F7-A313-B065CF056E1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669165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064BB407-D6A6-6248-DE90-B7F0361CD07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B4860C90-959C-6E20-3A4C-0938F884201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0AE0AB1A-239E-E784-A634-B65AC8ACF7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68169A-7C80-4BEE-8DAA-1B581686D033}" type="datetimeFigureOut">
              <a:rPr lang="de-DE" smtClean="0"/>
              <a:t>25.08.2023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9DAC62BA-5F7D-21C3-2E1E-D88E9ECA2C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78F7C4C-1D2C-15D5-5A05-47778FABA1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FB189-1A19-47F7-A313-B065CF056E1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0974520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ANK Layou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4250866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BREAK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4CA0ED-0001-4A53-A070-4D90F4DD00E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2765955"/>
            <a:ext cx="10515600" cy="1326091"/>
          </a:xfrm>
          <a:prstGeom prst="rect">
            <a:avLst/>
          </a:prstGeom>
        </p:spPr>
        <p:txBody>
          <a:bodyPr anchor="ctr"/>
          <a:lstStyle>
            <a:lvl1pPr algn="ctr">
              <a:defRPr lang="en-US" sz="4800" dirty="0">
                <a:gradFill>
                  <a:gsLst>
                    <a:gs pos="75000">
                      <a:schemeClr val="accent4"/>
                    </a:gs>
                    <a:gs pos="25000">
                      <a:schemeClr val="accent2"/>
                    </a:gs>
                    <a:gs pos="100000">
                      <a:schemeClr val="accent5"/>
                    </a:gs>
                    <a:gs pos="50000">
                      <a:schemeClr val="accent3"/>
                    </a:gs>
                    <a:gs pos="1000">
                      <a:schemeClr val="accent1"/>
                    </a:gs>
                  </a:gsLst>
                  <a:lin ang="9000000" scaled="0"/>
                </a:gradFill>
                <a:ea typeface="+mn-ea"/>
                <a:cs typeface="+mn-cs"/>
              </a:defRPr>
            </a:lvl1pPr>
          </a:lstStyle>
          <a:p>
            <a:pPr lvl="0" algn="ctr"/>
            <a:r>
              <a:rPr lang="en-US" dirty="0"/>
              <a:t>BREAKER TITLE</a:t>
            </a:r>
          </a:p>
        </p:txBody>
      </p:sp>
    </p:spTree>
    <p:extLst>
      <p:ext uri="{BB962C8B-B14F-4D97-AF65-F5344CB8AC3E}">
        <p14:creationId xmlns:p14="http://schemas.microsoft.com/office/powerpoint/2010/main" val="427533368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BREAK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4CA0ED-0001-4A53-A070-4D90F4DD00E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2765955"/>
            <a:ext cx="10515600" cy="1326091"/>
          </a:xfrm>
          <a:prstGeom prst="rect">
            <a:avLst/>
          </a:prstGeom>
        </p:spPr>
        <p:txBody>
          <a:bodyPr anchor="ctr"/>
          <a:lstStyle>
            <a:lvl1pPr algn="ctr">
              <a:defRPr lang="en-US" sz="7200">
                <a:gradFill>
                  <a:gsLst>
                    <a:gs pos="25000">
                      <a:schemeClr val="accent2"/>
                    </a:gs>
                    <a:gs pos="75000">
                      <a:schemeClr val="accent4"/>
                    </a:gs>
                    <a:gs pos="50000">
                      <a:schemeClr val="accent3"/>
                    </a:gs>
                    <a:gs pos="0">
                      <a:schemeClr val="accent1"/>
                    </a:gs>
                    <a:gs pos="100000">
                      <a:schemeClr val="accent5"/>
                    </a:gs>
                  </a:gsLst>
                  <a:lin ang="8100000" scaled="0"/>
                </a:gradFill>
                <a:ea typeface="+mn-ea"/>
                <a:cs typeface="+mn-cs"/>
              </a:defRPr>
            </a:lvl1pPr>
          </a:lstStyle>
          <a:p>
            <a:pPr marL="0" lvl="0" indent="0" algn="ctr">
              <a:spcBef>
                <a:spcPts val="1000"/>
              </a:spcBef>
              <a:buFont typeface="Arial" panose="020B0604020202020204" pitchFamily="34" charset="0"/>
            </a:pPr>
            <a:r>
              <a:rPr lang="en-US" dirty="0"/>
              <a:t>BREAKER TITLE</a:t>
            </a:r>
          </a:p>
        </p:txBody>
      </p:sp>
    </p:spTree>
    <p:extLst>
      <p:ext uri="{BB962C8B-B14F-4D97-AF65-F5344CB8AC3E}">
        <p14:creationId xmlns:p14="http://schemas.microsoft.com/office/powerpoint/2010/main" val="26115816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750">
        <p14:flip dir="r"/>
      </p:transition>
    </mc:Choice>
    <mc:Fallback xmlns="">
      <p:transition spd="slow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BREAK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D3F67B5C-981D-4EB5-9AD9-A7105E565435}"/>
              </a:ext>
            </a:extLst>
          </p:cNvPr>
          <p:cNvSpPr/>
          <p:nvPr userDrawn="1"/>
        </p:nvSpPr>
        <p:spPr>
          <a:xfrm>
            <a:off x="0" y="3429000"/>
            <a:ext cx="12192000" cy="3429000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A4CA0ED-0001-4A53-A070-4D90F4DD00E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2765955"/>
            <a:ext cx="10515600" cy="16251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algn="ctr">
              <a:defRPr lang="en-US" sz="11067" dirty="0">
                <a:gradFill>
                  <a:gsLst>
                    <a:gs pos="100000">
                      <a:schemeClr val="accent4"/>
                    </a:gs>
                    <a:gs pos="66000">
                      <a:schemeClr val="accent3"/>
                    </a:gs>
                    <a:gs pos="33000">
                      <a:schemeClr val="accent2"/>
                    </a:gs>
                    <a:gs pos="1000">
                      <a:schemeClr val="accent1"/>
                    </a:gs>
                  </a:gsLst>
                  <a:lin ang="9000000" scaled="0"/>
                </a:gradFill>
                <a:ea typeface="+mn-ea"/>
                <a:cs typeface="+mn-cs"/>
              </a:defRPr>
            </a:lvl1pPr>
          </a:lstStyle>
          <a:p>
            <a:pPr marL="0" lvl="0" algn="ctr"/>
            <a:r>
              <a:rPr lang="en-US" dirty="0"/>
              <a:t>SECTION TITLE</a:t>
            </a:r>
          </a:p>
        </p:txBody>
      </p:sp>
    </p:spTree>
    <p:extLst>
      <p:ext uri="{BB962C8B-B14F-4D97-AF65-F5344CB8AC3E}">
        <p14:creationId xmlns:p14="http://schemas.microsoft.com/office/powerpoint/2010/main" val="31810554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750">
        <p14:flip dir="r"/>
      </p:transition>
    </mc:Choice>
    <mc:Fallback xmlns="">
      <p:transition spd="slow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FAULT-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292FCD7B-4632-432C-AE09-A03957113A6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204824"/>
            <a:ext cx="8585200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>
              <a:defRPr lang="en-US" sz="3200">
                <a:solidFill>
                  <a:schemeClr val="bg1"/>
                </a:solidFill>
                <a:ea typeface="+mn-ea"/>
                <a:cs typeface="+mn-cs"/>
              </a:defRPr>
            </a:lvl1pPr>
          </a:lstStyle>
          <a:p>
            <a:pPr marL="0" lvl="0"/>
            <a:r>
              <a:rPr lang="en-US" dirty="0"/>
              <a:t>ADD HERE YOUR TITLE</a:t>
            </a:r>
          </a:p>
        </p:txBody>
      </p:sp>
    </p:spTree>
    <p:extLst>
      <p:ext uri="{BB962C8B-B14F-4D97-AF65-F5344CB8AC3E}">
        <p14:creationId xmlns:p14="http://schemas.microsoft.com/office/powerpoint/2010/main" val="95270546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FAULT-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56E02EB8-4CBB-4C97-AC85-6BAEE43B152F}"/>
              </a:ext>
            </a:extLst>
          </p:cNvPr>
          <p:cNvSpPr/>
          <p:nvPr userDrawn="1"/>
        </p:nvSpPr>
        <p:spPr>
          <a:xfrm rot="10800000" flipH="1" flipV="1">
            <a:off x="0" y="-1"/>
            <a:ext cx="12192000" cy="431801"/>
          </a:xfrm>
          <a:prstGeom prst="roundRect">
            <a:avLst>
              <a:gd name="adj" fmla="val 0"/>
            </a:avLst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292FCD7B-4632-432C-AE09-A03957113A6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204824"/>
            <a:ext cx="10363200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>
              <a:defRPr lang="en-US" sz="3200">
                <a:solidFill>
                  <a:schemeClr val="bg1"/>
                </a:solidFill>
                <a:ea typeface="+mn-ea"/>
                <a:cs typeface="+mn-cs"/>
              </a:defRPr>
            </a:lvl1pPr>
          </a:lstStyle>
          <a:p>
            <a:pPr marL="0" lvl="0"/>
            <a:r>
              <a:rPr lang="en-US" dirty="0"/>
              <a:t>ADD HERE YOUR TITLE</a:t>
            </a:r>
          </a:p>
        </p:txBody>
      </p:sp>
    </p:spTree>
    <p:extLst>
      <p:ext uri="{BB962C8B-B14F-4D97-AF65-F5344CB8AC3E}">
        <p14:creationId xmlns:p14="http://schemas.microsoft.com/office/powerpoint/2010/main" val="329223717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FAULT-3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5147E30C-C464-44C9-84B9-C651C1BC1DF9}"/>
              </a:ext>
            </a:extLst>
          </p:cNvPr>
          <p:cNvSpPr/>
          <p:nvPr userDrawn="1"/>
        </p:nvSpPr>
        <p:spPr>
          <a:xfrm rot="10800000" flipH="1" flipV="1">
            <a:off x="0" y="6426198"/>
            <a:ext cx="12192000" cy="431801"/>
          </a:xfrm>
          <a:prstGeom prst="roundRect">
            <a:avLst>
              <a:gd name="adj" fmla="val 0"/>
            </a:avLst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94694606-ABEA-4095-8D53-FF83E07C48AB}"/>
              </a:ext>
            </a:extLst>
          </p:cNvPr>
          <p:cNvSpPr/>
          <p:nvPr userDrawn="1"/>
        </p:nvSpPr>
        <p:spPr>
          <a:xfrm rot="10800000" flipH="1" flipV="1">
            <a:off x="0" y="-1"/>
            <a:ext cx="12192000" cy="431801"/>
          </a:xfrm>
          <a:prstGeom prst="roundRect">
            <a:avLst>
              <a:gd name="adj" fmla="val 0"/>
            </a:avLst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D5D7004-F5FA-4A63-BC13-01C888C4B4C4}"/>
              </a:ext>
            </a:extLst>
          </p:cNvPr>
          <p:cNvSpPr txBox="1"/>
          <p:nvPr userDrawn="1"/>
        </p:nvSpPr>
        <p:spPr>
          <a:xfrm>
            <a:off x="5702300" y="6210754"/>
            <a:ext cx="55753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400" dirty="0">
                <a:solidFill>
                  <a:schemeClr val="bg1">
                    <a:lumMod val="75000"/>
                  </a:schemeClr>
                </a:solidFill>
                <a:latin typeface="+mn-lt"/>
                <a:ea typeface="Roboto Thin" pitchFamily="2" charset="0"/>
              </a:rPr>
              <a:t>www.company.com</a:t>
            </a:r>
            <a:endParaRPr lang="uk-UA" sz="2400" dirty="0">
              <a:solidFill>
                <a:schemeClr val="bg1">
                  <a:lumMod val="75000"/>
                </a:schemeClr>
              </a:solidFill>
              <a:latin typeface="+mn-lt"/>
              <a:ea typeface="Roboto Thin" pitchFamily="2" charset="0"/>
            </a:endParaRPr>
          </a:p>
        </p:txBody>
      </p:sp>
      <p:sp>
        <p:nvSpPr>
          <p:cNvPr id="6" name="Title 4">
            <a:extLst>
              <a:ext uri="{FF2B5EF4-FFF2-40B4-BE49-F238E27FC236}">
                <a16:creationId xmlns:a16="http://schemas.microsoft.com/office/drawing/2014/main" id="{C3C9C03B-2E3C-47D9-845E-A2FC81AECB9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204824"/>
            <a:ext cx="8585200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>
              <a:defRPr lang="en-US" sz="3200">
                <a:solidFill>
                  <a:schemeClr val="bg1"/>
                </a:solidFill>
                <a:ea typeface="+mn-ea"/>
                <a:cs typeface="+mn-cs"/>
              </a:defRPr>
            </a:lvl1pPr>
          </a:lstStyle>
          <a:p>
            <a:pPr marL="0" lvl="0"/>
            <a:r>
              <a:rPr lang="en-US" dirty="0"/>
              <a:t>ADD HERE YOUR TITLE</a:t>
            </a:r>
          </a:p>
        </p:txBody>
      </p:sp>
    </p:spTree>
    <p:extLst>
      <p:ext uri="{BB962C8B-B14F-4D97-AF65-F5344CB8AC3E}">
        <p14:creationId xmlns:p14="http://schemas.microsoft.com/office/powerpoint/2010/main" val="253269575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FAULT-4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3D5D7004-F5FA-4A63-BC13-01C888C4B4C4}"/>
              </a:ext>
            </a:extLst>
          </p:cNvPr>
          <p:cNvSpPr txBox="1"/>
          <p:nvPr userDrawn="1"/>
        </p:nvSpPr>
        <p:spPr>
          <a:xfrm>
            <a:off x="5702300" y="6210754"/>
            <a:ext cx="55753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400" dirty="0">
                <a:solidFill>
                  <a:schemeClr val="bg1">
                    <a:lumMod val="75000"/>
                  </a:schemeClr>
                </a:solidFill>
                <a:latin typeface="+mn-lt"/>
                <a:ea typeface="Roboto Thin" pitchFamily="2" charset="0"/>
              </a:rPr>
              <a:t>www.company.com</a:t>
            </a:r>
            <a:endParaRPr lang="uk-UA" sz="2400" dirty="0">
              <a:solidFill>
                <a:schemeClr val="bg1">
                  <a:lumMod val="75000"/>
                </a:schemeClr>
              </a:solidFill>
              <a:latin typeface="+mn-lt"/>
              <a:ea typeface="Roboto Thin" pitchFamily="2" charset="0"/>
            </a:endParaRPr>
          </a:p>
        </p:txBody>
      </p:sp>
      <p:sp>
        <p:nvSpPr>
          <p:cNvPr id="6" name="Title 4">
            <a:extLst>
              <a:ext uri="{FF2B5EF4-FFF2-40B4-BE49-F238E27FC236}">
                <a16:creationId xmlns:a16="http://schemas.microsoft.com/office/drawing/2014/main" id="{C3C9C03B-2E3C-47D9-845E-A2FC81AECB9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204824"/>
            <a:ext cx="8585200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>
              <a:defRPr lang="en-US" sz="3200">
                <a:solidFill>
                  <a:schemeClr val="bg1"/>
                </a:solidFill>
                <a:ea typeface="+mn-ea"/>
                <a:cs typeface="+mn-cs"/>
              </a:defRPr>
            </a:lvl1pPr>
          </a:lstStyle>
          <a:p>
            <a:pPr marL="0" lvl="0"/>
            <a:r>
              <a:rPr lang="en-US" dirty="0"/>
              <a:t>ADD HERE YOUR TITLE</a:t>
            </a:r>
          </a:p>
        </p:txBody>
      </p:sp>
    </p:spTree>
    <p:extLst>
      <p:ext uri="{BB962C8B-B14F-4D97-AF65-F5344CB8AC3E}">
        <p14:creationId xmlns:p14="http://schemas.microsoft.com/office/powerpoint/2010/main" val="63915027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IMAGE-Layout-0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icture Placeholder 2"/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lumMod val="25000"/>
            </a:schemeClr>
          </a:solidFill>
        </p:spPr>
        <p:txBody>
          <a:bodyPr/>
          <a:lstStyle>
            <a:lvl1pPr>
              <a:defRPr lang="uk-UA"/>
            </a:lvl1pPr>
          </a:lstStyle>
          <a:p>
            <a:pPr lvl="0"/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9122489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IMAGE-Layout-0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021644BE-9EF6-4F34-8C65-8690D687853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914400" y="914400"/>
            <a:ext cx="10363200" cy="5029200"/>
          </a:xfrm>
          <a:prstGeom prst="roundRect">
            <a:avLst>
              <a:gd name="adj" fmla="val 2021"/>
            </a:avLst>
          </a:prstGeom>
          <a:solidFill>
            <a:schemeClr val="bg2">
              <a:lumMod val="25000"/>
            </a:schemeClr>
          </a:solidFill>
        </p:spPr>
        <p:txBody>
          <a:bodyPr/>
          <a:lstStyle>
            <a:lvl1pPr>
              <a:defRPr lang="uk-UA"/>
            </a:lvl1pPr>
          </a:lstStyle>
          <a:p>
            <a:pPr lvl="0"/>
            <a:endParaRPr lang="uk-UA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3815914F-FDB1-440C-9E18-D27D5868B53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204824"/>
            <a:ext cx="8585200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>
              <a:defRPr lang="en-US" sz="3200">
                <a:solidFill>
                  <a:schemeClr val="bg1"/>
                </a:solidFill>
                <a:ea typeface="+mn-ea"/>
                <a:cs typeface="+mn-cs"/>
              </a:defRPr>
            </a:lvl1pPr>
          </a:lstStyle>
          <a:p>
            <a:pPr marL="0" lvl="0"/>
            <a:r>
              <a:rPr lang="en-US" dirty="0"/>
              <a:t>ADD HERE YOUR TITLE</a:t>
            </a:r>
          </a:p>
        </p:txBody>
      </p:sp>
    </p:spTree>
    <p:extLst>
      <p:ext uri="{BB962C8B-B14F-4D97-AF65-F5344CB8AC3E}">
        <p14:creationId xmlns:p14="http://schemas.microsoft.com/office/powerpoint/2010/main" val="309290815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IMAGE-Layout-03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sz="quarter" idx="10"/>
          </p:nvPr>
        </p:nvSpPr>
        <p:spPr>
          <a:xfrm>
            <a:off x="914400" y="914400"/>
            <a:ext cx="10363200" cy="4013200"/>
          </a:xfrm>
          <a:prstGeom prst="roundRect">
            <a:avLst>
              <a:gd name="adj" fmla="val 2426"/>
            </a:avLst>
          </a:prstGeom>
          <a:solidFill>
            <a:schemeClr val="bg2">
              <a:lumMod val="25000"/>
            </a:schemeClr>
          </a:solidFill>
        </p:spPr>
        <p:txBody>
          <a:bodyPr/>
          <a:lstStyle>
            <a:lvl1pPr>
              <a:defRPr lang="uk-UA"/>
            </a:lvl1pPr>
          </a:lstStyle>
          <a:p>
            <a:pPr lvl="0"/>
            <a:endParaRPr lang="uk-UA"/>
          </a:p>
        </p:txBody>
      </p:sp>
      <p:sp>
        <p:nvSpPr>
          <p:cNvPr id="4" name="Title 4">
            <a:extLst>
              <a:ext uri="{FF2B5EF4-FFF2-40B4-BE49-F238E27FC236}">
                <a16:creationId xmlns:a16="http://schemas.microsoft.com/office/drawing/2014/main" id="{9DE83458-DC7C-4F50-8CDD-14D91D0DDC9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03400" y="204824"/>
            <a:ext cx="8585200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algn="ctr">
              <a:defRPr lang="en-US" sz="3200">
                <a:solidFill>
                  <a:schemeClr val="bg1"/>
                </a:solidFill>
                <a:ea typeface="+mn-ea"/>
                <a:cs typeface="+mn-cs"/>
              </a:defRPr>
            </a:lvl1pPr>
          </a:lstStyle>
          <a:p>
            <a:pPr marL="0" lvl="0"/>
            <a:r>
              <a:rPr lang="en-US" dirty="0"/>
              <a:t>ADD HERE YOUR TITLE</a:t>
            </a:r>
          </a:p>
        </p:txBody>
      </p:sp>
    </p:spTree>
    <p:extLst>
      <p:ext uri="{BB962C8B-B14F-4D97-AF65-F5344CB8AC3E}">
        <p14:creationId xmlns:p14="http://schemas.microsoft.com/office/powerpoint/2010/main" val="929125876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IMAGE-Layout-04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572B4464-F622-4D59-B0EB-837A7D56928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914400" y="914400"/>
            <a:ext cx="8308258" cy="5029200"/>
          </a:xfrm>
          <a:prstGeom prst="rect">
            <a:avLst/>
          </a:prstGeom>
          <a:solidFill>
            <a:schemeClr val="bg2">
              <a:lumMod val="25000"/>
            </a:schemeClr>
          </a:solidFill>
        </p:spPr>
        <p:txBody>
          <a:bodyPr/>
          <a:lstStyle>
            <a:lvl1pPr>
              <a:defRPr lang="en-US"/>
            </a:lvl1pPr>
          </a:lstStyle>
          <a:p>
            <a:pPr lvl="0"/>
            <a:endParaRPr lang="en-US"/>
          </a:p>
        </p:txBody>
      </p:sp>
      <p:sp>
        <p:nvSpPr>
          <p:cNvPr id="3" name="Title 4">
            <a:extLst>
              <a:ext uri="{FF2B5EF4-FFF2-40B4-BE49-F238E27FC236}">
                <a16:creationId xmlns:a16="http://schemas.microsoft.com/office/drawing/2014/main" id="{7B5DA946-38B7-47EF-BA99-1AF3686155B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204824"/>
            <a:ext cx="8585200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>
              <a:defRPr lang="en-US" sz="3200">
                <a:solidFill>
                  <a:schemeClr val="bg1"/>
                </a:solidFill>
                <a:ea typeface="+mn-ea"/>
                <a:cs typeface="+mn-cs"/>
              </a:defRPr>
            </a:lvl1pPr>
          </a:lstStyle>
          <a:p>
            <a:pPr marL="0" lvl="0"/>
            <a:r>
              <a:rPr lang="en-US" dirty="0"/>
              <a:t>ADD HERE YOUR TITLE</a:t>
            </a:r>
          </a:p>
        </p:txBody>
      </p:sp>
    </p:spTree>
    <p:extLst>
      <p:ext uri="{BB962C8B-B14F-4D97-AF65-F5344CB8AC3E}">
        <p14:creationId xmlns:p14="http://schemas.microsoft.com/office/powerpoint/2010/main" val="1946449458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IMAGE-Layout-05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572B4464-F622-4D59-B0EB-837A7D56928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2969342" y="914400"/>
            <a:ext cx="8308258" cy="5029200"/>
          </a:xfrm>
          <a:prstGeom prst="rect">
            <a:avLst/>
          </a:prstGeom>
          <a:solidFill>
            <a:schemeClr val="bg2">
              <a:lumMod val="25000"/>
            </a:schemeClr>
          </a:solidFill>
        </p:spPr>
        <p:txBody>
          <a:bodyPr/>
          <a:lstStyle>
            <a:lvl1pPr>
              <a:defRPr lang="en-US"/>
            </a:lvl1pPr>
          </a:lstStyle>
          <a:p>
            <a:pPr lvl="0"/>
            <a:endParaRPr lang="en-US"/>
          </a:p>
        </p:txBody>
      </p:sp>
      <p:sp>
        <p:nvSpPr>
          <p:cNvPr id="3" name="Title 4">
            <a:extLst>
              <a:ext uri="{FF2B5EF4-FFF2-40B4-BE49-F238E27FC236}">
                <a16:creationId xmlns:a16="http://schemas.microsoft.com/office/drawing/2014/main" id="{ED6D72D2-9BCC-45A6-A342-78134914428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692400" y="204824"/>
            <a:ext cx="8585200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algn="r">
              <a:defRPr lang="en-US" sz="3200">
                <a:solidFill>
                  <a:schemeClr val="bg1"/>
                </a:solidFill>
                <a:ea typeface="+mn-ea"/>
                <a:cs typeface="+mn-cs"/>
              </a:defRPr>
            </a:lvl1pPr>
          </a:lstStyle>
          <a:p>
            <a:pPr marL="0" lvl="0"/>
            <a:r>
              <a:rPr lang="en-US" dirty="0"/>
              <a:t>ADD HERE YOUR TITLE</a:t>
            </a:r>
          </a:p>
        </p:txBody>
      </p:sp>
    </p:spTree>
    <p:extLst>
      <p:ext uri="{BB962C8B-B14F-4D97-AF65-F5344CB8AC3E}">
        <p14:creationId xmlns:p14="http://schemas.microsoft.com/office/powerpoint/2010/main" val="1943679654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IMAGE-Layout-06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21C606D8-35EE-449B-9739-EED57E2B0C2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" y="0"/>
            <a:ext cx="6095999" cy="6858000"/>
          </a:xfrm>
          <a:prstGeom prst="rect">
            <a:avLst/>
          </a:prstGeom>
          <a:solidFill>
            <a:schemeClr val="bg2">
              <a:lumMod val="25000"/>
            </a:schemeClr>
          </a:solidFill>
        </p:spPr>
        <p:txBody>
          <a:bodyPr/>
          <a:lstStyle>
            <a:lvl1pPr>
              <a:defRPr lang="uk-UA"/>
            </a:lvl1pPr>
          </a:lstStyle>
          <a:p>
            <a:pPr lvl="0"/>
            <a:endParaRPr lang="uk-UA"/>
          </a:p>
        </p:txBody>
      </p:sp>
      <p:sp>
        <p:nvSpPr>
          <p:cNvPr id="3" name="Title 4">
            <a:extLst>
              <a:ext uri="{FF2B5EF4-FFF2-40B4-BE49-F238E27FC236}">
                <a16:creationId xmlns:a16="http://schemas.microsoft.com/office/drawing/2014/main" id="{DB9D0DDD-5F06-4A50-8692-CADC5FD00B2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692400" y="204824"/>
            <a:ext cx="8585200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algn="r">
              <a:defRPr lang="en-US" sz="3200">
                <a:solidFill>
                  <a:schemeClr val="bg1"/>
                </a:solidFill>
                <a:ea typeface="+mn-ea"/>
                <a:cs typeface="+mn-cs"/>
              </a:defRPr>
            </a:lvl1pPr>
          </a:lstStyle>
          <a:p>
            <a:pPr marL="0" lvl="0"/>
            <a:r>
              <a:rPr lang="en-US" dirty="0"/>
              <a:t>ADD HERE YOUR TITLE</a:t>
            </a:r>
          </a:p>
        </p:txBody>
      </p:sp>
    </p:spTree>
    <p:extLst>
      <p:ext uri="{BB962C8B-B14F-4D97-AF65-F5344CB8AC3E}">
        <p14:creationId xmlns:p14="http://schemas.microsoft.com/office/powerpoint/2010/main" val="603023370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IMAGE-Layout-07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21C606D8-35EE-449B-9739-EED57E2B0C2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048001" y="0"/>
            <a:ext cx="6095999" cy="6858000"/>
          </a:xfrm>
          <a:prstGeom prst="rect">
            <a:avLst/>
          </a:prstGeom>
          <a:solidFill>
            <a:schemeClr val="bg2">
              <a:lumMod val="25000"/>
            </a:schemeClr>
          </a:solidFill>
        </p:spPr>
        <p:txBody>
          <a:bodyPr/>
          <a:lstStyle>
            <a:lvl1pPr>
              <a:defRPr lang="uk-UA"/>
            </a:lvl1pPr>
          </a:lstStyle>
          <a:p>
            <a:pPr lvl="0"/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14767145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IMAGE-Layout-08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sz="quarter" idx="12"/>
          </p:nvPr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bg2">
              <a:lumMod val="25000"/>
            </a:schemeClr>
          </a:solidFill>
        </p:spPr>
        <p:txBody>
          <a:bodyPr/>
          <a:lstStyle>
            <a:lvl1pPr>
              <a:defRPr lang="uk-UA"/>
            </a:lvl1pPr>
          </a:lstStyle>
          <a:p>
            <a:pPr lvl="0"/>
            <a:endParaRPr lang="uk-UA"/>
          </a:p>
        </p:txBody>
      </p:sp>
      <p:sp>
        <p:nvSpPr>
          <p:cNvPr id="4" name="Title 4">
            <a:extLst>
              <a:ext uri="{FF2B5EF4-FFF2-40B4-BE49-F238E27FC236}">
                <a16:creationId xmlns:a16="http://schemas.microsoft.com/office/drawing/2014/main" id="{8C1C4CB0-E103-4518-BF7B-6A1458F43F0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204824"/>
            <a:ext cx="8585200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>
              <a:defRPr lang="en-US" sz="3200">
                <a:solidFill>
                  <a:schemeClr val="bg1"/>
                </a:solidFill>
                <a:ea typeface="+mn-ea"/>
                <a:cs typeface="+mn-cs"/>
              </a:defRPr>
            </a:lvl1pPr>
          </a:lstStyle>
          <a:p>
            <a:pPr marL="0" lvl="0"/>
            <a:r>
              <a:rPr lang="en-US" dirty="0"/>
              <a:t>ADD HERE YOUR TITLE</a:t>
            </a:r>
          </a:p>
        </p:txBody>
      </p:sp>
    </p:spTree>
    <p:extLst>
      <p:ext uri="{BB962C8B-B14F-4D97-AF65-F5344CB8AC3E}">
        <p14:creationId xmlns:p14="http://schemas.microsoft.com/office/powerpoint/2010/main" val="2447801320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IMAGE-Layout-09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21C606D8-35EE-449B-9739-EED57E2B0C2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4056000" cy="6858000"/>
          </a:xfrm>
          <a:prstGeom prst="rect">
            <a:avLst/>
          </a:prstGeom>
          <a:solidFill>
            <a:schemeClr val="bg2">
              <a:lumMod val="25000"/>
            </a:schemeClr>
          </a:solidFill>
        </p:spPr>
        <p:txBody>
          <a:bodyPr/>
          <a:lstStyle>
            <a:lvl1pPr>
              <a:defRPr lang="uk-UA"/>
            </a:lvl1pPr>
          </a:lstStyle>
          <a:p>
            <a:pPr lvl="0"/>
            <a:endParaRPr lang="uk-UA"/>
          </a:p>
        </p:txBody>
      </p:sp>
      <p:sp>
        <p:nvSpPr>
          <p:cNvPr id="3" name="Title 4">
            <a:extLst>
              <a:ext uri="{FF2B5EF4-FFF2-40B4-BE49-F238E27FC236}">
                <a16:creationId xmlns:a16="http://schemas.microsoft.com/office/drawing/2014/main" id="{B2F39605-129A-48D8-8833-9A1C4446F59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692400" y="204824"/>
            <a:ext cx="8585200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algn="r">
              <a:defRPr lang="en-US" sz="3200">
                <a:solidFill>
                  <a:schemeClr val="bg1"/>
                </a:solidFill>
                <a:ea typeface="+mn-ea"/>
                <a:cs typeface="+mn-cs"/>
              </a:defRPr>
            </a:lvl1pPr>
          </a:lstStyle>
          <a:p>
            <a:pPr marL="0" lvl="0"/>
            <a:r>
              <a:rPr lang="en-US" dirty="0"/>
              <a:t>ADD HERE YOUR TITLE</a:t>
            </a:r>
          </a:p>
        </p:txBody>
      </p:sp>
    </p:spTree>
    <p:extLst>
      <p:ext uri="{BB962C8B-B14F-4D97-AF65-F5344CB8AC3E}">
        <p14:creationId xmlns:p14="http://schemas.microsoft.com/office/powerpoint/2010/main" val="88101703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IMAGE-Layout-10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21C606D8-35EE-449B-9739-EED57E2B0C2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068000" y="0"/>
            <a:ext cx="4056000" cy="6858000"/>
          </a:xfrm>
          <a:prstGeom prst="rect">
            <a:avLst/>
          </a:prstGeom>
          <a:solidFill>
            <a:schemeClr val="bg2">
              <a:lumMod val="25000"/>
            </a:schemeClr>
          </a:solidFill>
        </p:spPr>
        <p:txBody>
          <a:bodyPr/>
          <a:lstStyle>
            <a:lvl1pPr>
              <a:defRPr lang="uk-UA"/>
            </a:lvl1pPr>
          </a:lstStyle>
          <a:p>
            <a:pPr lvl="0"/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397682274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IMAGE-Layout-1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21C606D8-35EE-449B-9739-EED57E2B0C2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136000" y="0"/>
            <a:ext cx="4056000" cy="6858000"/>
          </a:xfrm>
          <a:prstGeom prst="rect">
            <a:avLst/>
          </a:prstGeom>
          <a:solidFill>
            <a:schemeClr val="bg2">
              <a:lumMod val="25000"/>
            </a:schemeClr>
          </a:solidFill>
        </p:spPr>
        <p:txBody>
          <a:bodyPr/>
          <a:lstStyle>
            <a:lvl1pPr>
              <a:defRPr lang="uk-UA"/>
            </a:lvl1pPr>
          </a:lstStyle>
          <a:p>
            <a:pPr lvl="0"/>
            <a:endParaRPr lang="uk-UA"/>
          </a:p>
        </p:txBody>
      </p:sp>
      <p:sp>
        <p:nvSpPr>
          <p:cNvPr id="3" name="Title 4">
            <a:extLst>
              <a:ext uri="{FF2B5EF4-FFF2-40B4-BE49-F238E27FC236}">
                <a16:creationId xmlns:a16="http://schemas.microsoft.com/office/drawing/2014/main" id="{C8AEAFCC-E5E5-4450-A2D9-6267133D820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204824"/>
            <a:ext cx="8585200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>
              <a:defRPr lang="en-US" sz="3200">
                <a:solidFill>
                  <a:schemeClr val="bg1"/>
                </a:solidFill>
                <a:ea typeface="+mn-ea"/>
                <a:cs typeface="+mn-cs"/>
              </a:defRPr>
            </a:lvl1pPr>
          </a:lstStyle>
          <a:p>
            <a:pPr marL="0" lvl="0"/>
            <a:r>
              <a:rPr lang="en-US" dirty="0"/>
              <a:t>ADD HERE YOUR TITLE</a:t>
            </a:r>
          </a:p>
        </p:txBody>
      </p:sp>
    </p:spTree>
    <p:extLst>
      <p:ext uri="{BB962C8B-B14F-4D97-AF65-F5344CB8AC3E}">
        <p14:creationId xmlns:p14="http://schemas.microsoft.com/office/powerpoint/2010/main" val="3711627766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IMAGE-Layout-1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3">
            <a:extLst>
              <a:ext uri="{FF2B5EF4-FFF2-40B4-BE49-F238E27FC236}">
                <a16:creationId xmlns:a16="http://schemas.microsoft.com/office/drawing/2014/main" id="{5CEA750A-677F-43CA-8A48-7AE6C2E65812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056000" y="0"/>
            <a:ext cx="8136000" cy="6858000"/>
          </a:xfrm>
          <a:prstGeom prst="rect">
            <a:avLst/>
          </a:prstGeom>
          <a:solidFill>
            <a:schemeClr val="bg2">
              <a:lumMod val="25000"/>
            </a:schemeClr>
          </a:solidFill>
        </p:spPr>
        <p:txBody>
          <a:bodyPr/>
          <a:lstStyle>
            <a:lvl1pPr>
              <a:defRPr lang="uk-UA"/>
            </a:lvl1pPr>
          </a:lstStyle>
          <a:p>
            <a:pPr lvl="0"/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327450607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IMAGE-Layout-13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3">
            <a:extLst>
              <a:ext uri="{FF2B5EF4-FFF2-40B4-BE49-F238E27FC236}">
                <a16:creationId xmlns:a16="http://schemas.microsoft.com/office/drawing/2014/main" id="{656E0239-9422-4FA9-9150-3458629F0DC1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0"/>
            <a:ext cx="8136000" cy="6858000"/>
          </a:xfrm>
          <a:prstGeom prst="rect">
            <a:avLst/>
          </a:prstGeom>
          <a:solidFill>
            <a:schemeClr val="bg2">
              <a:lumMod val="25000"/>
            </a:schemeClr>
          </a:solidFill>
        </p:spPr>
        <p:txBody>
          <a:bodyPr/>
          <a:lstStyle>
            <a:lvl1pPr>
              <a:defRPr lang="uk-UA"/>
            </a:lvl1pPr>
          </a:lstStyle>
          <a:p>
            <a:pPr lvl="0"/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683691115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IMAGE-Layout-14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3">
            <a:extLst>
              <a:ext uri="{FF2B5EF4-FFF2-40B4-BE49-F238E27FC236}">
                <a16:creationId xmlns:a16="http://schemas.microsoft.com/office/drawing/2014/main" id="{656E0239-9422-4FA9-9150-3458629F0DC1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0"/>
            <a:ext cx="7404100" cy="6858000"/>
          </a:xfrm>
          <a:prstGeom prst="rect">
            <a:avLst/>
          </a:prstGeom>
          <a:solidFill>
            <a:schemeClr val="bg2">
              <a:lumMod val="25000"/>
            </a:schemeClr>
          </a:solidFill>
        </p:spPr>
        <p:txBody>
          <a:bodyPr/>
          <a:lstStyle>
            <a:lvl1pPr>
              <a:defRPr lang="uk-UA"/>
            </a:lvl1pPr>
          </a:lstStyle>
          <a:p>
            <a:pPr lvl="0"/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408217796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IMAGE-Layout-15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3">
            <a:extLst>
              <a:ext uri="{FF2B5EF4-FFF2-40B4-BE49-F238E27FC236}">
                <a16:creationId xmlns:a16="http://schemas.microsoft.com/office/drawing/2014/main" id="{656E0239-9422-4FA9-9150-3458629F0DC1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787900" y="0"/>
            <a:ext cx="7404100" cy="6858000"/>
          </a:xfrm>
          <a:prstGeom prst="rect">
            <a:avLst/>
          </a:prstGeom>
          <a:solidFill>
            <a:schemeClr val="bg2">
              <a:lumMod val="25000"/>
            </a:schemeClr>
          </a:solidFill>
        </p:spPr>
        <p:txBody>
          <a:bodyPr/>
          <a:lstStyle>
            <a:lvl1pPr>
              <a:defRPr lang="uk-UA"/>
            </a:lvl1pPr>
          </a:lstStyle>
          <a:p>
            <a:pPr lvl="0"/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246737067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IMAGE-Layout-16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388B5C77-6E87-4CF4-9817-CE6C928B7F8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" y="0"/>
            <a:ext cx="12191999" cy="3429000"/>
          </a:xfrm>
          <a:prstGeom prst="rect">
            <a:avLst/>
          </a:prstGeom>
          <a:solidFill>
            <a:schemeClr val="bg2">
              <a:lumMod val="25000"/>
            </a:schemeClr>
          </a:solidFill>
        </p:spPr>
        <p:txBody>
          <a:bodyPr/>
          <a:lstStyle>
            <a:lvl1pPr>
              <a:defRPr lang="en-US"/>
            </a:lvl1pPr>
          </a:lstStyle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522330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IMAGE-Layout-17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388B5C77-6E87-4CF4-9817-CE6C928B7F8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" y="0"/>
            <a:ext cx="12191999" cy="4292600"/>
          </a:xfrm>
          <a:prstGeom prst="rect">
            <a:avLst/>
          </a:prstGeom>
          <a:solidFill>
            <a:schemeClr val="bg2">
              <a:lumMod val="25000"/>
            </a:schemeClr>
          </a:solidFill>
        </p:spPr>
        <p:txBody>
          <a:bodyPr/>
          <a:lstStyle>
            <a:lvl1pPr>
              <a:defRPr lang="en-US"/>
            </a:lvl1pPr>
          </a:lstStyle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7168151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IMAGE-Layout-18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388B5C77-6E87-4CF4-9817-CE6C928B7F8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" y="3429000"/>
            <a:ext cx="12191999" cy="3429000"/>
          </a:xfrm>
          <a:prstGeom prst="rect">
            <a:avLst/>
          </a:prstGeom>
          <a:solidFill>
            <a:schemeClr val="bg2">
              <a:lumMod val="25000"/>
            </a:schemeClr>
          </a:solidFill>
        </p:spPr>
        <p:txBody>
          <a:bodyPr/>
          <a:lstStyle>
            <a:lvl1pPr>
              <a:defRPr lang="en-US"/>
            </a:lvl1pPr>
          </a:lstStyle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5443573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IMAGE-Layout-19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19F1E531-B369-48BB-9BCA-0AF303B9140E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3429000"/>
            <a:ext cx="6096000" cy="3429000"/>
          </a:xfrm>
          <a:prstGeom prst="rect">
            <a:avLst/>
          </a:prstGeom>
          <a:solidFill>
            <a:schemeClr val="bg2">
              <a:lumMod val="25000"/>
            </a:schemeClr>
          </a:solidFill>
        </p:spPr>
        <p:txBody>
          <a:bodyPr/>
          <a:lstStyle>
            <a:lvl1pPr>
              <a:defRPr lang="en-US"/>
            </a:lvl1pPr>
          </a:lstStyle>
          <a:p>
            <a:pPr lvl="0"/>
            <a:endParaRPr lang="en-US"/>
          </a:p>
        </p:txBody>
      </p:sp>
      <p:sp>
        <p:nvSpPr>
          <p:cNvPr id="8" name="Picture Placeholder 6">
            <a:extLst>
              <a:ext uri="{FF2B5EF4-FFF2-40B4-BE49-F238E27FC236}">
                <a16:creationId xmlns:a16="http://schemas.microsoft.com/office/drawing/2014/main" id="{0904B0A5-4D0D-4B3C-81C6-D2A780190B34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096000" y="0"/>
            <a:ext cx="6096000" cy="3429000"/>
          </a:xfrm>
          <a:prstGeom prst="rect">
            <a:avLst/>
          </a:prstGeom>
          <a:solidFill>
            <a:schemeClr val="bg2">
              <a:lumMod val="25000"/>
            </a:schemeClr>
          </a:solidFill>
        </p:spPr>
        <p:txBody>
          <a:bodyPr/>
          <a:lstStyle>
            <a:lvl1pPr>
              <a:defRPr lang="en-US" dirty="0"/>
            </a:lvl1pPr>
          </a:lstStyle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65793465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IMAGE-Layout-20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19F1E531-B369-48BB-9BCA-0AF303B9140E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6096000" cy="3429000"/>
          </a:xfrm>
          <a:prstGeom prst="rect">
            <a:avLst/>
          </a:prstGeom>
          <a:solidFill>
            <a:schemeClr val="bg2">
              <a:lumMod val="25000"/>
            </a:schemeClr>
          </a:solidFill>
        </p:spPr>
        <p:txBody>
          <a:bodyPr/>
          <a:lstStyle>
            <a:lvl1pPr>
              <a:defRPr lang="en-US"/>
            </a:lvl1pPr>
          </a:lstStyle>
          <a:p>
            <a:pPr lvl="0"/>
            <a:endParaRPr lang="en-US"/>
          </a:p>
        </p:txBody>
      </p:sp>
      <p:sp>
        <p:nvSpPr>
          <p:cNvPr id="8" name="Picture Placeholder 6">
            <a:extLst>
              <a:ext uri="{FF2B5EF4-FFF2-40B4-BE49-F238E27FC236}">
                <a16:creationId xmlns:a16="http://schemas.microsoft.com/office/drawing/2014/main" id="{0904B0A5-4D0D-4B3C-81C6-D2A780190B34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096000" y="3429000"/>
            <a:ext cx="6096000" cy="3429000"/>
          </a:xfrm>
          <a:prstGeom prst="rect">
            <a:avLst/>
          </a:prstGeom>
          <a:solidFill>
            <a:schemeClr val="bg2">
              <a:lumMod val="25000"/>
            </a:schemeClr>
          </a:solidFill>
        </p:spPr>
        <p:txBody>
          <a:bodyPr/>
          <a:lstStyle>
            <a:lvl1pPr>
              <a:defRPr lang="en-US" dirty="0"/>
            </a:lvl1pPr>
          </a:lstStyle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1758600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IMAGE-Layout-2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19F1E531-B369-48BB-9BCA-0AF303B9140E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3429000"/>
            <a:ext cx="8836085" cy="3429000"/>
          </a:xfrm>
          <a:prstGeom prst="rect">
            <a:avLst/>
          </a:prstGeom>
          <a:solidFill>
            <a:schemeClr val="bg2">
              <a:lumMod val="25000"/>
            </a:schemeClr>
          </a:solidFill>
        </p:spPr>
        <p:txBody>
          <a:bodyPr/>
          <a:lstStyle>
            <a:lvl1pPr>
              <a:defRPr lang="en-US"/>
            </a:lvl1pPr>
          </a:lstStyle>
          <a:p>
            <a:pPr lvl="0"/>
            <a:endParaRPr lang="en-US"/>
          </a:p>
        </p:txBody>
      </p:sp>
      <p:sp>
        <p:nvSpPr>
          <p:cNvPr id="8" name="Picture Placeholder 6">
            <a:extLst>
              <a:ext uri="{FF2B5EF4-FFF2-40B4-BE49-F238E27FC236}">
                <a16:creationId xmlns:a16="http://schemas.microsoft.com/office/drawing/2014/main" id="{0904B0A5-4D0D-4B3C-81C6-D2A780190B34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8836085" y="3429000"/>
            <a:ext cx="3355915" cy="3429000"/>
          </a:xfrm>
          <a:prstGeom prst="rect">
            <a:avLst/>
          </a:prstGeom>
          <a:solidFill>
            <a:schemeClr val="bg2">
              <a:lumMod val="25000"/>
            </a:schemeClr>
          </a:solidFill>
        </p:spPr>
        <p:txBody>
          <a:bodyPr/>
          <a:lstStyle>
            <a:lvl1pPr>
              <a:defRPr lang="en-US" dirty="0"/>
            </a:lvl1pPr>
          </a:lstStyle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81002507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IMAGE-Layout-2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6">
            <a:extLst>
              <a:ext uri="{FF2B5EF4-FFF2-40B4-BE49-F238E27FC236}">
                <a16:creationId xmlns:a16="http://schemas.microsoft.com/office/drawing/2014/main" id="{CEB6E739-39F9-4E42-B265-0E28996ABE27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3429000"/>
            <a:ext cx="3355915" cy="3429000"/>
          </a:xfrm>
          <a:prstGeom prst="rect">
            <a:avLst/>
          </a:prstGeom>
          <a:solidFill>
            <a:schemeClr val="bg2">
              <a:lumMod val="25000"/>
            </a:schemeClr>
          </a:solidFill>
        </p:spPr>
        <p:txBody>
          <a:bodyPr/>
          <a:lstStyle>
            <a:lvl1pPr>
              <a:defRPr lang="en-US" dirty="0"/>
            </a:lvl1pPr>
          </a:lstStyle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77327814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IMAGE-Layout-23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0038A9B6-0CC9-46A8-8325-AC97DD01FA7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914400" y="914400"/>
            <a:ext cx="7027200" cy="5029200"/>
          </a:xfrm>
          <a:prstGeom prst="roundRect">
            <a:avLst>
              <a:gd name="adj" fmla="val 0"/>
            </a:avLst>
          </a:prstGeom>
          <a:solidFill>
            <a:schemeClr val="bg2">
              <a:lumMod val="25000"/>
            </a:schemeClr>
          </a:solidFill>
        </p:spPr>
        <p:txBody>
          <a:bodyPr/>
          <a:lstStyle/>
          <a:p>
            <a:endParaRPr lang="en-US"/>
          </a:p>
        </p:txBody>
      </p:sp>
      <p:sp>
        <p:nvSpPr>
          <p:cNvPr id="3" name="Title 4">
            <a:extLst>
              <a:ext uri="{FF2B5EF4-FFF2-40B4-BE49-F238E27FC236}">
                <a16:creationId xmlns:a16="http://schemas.microsoft.com/office/drawing/2014/main" id="{E614D36E-ECF9-42A6-B627-4D2F5657214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204824"/>
            <a:ext cx="8585200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>
              <a:defRPr lang="en-US" sz="3200">
                <a:solidFill>
                  <a:schemeClr val="bg1"/>
                </a:solidFill>
                <a:ea typeface="+mn-ea"/>
                <a:cs typeface="+mn-cs"/>
              </a:defRPr>
            </a:lvl1pPr>
          </a:lstStyle>
          <a:p>
            <a:pPr marL="0" lvl="0"/>
            <a:r>
              <a:rPr lang="en-US" dirty="0"/>
              <a:t>ADD HERE YOUR TITLE</a:t>
            </a:r>
          </a:p>
        </p:txBody>
      </p:sp>
    </p:spTree>
    <p:extLst>
      <p:ext uri="{BB962C8B-B14F-4D97-AF65-F5344CB8AC3E}">
        <p14:creationId xmlns:p14="http://schemas.microsoft.com/office/powerpoint/2010/main" val="1766826712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IMAGE-Layout-24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0038A9B6-0CC9-46A8-8325-AC97DD01FA7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250400" y="914400"/>
            <a:ext cx="7027200" cy="5029200"/>
          </a:xfrm>
          <a:prstGeom prst="roundRect">
            <a:avLst>
              <a:gd name="adj" fmla="val 0"/>
            </a:avLst>
          </a:prstGeom>
          <a:solidFill>
            <a:schemeClr val="bg2">
              <a:lumMod val="25000"/>
            </a:schemeClr>
          </a:solidFill>
        </p:spPr>
        <p:txBody>
          <a:bodyPr/>
          <a:lstStyle/>
          <a:p>
            <a:endParaRPr lang="en-US"/>
          </a:p>
        </p:txBody>
      </p:sp>
      <p:sp>
        <p:nvSpPr>
          <p:cNvPr id="3" name="Title 4">
            <a:extLst>
              <a:ext uri="{FF2B5EF4-FFF2-40B4-BE49-F238E27FC236}">
                <a16:creationId xmlns:a16="http://schemas.microsoft.com/office/drawing/2014/main" id="{A15DD993-0F59-40B2-8E5D-FE7EF97F652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692400" y="204824"/>
            <a:ext cx="8585200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algn="r">
              <a:defRPr lang="en-US" sz="3200">
                <a:solidFill>
                  <a:schemeClr val="bg1"/>
                </a:solidFill>
                <a:ea typeface="+mn-ea"/>
                <a:cs typeface="+mn-cs"/>
              </a:defRPr>
            </a:lvl1pPr>
          </a:lstStyle>
          <a:p>
            <a:pPr marL="0" lvl="0"/>
            <a:r>
              <a:rPr lang="en-US" dirty="0"/>
              <a:t>ADD HERE YOUR TITLE</a:t>
            </a:r>
          </a:p>
        </p:txBody>
      </p:sp>
    </p:spTree>
    <p:extLst>
      <p:ext uri="{BB962C8B-B14F-4D97-AF65-F5344CB8AC3E}">
        <p14:creationId xmlns:p14="http://schemas.microsoft.com/office/powerpoint/2010/main" val="2903662032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IMAGE-Layout-25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4">
            <a:extLst>
              <a:ext uri="{FF2B5EF4-FFF2-40B4-BE49-F238E27FC236}">
                <a16:creationId xmlns:a16="http://schemas.microsoft.com/office/drawing/2014/main" id="{A15DD993-0F59-40B2-8E5D-FE7EF97F652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692400" y="204824"/>
            <a:ext cx="8585200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algn="r">
              <a:defRPr lang="en-US" sz="3200">
                <a:solidFill>
                  <a:schemeClr val="bg1"/>
                </a:solidFill>
                <a:ea typeface="+mn-ea"/>
                <a:cs typeface="+mn-cs"/>
              </a:defRPr>
            </a:lvl1pPr>
          </a:lstStyle>
          <a:p>
            <a:pPr marL="0" lvl="0"/>
            <a:r>
              <a:rPr lang="en-US" dirty="0"/>
              <a:t>ADD HERE YOUR TITLE</a:t>
            </a:r>
          </a:p>
        </p:txBody>
      </p:sp>
      <p:sp>
        <p:nvSpPr>
          <p:cNvPr id="4" name="Picture Placeholder 6">
            <a:extLst>
              <a:ext uri="{FF2B5EF4-FFF2-40B4-BE49-F238E27FC236}">
                <a16:creationId xmlns:a16="http://schemas.microsoft.com/office/drawing/2014/main" id="{C46AC66E-831B-481E-9DCA-6F38FC2799A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096000" y="914400"/>
            <a:ext cx="5181600" cy="5029200"/>
          </a:xfrm>
          <a:prstGeom prst="roundRect">
            <a:avLst>
              <a:gd name="adj" fmla="val 0"/>
            </a:avLst>
          </a:prstGeom>
          <a:solidFill>
            <a:schemeClr val="bg2">
              <a:lumMod val="25000"/>
            </a:schemeClr>
          </a:solidFill>
        </p:spPr>
        <p:txBody>
          <a:bodyPr/>
          <a:lstStyle>
            <a:lvl1pPr>
              <a:defRPr lang="en-US"/>
            </a:lvl1pPr>
          </a:lstStyle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8204067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-Layout-26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4">
            <a:extLst>
              <a:ext uri="{FF2B5EF4-FFF2-40B4-BE49-F238E27FC236}">
                <a16:creationId xmlns:a16="http://schemas.microsoft.com/office/drawing/2014/main" id="{A3D589A9-0690-4D70-AC6B-7E02C990809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204824"/>
            <a:ext cx="8585200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>
              <a:defRPr lang="en-US" sz="3200">
                <a:solidFill>
                  <a:schemeClr val="bg1"/>
                </a:solidFill>
                <a:ea typeface="+mn-ea"/>
                <a:cs typeface="+mn-cs"/>
              </a:defRPr>
            </a:lvl1pPr>
          </a:lstStyle>
          <a:p>
            <a:pPr marL="0" lvl="0"/>
            <a:r>
              <a:rPr lang="en-US" dirty="0"/>
              <a:t>ADD HERE YOUR TITLE</a:t>
            </a:r>
          </a:p>
        </p:txBody>
      </p:sp>
      <p:sp>
        <p:nvSpPr>
          <p:cNvPr id="5" name="Picture Placeholder 2">
            <a:extLst>
              <a:ext uri="{FF2B5EF4-FFF2-40B4-BE49-F238E27FC236}">
                <a16:creationId xmlns:a16="http://schemas.microsoft.com/office/drawing/2014/main" id="{1D032E74-E98C-4A65-8348-308DC5A5733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1219200" y="1600200"/>
            <a:ext cx="3657600" cy="3657600"/>
          </a:xfrm>
          <a:prstGeom prst="ellipse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sz="1867">
                <a:solidFill>
                  <a:schemeClr val="bg1"/>
                </a:solidFill>
              </a:defRPr>
            </a:lvl1pPr>
          </a:lstStyle>
          <a:p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7070316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750">
        <p14:prism dir="u"/>
      </p:transition>
    </mc:Choice>
    <mc:Fallback xmlns="">
      <p:transition spd="slow">
        <p:fade/>
      </p:transition>
    </mc:Fallback>
  </mc:AlternateConten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-Layout-27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21C606D8-35EE-449B-9739-EED57E2B0C2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914400" y="914400"/>
            <a:ext cx="3396000" cy="33360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 dirty="0">
                <a:solidFill>
                  <a:schemeClr val="bg1"/>
                </a:solidFill>
              </a:defRPr>
            </a:lvl1pPr>
          </a:lstStyle>
          <a:p>
            <a:pPr lvl="0"/>
            <a:endParaRPr lang="uk-UA" dirty="0"/>
          </a:p>
        </p:txBody>
      </p:sp>
      <p:sp>
        <p:nvSpPr>
          <p:cNvPr id="10" name="Picture Placeholder 3">
            <a:extLst>
              <a:ext uri="{FF2B5EF4-FFF2-40B4-BE49-F238E27FC236}">
                <a16:creationId xmlns:a16="http://schemas.microsoft.com/office/drawing/2014/main" id="{9DDCC9E0-60A8-460E-B271-38AA5BD31AB6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398000" y="914400"/>
            <a:ext cx="3396000" cy="33360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 dirty="0">
                <a:solidFill>
                  <a:schemeClr val="bg1"/>
                </a:solidFill>
              </a:defRPr>
            </a:lvl1pPr>
          </a:lstStyle>
          <a:p>
            <a:pPr lvl="0"/>
            <a:endParaRPr lang="uk-UA" dirty="0"/>
          </a:p>
        </p:txBody>
      </p:sp>
      <p:sp>
        <p:nvSpPr>
          <p:cNvPr id="11" name="Picture Placeholder 3">
            <a:extLst>
              <a:ext uri="{FF2B5EF4-FFF2-40B4-BE49-F238E27FC236}">
                <a16:creationId xmlns:a16="http://schemas.microsoft.com/office/drawing/2014/main" id="{078D1A29-CD71-43A6-99D6-836B5EBFDE5A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7881600" y="914400"/>
            <a:ext cx="3396000" cy="33360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 dirty="0">
                <a:solidFill>
                  <a:schemeClr val="bg1"/>
                </a:solidFill>
              </a:defRPr>
            </a:lvl1pPr>
          </a:lstStyle>
          <a:p>
            <a:pPr lvl="0"/>
            <a:endParaRPr lang="uk-UA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051B3C81-37F1-45BE-8A36-6F5B922614F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204824"/>
            <a:ext cx="8585200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>
              <a:defRPr lang="en-US" sz="3200">
                <a:solidFill>
                  <a:schemeClr val="bg1"/>
                </a:solidFill>
                <a:ea typeface="+mn-ea"/>
                <a:cs typeface="+mn-cs"/>
              </a:defRPr>
            </a:lvl1pPr>
          </a:lstStyle>
          <a:p>
            <a:pPr marL="0" lvl="0"/>
            <a:r>
              <a:rPr lang="en-US" dirty="0"/>
              <a:t>ADD HERE YOUR TITLE</a:t>
            </a:r>
          </a:p>
        </p:txBody>
      </p:sp>
    </p:spTree>
    <p:extLst>
      <p:ext uri="{BB962C8B-B14F-4D97-AF65-F5344CB8AC3E}">
        <p14:creationId xmlns:p14="http://schemas.microsoft.com/office/powerpoint/2010/main" val="3054215453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-Layout-28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21C606D8-35EE-449B-9739-EED57E2B0C2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914400" y="914400"/>
            <a:ext cx="2520000" cy="25200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 dirty="0">
                <a:solidFill>
                  <a:schemeClr val="bg1"/>
                </a:solidFill>
              </a:defRPr>
            </a:lvl1pPr>
          </a:lstStyle>
          <a:p>
            <a:pPr lvl="0"/>
            <a:endParaRPr lang="uk-UA" dirty="0"/>
          </a:p>
        </p:txBody>
      </p:sp>
      <p:sp>
        <p:nvSpPr>
          <p:cNvPr id="14" name="Picture Placeholder 3">
            <a:extLst>
              <a:ext uri="{FF2B5EF4-FFF2-40B4-BE49-F238E27FC236}">
                <a16:creationId xmlns:a16="http://schemas.microsoft.com/office/drawing/2014/main" id="{E32D31ED-4C21-4996-B1F6-2801D562DEBA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8757600" y="914400"/>
            <a:ext cx="2520000" cy="25200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 dirty="0">
                <a:solidFill>
                  <a:schemeClr val="bg1"/>
                </a:solidFill>
              </a:defRPr>
            </a:lvl1pPr>
          </a:lstStyle>
          <a:p>
            <a:pPr lvl="0"/>
            <a:endParaRPr lang="uk-UA" dirty="0"/>
          </a:p>
        </p:txBody>
      </p:sp>
      <p:sp>
        <p:nvSpPr>
          <p:cNvPr id="15" name="Picture Placeholder 3">
            <a:extLst>
              <a:ext uri="{FF2B5EF4-FFF2-40B4-BE49-F238E27FC236}">
                <a16:creationId xmlns:a16="http://schemas.microsoft.com/office/drawing/2014/main" id="{871AC328-6CDC-43DA-B810-E2F4FA4B78C0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143201" y="914400"/>
            <a:ext cx="2520000" cy="25200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 dirty="0">
                <a:solidFill>
                  <a:schemeClr val="bg1"/>
                </a:solidFill>
              </a:defRPr>
            </a:lvl1pPr>
          </a:lstStyle>
          <a:p>
            <a:pPr lvl="0"/>
            <a:endParaRPr lang="uk-UA" dirty="0"/>
          </a:p>
        </p:txBody>
      </p:sp>
      <p:sp>
        <p:nvSpPr>
          <p:cNvPr id="16" name="Picture Placeholder 3">
            <a:extLst>
              <a:ext uri="{FF2B5EF4-FFF2-40B4-BE49-F238E27FC236}">
                <a16:creationId xmlns:a16="http://schemas.microsoft.com/office/drawing/2014/main" id="{3BA56443-CF18-4C38-9575-5E1710AAB66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528799" y="914400"/>
            <a:ext cx="2520000" cy="25200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 dirty="0">
                <a:solidFill>
                  <a:schemeClr val="bg1"/>
                </a:solidFill>
              </a:defRPr>
            </a:lvl1pPr>
          </a:lstStyle>
          <a:p>
            <a:pPr lvl="0"/>
            <a:endParaRPr lang="uk-UA" dirty="0"/>
          </a:p>
        </p:txBody>
      </p:sp>
      <p:sp>
        <p:nvSpPr>
          <p:cNvPr id="6" name="Title 4">
            <a:extLst>
              <a:ext uri="{FF2B5EF4-FFF2-40B4-BE49-F238E27FC236}">
                <a16:creationId xmlns:a16="http://schemas.microsoft.com/office/drawing/2014/main" id="{BDE31C0E-ED7D-4FBC-B3FC-8850A717228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204824"/>
            <a:ext cx="8585200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>
              <a:defRPr lang="en-US" sz="3200">
                <a:solidFill>
                  <a:schemeClr val="bg1"/>
                </a:solidFill>
                <a:ea typeface="+mn-ea"/>
                <a:cs typeface="+mn-cs"/>
              </a:defRPr>
            </a:lvl1pPr>
          </a:lstStyle>
          <a:p>
            <a:pPr marL="0" lvl="0"/>
            <a:r>
              <a:rPr lang="en-US" dirty="0"/>
              <a:t>ADD HERE YOUR TITLE</a:t>
            </a:r>
          </a:p>
        </p:txBody>
      </p:sp>
    </p:spTree>
    <p:extLst>
      <p:ext uri="{BB962C8B-B14F-4D97-AF65-F5344CB8AC3E}">
        <p14:creationId xmlns:p14="http://schemas.microsoft.com/office/powerpoint/2010/main" val="1609760861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-Layout-29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3">
            <a:extLst>
              <a:ext uri="{FF2B5EF4-FFF2-40B4-BE49-F238E27FC236}">
                <a16:creationId xmlns:a16="http://schemas.microsoft.com/office/drawing/2014/main" id="{A01E19A8-58F0-4680-BA37-243AA8D2479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914400" y="914401"/>
            <a:ext cx="2520000" cy="24720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 dirty="0">
                <a:solidFill>
                  <a:schemeClr val="bg1"/>
                </a:solidFill>
              </a:defRPr>
            </a:lvl1pPr>
          </a:lstStyle>
          <a:p>
            <a:pPr lvl="0"/>
            <a:endParaRPr lang="uk-UA" dirty="0"/>
          </a:p>
        </p:txBody>
      </p:sp>
      <p:sp>
        <p:nvSpPr>
          <p:cNvPr id="13" name="Picture Placeholder 3">
            <a:extLst>
              <a:ext uri="{FF2B5EF4-FFF2-40B4-BE49-F238E27FC236}">
                <a16:creationId xmlns:a16="http://schemas.microsoft.com/office/drawing/2014/main" id="{35F7524D-A316-4A4B-928A-66679129A8AC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143201" y="914401"/>
            <a:ext cx="2520000" cy="24720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 dirty="0">
                <a:solidFill>
                  <a:schemeClr val="bg1"/>
                </a:solidFill>
              </a:defRPr>
            </a:lvl1pPr>
          </a:lstStyle>
          <a:p>
            <a:pPr lvl="0"/>
            <a:endParaRPr lang="uk-UA" dirty="0"/>
          </a:p>
        </p:txBody>
      </p:sp>
      <p:sp>
        <p:nvSpPr>
          <p:cNvPr id="14" name="Picture Placeholder 3">
            <a:extLst>
              <a:ext uri="{FF2B5EF4-FFF2-40B4-BE49-F238E27FC236}">
                <a16:creationId xmlns:a16="http://schemas.microsoft.com/office/drawing/2014/main" id="{3F19A66A-71A3-45B9-B802-F3CD6C788920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143201" y="3471599"/>
            <a:ext cx="2520000" cy="24720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 dirty="0">
                <a:solidFill>
                  <a:schemeClr val="bg1"/>
                </a:solidFill>
              </a:defRPr>
            </a:lvl1pPr>
          </a:lstStyle>
          <a:p>
            <a:pPr lvl="0"/>
            <a:endParaRPr lang="uk-UA" dirty="0"/>
          </a:p>
        </p:txBody>
      </p:sp>
      <p:sp>
        <p:nvSpPr>
          <p:cNvPr id="15" name="Picture Placeholder 3">
            <a:extLst>
              <a:ext uri="{FF2B5EF4-FFF2-40B4-BE49-F238E27FC236}">
                <a16:creationId xmlns:a16="http://schemas.microsoft.com/office/drawing/2014/main" id="{F34BF67E-4A08-4158-AB88-CA7B07B054D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914400" y="3471599"/>
            <a:ext cx="2520000" cy="24720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 dirty="0">
                <a:solidFill>
                  <a:schemeClr val="bg1"/>
                </a:solidFill>
              </a:defRPr>
            </a:lvl1pPr>
          </a:lstStyle>
          <a:p>
            <a:pPr lvl="0"/>
            <a:endParaRPr lang="uk-UA" dirty="0"/>
          </a:p>
        </p:txBody>
      </p:sp>
      <p:sp>
        <p:nvSpPr>
          <p:cNvPr id="6" name="Title 4">
            <a:extLst>
              <a:ext uri="{FF2B5EF4-FFF2-40B4-BE49-F238E27FC236}">
                <a16:creationId xmlns:a16="http://schemas.microsoft.com/office/drawing/2014/main" id="{56E3EE0B-F4D7-4A15-858C-7B64D9236F7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204824"/>
            <a:ext cx="8585200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>
              <a:defRPr lang="en-US" sz="3200">
                <a:solidFill>
                  <a:schemeClr val="bg1"/>
                </a:solidFill>
                <a:ea typeface="+mn-ea"/>
                <a:cs typeface="+mn-cs"/>
              </a:defRPr>
            </a:lvl1pPr>
          </a:lstStyle>
          <a:p>
            <a:pPr marL="0" lvl="0"/>
            <a:r>
              <a:rPr lang="en-US" dirty="0"/>
              <a:t>ADD HERE YOUR TITLE</a:t>
            </a:r>
          </a:p>
        </p:txBody>
      </p:sp>
    </p:spTree>
    <p:extLst>
      <p:ext uri="{BB962C8B-B14F-4D97-AF65-F5344CB8AC3E}">
        <p14:creationId xmlns:p14="http://schemas.microsoft.com/office/powerpoint/2010/main" val="4095646139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-Layout-30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3">
            <a:extLst>
              <a:ext uri="{FF2B5EF4-FFF2-40B4-BE49-F238E27FC236}">
                <a16:creationId xmlns:a16="http://schemas.microsoft.com/office/drawing/2014/main" id="{DB8E2D95-DBF1-4838-AC3D-96F341E8EC32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522720" y="1688785"/>
            <a:ext cx="1633728" cy="1633728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en-US" sz="1867">
                <a:solidFill>
                  <a:schemeClr val="bg1"/>
                </a:solidFill>
              </a:defRPr>
            </a:lvl1pPr>
          </a:lstStyle>
          <a:p>
            <a:pPr lvl="0"/>
            <a:endParaRPr lang="en-US"/>
          </a:p>
        </p:txBody>
      </p:sp>
      <p:sp>
        <p:nvSpPr>
          <p:cNvPr id="5" name="Picture Placeholder 3">
            <a:extLst>
              <a:ext uri="{FF2B5EF4-FFF2-40B4-BE49-F238E27FC236}">
                <a16:creationId xmlns:a16="http://schemas.microsoft.com/office/drawing/2014/main" id="{90CB9292-A56B-4AF1-9C57-80C7BB9D085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035552" y="1688785"/>
            <a:ext cx="1633728" cy="1633728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en-US" sz="1867">
                <a:solidFill>
                  <a:schemeClr val="bg1"/>
                </a:solidFill>
              </a:defRPr>
            </a:lvl1pPr>
          </a:lstStyle>
          <a:p>
            <a:pPr lvl="0"/>
            <a:endParaRPr lang="en-US"/>
          </a:p>
        </p:txBody>
      </p:sp>
      <p:sp>
        <p:nvSpPr>
          <p:cNvPr id="4" name="Title 4">
            <a:extLst>
              <a:ext uri="{FF2B5EF4-FFF2-40B4-BE49-F238E27FC236}">
                <a16:creationId xmlns:a16="http://schemas.microsoft.com/office/drawing/2014/main" id="{3EC904EB-B2A2-479C-9B2E-50DCB0CD5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204824"/>
            <a:ext cx="8585200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>
              <a:defRPr lang="en-US" sz="3200">
                <a:solidFill>
                  <a:schemeClr val="bg1"/>
                </a:solidFill>
                <a:ea typeface="+mn-ea"/>
                <a:cs typeface="+mn-cs"/>
              </a:defRPr>
            </a:lvl1pPr>
          </a:lstStyle>
          <a:p>
            <a:pPr marL="0" lvl="0"/>
            <a:r>
              <a:rPr lang="en-US" dirty="0"/>
              <a:t>ADD HERE YOUR TITLE</a:t>
            </a:r>
          </a:p>
        </p:txBody>
      </p:sp>
    </p:spTree>
    <p:extLst>
      <p:ext uri="{BB962C8B-B14F-4D97-AF65-F5344CB8AC3E}">
        <p14:creationId xmlns:p14="http://schemas.microsoft.com/office/powerpoint/2010/main" val="9147457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750">
        <p14:prism dir="u"/>
      </p:transition>
    </mc:Choice>
    <mc:Fallback xmlns="">
      <p:transition spd="slow">
        <p:fade/>
      </p:transition>
    </mc:Fallback>
  </mc:AlternateContent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-Layout-3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2">
            <a:extLst>
              <a:ext uri="{FF2B5EF4-FFF2-40B4-BE49-F238E27FC236}">
                <a16:creationId xmlns:a16="http://schemas.microsoft.com/office/drawing/2014/main" id="{25D926C8-134F-4B4E-AFA6-422CF4396A99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3927933" y="2539400"/>
            <a:ext cx="1779800" cy="1779800"/>
          </a:xfrm>
          <a:prstGeom prst="ellipse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>
                <a:solidFill>
                  <a:schemeClr val="bg1"/>
                </a:solidFill>
              </a:defRPr>
            </a:lvl1pPr>
          </a:lstStyle>
          <a:p>
            <a:pPr lvl="0"/>
            <a:endParaRPr lang="uk-UA"/>
          </a:p>
        </p:txBody>
      </p:sp>
      <p:sp>
        <p:nvSpPr>
          <p:cNvPr id="14" name="Picture Placeholder 2">
            <a:extLst>
              <a:ext uri="{FF2B5EF4-FFF2-40B4-BE49-F238E27FC236}">
                <a16:creationId xmlns:a16="http://schemas.microsoft.com/office/drawing/2014/main" id="{E7A03C44-8D2E-4BFD-9CA2-776A82F3D04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484267" y="2539400"/>
            <a:ext cx="1779800" cy="1779800"/>
          </a:xfrm>
          <a:prstGeom prst="ellipse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>
                <a:solidFill>
                  <a:schemeClr val="bg1"/>
                </a:solidFill>
              </a:defRPr>
            </a:lvl1pPr>
          </a:lstStyle>
          <a:p>
            <a:pPr lvl="0"/>
            <a:endParaRPr lang="uk-UA"/>
          </a:p>
        </p:txBody>
      </p:sp>
      <p:sp>
        <p:nvSpPr>
          <p:cNvPr id="15" name="Picture Placeholder 2">
            <a:extLst>
              <a:ext uri="{FF2B5EF4-FFF2-40B4-BE49-F238E27FC236}">
                <a16:creationId xmlns:a16="http://schemas.microsoft.com/office/drawing/2014/main" id="{F4B1582B-7009-4058-8A5C-E13B6D711671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9040600" y="2539400"/>
            <a:ext cx="1779800" cy="1779800"/>
          </a:xfrm>
          <a:prstGeom prst="ellipse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>
                <a:solidFill>
                  <a:schemeClr val="bg1"/>
                </a:solidFill>
              </a:defRPr>
            </a:lvl1pPr>
          </a:lstStyle>
          <a:p>
            <a:pPr lvl="0"/>
            <a:endParaRPr lang="uk-UA"/>
          </a:p>
        </p:txBody>
      </p:sp>
      <p:sp>
        <p:nvSpPr>
          <p:cNvPr id="4" name="Picture Placeholder 2">
            <a:extLst>
              <a:ext uri="{FF2B5EF4-FFF2-40B4-BE49-F238E27FC236}">
                <a16:creationId xmlns:a16="http://schemas.microsoft.com/office/drawing/2014/main" id="{ECE65DF2-591D-4F3E-B1AE-7D36BDC98605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1371600" y="2539400"/>
            <a:ext cx="1779800" cy="1779800"/>
          </a:xfrm>
          <a:prstGeom prst="ellipse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>
                <a:solidFill>
                  <a:schemeClr val="bg1"/>
                </a:solidFill>
              </a:defRPr>
            </a:lvl1pPr>
          </a:lstStyle>
          <a:p>
            <a:pPr lvl="0"/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9354788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750">
        <p14:prism dir="u"/>
      </p:transition>
    </mc:Choice>
    <mc:Fallback xmlns="">
      <p:transition spd="slow">
        <p:fade/>
      </p:transition>
    </mc:Fallback>
  </mc:AlternateContent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-Layout-3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3">
            <a:extLst>
              <a:ext uri="{FF2B5EF4-FFF2-40B4-BE49-F238E27FC236}">
                <a16:creationId xmlns:a16="http://schemas.microsoft.com/office/drawing/2014/main" id="{35F7524D-A316-4A4B-928A-66679129A8AC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143201" y="914401"/>
            <a:ext cx="2520000" cy="24720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 dirty="0">
                <a:solidFill>
                  <a:schemeClr val="bg1"/>
                </a:solidFill>
              </a:defRPr>
            </a:lvl1pPr>
          </a:lstStyle>
          <a:p>
            <a:pPr lvl="0"/>
            <a:endParaRPr lang="uk-UA" dirty="0"/>
          </a:p>
        </p:txBody>
      </p:sp>
      <p:sp>
        <p:nvSpPr>
          <p:cNvPr id="14" name="Picture Placeholder 3">
            <a:extLst>
              <a:ext uri="{FF2B5EF4-FFF2-40B4-BE49-F238E27FC236}">
                <a16:creationId xmlns:a16="http://schemas.microsoft.com/office/drawing/2014/main" id="{3F19A66A-71A3-45B9-B802-F3CD6C788920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143201" y="3471599"/>
            <a:ext cx="2520000" cy="24720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 dirty="0">
                <a:solidFill>
                  <a:schemeClr val="bg1"/>
                </a:solidFill>
              </a:defRPr>
            </a:lvl1pPr>
          </a:lstStyle>
          <a:p>
            <a:pPr lvl="0"/>
            <a:endParaRPr lang="uk-UA" dirty="0"/>
          </a:p>
        </p:txBody>
      </p:sp>
      <p:sp>
        <p:nvSpPr>
          <p:cNvPr id="15" name="Picture Placeholder 3">
            <a:extLst>
              <a:ext uri="{FF2B5EF4-FFF2-40B4-BE49-F238E27FC236}">
                <a16:creationId xmlns:a16="http://schemas.microsoft.com/office/drawing/2014/main" id="{F34BF67E-4A08-4158-AB88-CA7B07B054D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914400" y="3471599"/>
            <a:ext cx="2520000" cy="24720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 dirty="0">
                <a:solidFill>
                  <a:schemeClr val="bg1"/>
                </a:solidFill>
              </a:defRPr>
            </a:lvl1pPr>
          </a:lstStyle>
          <a:p>
            <a:pPr lvl="0"/>
            <a:endParaRPr lang="uk-UA" dirty="0"/>
          </a:p>
        </p:txBody>
      </p:sp>
      <p:sp>
        <p:nvSpPr>
          <p:cNvPr id="8" name="Picture Placeholder 3">
            <a:extLst>
              <a:ext uri="{FF2B5EF4-FFF2-40B4-BE49-F238E27FC236}">
                <a16:creationId xmlns:a16="http://schemas.microsoft.com/office/drawing/2014/main" id="{D51E2876-E8C8-423C-9494-4CEF2FF3A976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528799" y="914401"/>
            <a:ext cx="2520000" cy="24720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 dirty="0">
                <a:solidFill>
                  <a:schemeClr val="bg1"/>
                </a:solidFill>
              </a:defRPr>
            </a:lvl1pPr>
          </a:lstStyle>
          <a:p>
            <a:pPr lvl="0"/>
            <a:endParaRPr lang="uk-UA" dirty="0"/>
          </a:p>
        </p:txBody>
      </p:sp>
      <p:sp>
        <p:nvSpPr>
          <p:cNvPr id="9" name="Picture Placeholder 3">
            <a:extLst>
              <a:ext uri="{FF2B5EF4-FFF2-40B4-BE49-F238E27FC236}">
                <a16:creationId xmlns:a16="http://schemas.microsoft.com/office/drawing/2014/main" id="{FBEA9705-624D-467C-AF97-F2C06F54CF58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3528799" y="3471599"/>
            <a:ext cx="2520000" cy="24720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 dirty="0">
                <a:solidFill>
                  <a:schemeClr val="bg1"/>
                </a:solidFill>
              </a:defRPr>
            </a:lvl1pPr>
          </a:lstStyle>
          <a:p>
            <a:pPr lvl="0"/>
            <a:endParaRPr lang="uk-UA" dirty="0"/>
          </a:p>
        </p:txBody>
      </p:sp>
      <p:sp>
        <p:nvSpPr>
          <p:cNvPr id="10" name="Picture Placeholder 3">
            <a:extLst>
              <a:ext uri="{FF2B5EF4-FFF2-40B4-BE49-F238E27FC236}">
                <a16:creationId xmlns:a16="http://schemas.microsoft.com/office/drawing/2014/main" id="{9D52E7B9-C3A8-480E-B89A-1D9E52E70D05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8757600" y="914401"/>
            <a:ext cx="2520000" cy="24720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 dirty="0">
                <a:solidFill>
                  <a:schemeClr val="bg1"/>
                </a:solidFill>
              </a:defRPr>
            </a:lvl1pPr>
          </a:lstStyle>
          <a:p>
            <a:pPr lvl="0"/>
            <a:endParaRPr lang="uk-UA" dirty="0"/>
          </a:p>
        </p:txBody>
      </p:sp>
      <p:sp>
        <p:nvSpPr>
          <p:cNvPr id="11" name="Title 4">
            <a:extLst>
              <a:ext uri="{FF2B5EF4-FFF2-40B4-BE49-F238E27FC236}">
                <a16:creationId xmlns:a16="http://schemas.microsoft.com/office/drawing/2014/main" id="{9362819E-B2B5-455B-AA2D-A8DAF1066AC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692400" y="204824"/>
            <a:ext cx="8585200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algn="r">
              <a:defRPr lang="en-US" sz="3200">
                <a:solidFill>
                  <a:schemeClr val="bg1"/>
                </a:solidFill>
                <a:ea typeface="+mn-ea"/>
                <a:cs typeface="+mn-cs"/>
              </a:defRPr>
            </a:lvl1pPr>
          </a:lstStyle>
          <a:p>
            <a:pPr marL="0" lvl="0"/>
            <a:r>
              <a:rPr lang="en-US" dirty="0"/>
              <a:t>ADD HERE YOUR TITLE</a:t>
            </a:r>
          </a:p>
        </p:txBody>
      </p:sp>
    </p:spTree>
    <p:extLst>
      <p:ext uri="{BB962C8B-B14F-4D97-AF65-F5344CB8AC3E}">
        <p14:creationId xmlns:p14="http://schemas.microsoft.com/office/powerpoint/2010/main" val="248183001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-Layout-33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21C606D8-35EE-449B-9739-EED57E2B0C2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914400" y="914399"/>
            <a:ext cx="1680000" cy="16800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 dirty="0">
                <a:solidFill>
                  <a:schemeClr val="bg1"/>
                </a:solidFill>
              </a:defRPr>
            </a:lvl1pPr>
          </a:lstStyle>
          <a:p>
            <a:pPr lvl="0"/>
            <a:endParaRPr lang="uk-UA" dirty="0"/>
          </a:p>
        </p:txBody>
      </p:sp>
      <p:sp>
        <p:nvSpPr>
          <p:cNvPr id="24" name="Picture Placeholder 3">
            <a:extLst>
              <a:ext uri="{FF2B5EF4-FFF2-40B4-BE49-F238E27FC236}">
                <a16:creationId xmlns:a16="http://schemas.microsoft.com/office/drawing/2014/main" id="{4D6CAF51-6BDC-498B-A477-237F7A227F5F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2594400" y="914399"/>
            <a:ext cx="1680000" cy="16800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 dirty="0">
                <a:solidFill>
                  <a:schemeClr val="bg1"/>
                </a:solidFill>
              </a:defRPr>
            </a:lvl1pPr>
          </a:lstStyle>
          <a:p>
            <a:pPr lvl="0"/>
            <a:endParaRPr lang="uk-UA" dirty="0"/>
          </a:p>
        </p:txBody>
      </p:sp>
      <p:sp>
        <p:nvSpPr>
          <p:cNvPr id="25" name="Picture Placeholder 3">
            <a:extLst>
              <a:ext uri="{FF2B5EF4-FFF2-40B4-BE49-F238E27FC236}">
                <a16:creationId xmlns:a16="http://schemas.microsoft.com/office/drawing/2014/main" id="{90441955-A97F-4CDA-9F8E-65C8BCEFD3D4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4274400" y="914399"/>
            <a:ext cx="1680000" cy="16800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 dirty="0">
                <a:solidFill>
                  <a:schemeClr val="bg1"/>
                </a:solidFill>
              </a:defRPr>
            </a:lvl1pPr>
          </a:lstStyle>
          <a:p>
            <a:pPr lvl="0"/>
            <a:endParaRPr lang="uk-UA" dirty="0"/>
          </a:p>
        </p:txBody>
      </p:sp>
      <p:sp>
        <p:nvSpPr>
          <p:cNvPr id="26" name="Picture Placeholder 3">
            <a:extLst>
              <a:ext uri="{FF2B5EF4-FFF2-40B4-BE49-F238E27FC236}">
                <a16:creationId xmlns:a16="http://schemas.microsoft.com/office/drawing/2014/main" id="{34091CEE-A618-459D-8440-5B817743F9C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914400" y="2594400"/>
            <a:ext cx="1680000" cy="16800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 dirty="0">
                <a:solidFill>
                  <a:schemeClr val="bg1"/>
                </a:solidFill>
              </a:defRPr>
            </a:lvl1pPr>
          </a:lstStyle>
          <a:p>
            <a:pPr lvl="0"/>
            <a:endParaRPr lang="uk-UA" dirty="0"/>
          </a:p>
        </p:txBody>
      </p:sp>
      <p:sp>
        <p:nvSpPr>
          <p:cNvPr id="27" name="Picture Placeholder 3">
            <a:extLst>
              <a:ext uri="{FF2B5EF4-FFF2-40B4-BE49-F238E27FC236}">
                <a16:creationId xmlns:a16="http://schemas.microsoft.com/office/drawing/2014/main" id="{6A2A6811-5688-499E-AFFE-209FF0846F7B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2594400" y="2594400"/>
            <a:ext cx="1680000" cy="16800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 dirty="0">
                <a:solidFill>
                  <a:schemeClr val="bg1"/>
                </a:solidFill>
              </a:defRPr>
            </a:lvl1pPr>
          </a:lstStyle>
          <a:p>
            <a:pPr lvl="0"/>
            <a:endParaRPr lang="uk-UA" dirty="0"/>
          </a:p>
        </p:txBody>
      </p:sp>
      <p:sp>
        <p:nvSpPr>
          <p:cNvPr id="28" name="Picture Placeholder 3">
            <a:extLst>
              <a:ext uri="{FF2B5EF4-FFF2-40B4-BE49-F238E27FC236}">
                <a16:creationId xmlns:a16="http://schemas.microsoft.com/office/drawing/2014/main" id="{6816AFA0-6B0E-411B-A44B-9433003B1E60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274400" y="2594400"/>
            <a:ext cx="1680000" cy="16800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 dirty="0">
                <a:solidFill>
                  <a:schemeClr val="bg1"/>
                </a:solidFill>
              </a:defRPr>
            </a:lvl1pPr>
          </a:lstStyle>
          <a:p>
            <a:pPr lvl="0"/>
            <a:endParaRPr lang="uk-UA" dirty="0"/>
          </a:p>
        </p:txBody>
      </p:sp>
      <p:sp>
        <p:nvSpPr>
          <p:cNvPr id="29" name="Picture Placeholder 3">
            <a:extLst>
              <a:ext uri="{FF2B5EF4-FFF2-40B4-BE49-F238E27FC236}">
                <a16:creationId xmlns:a16="http://schemas.microsoft.com/office/drawing/2014/main" id="{F33CACAB-EFD3-4423-A56F-67BF87122A24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914400" y="4274400"/>
            <a:ext cx="1680000" cy="16800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 dirty="0">
                <a:solidFill>
                  <a:schemeClr val="bg1"/>
                </a:solidFill>
              </a:defRPr>
            </a:lvl1pPr>
          </a:lstStyle>
          <a:p>
            <a:pPr lvl="0"/>
            <a:endParaRPr lang="uk-UA" dirty="0"/>
          </a:p>
        </p:txBody>
      </p:sp>
      <p:sp>
        <p:nvSpPr>
          <p:cNvPr id="30" name="Picture Placeholder 3">
            <a:extLst>
              <a:ext uri="{FF2B5EF4-FFF2-40B4-BE49-F238E27FC236}">
                <a16:creationId xmlns:a16="http://schemas.microsoft.com/office/drawing/2014/main" id="{454B9E96-3F41-4112-B2F2-7C91659C962B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2594400" y="4274400"/>
            <a:ext cx="1680000" cy="16800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 dirty="0">
                <a:solidFill>
                  <a:schemeClr val="bg1"/>
                </a:solidFill>
              </a:defRPr>
            </a:lvl1pPr>
          </a:lstStyle>
          <a:p>
            <a:pPr lvl="0"/>
            <a:endParaRPr lang="uk-UA" dirty="0"/>
          </a:p>
        </p:txBody>
      </p:sp>
      <p:sp>
        <p:nvSpPr>
          <p:cNvPr id="31" name="Picture Placeholder 3">
            <a:extLst>
              <a:ext uri="{FF2B5EF4-FFF2-40B4-BE49-F238E27FC236}">
                <a16:creationId xmlns:a16="http://schemas.microsoft.com/office/drawing/2014/main" id="{BC02999A-F922-4A21-97D6-ACA30F81B716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4274400" y="4274400"/>
            <a:ext cx="1680000" cy="16800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 dirty="0">
                <a:solidFill>
                  <a:schemeClr val="bg1"/>
                </a:solidFill>
              </a:defRPr>
            </a:lvl1pPr>
          </a:lstStyle>
          <a:p>
            <a:pPr lvl="0"/>
            <a:endParaRPr lang="uk-UA" dirty="0"/>
          </a:p>
        </p:txBody>
      </p:sp>
      <p:sp>
        <p:nvSpPr>
          <p:cNvPr id="11" name="Title 4">
            <a:extLst>
              <a:ext uri="{FF2B5EF4-FFF2-40B4-BE49-F238E27FC236}">
                <a16:creationId xmlns:a16="http://schemas.microsoft.com/office/drawing/2014/main" id="{07ABEAF5-F661-4B13-AA84-91E5DCACEE8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204824"/>
            <a:ext cx="8585200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>
              <a:defRPr lang="en-US" sz="3200">
                <a:solidFill>
                  <a:schemeClr val="bg1"/>
                </a:solidFill>
                <a:ea typeface="+mn-ea"/>
                <a:cs typeface="+mn-cs"/>
              </a:defRPr>
            </a:lvl1pPr>
          </a:lstStyle>
          <a:p>
            <a:pPr marL="0" lvl="0"/>
            <a:r>
              <a:rPr lang="en-US" dirty="0"/>
              <a:t>ADD HERE YOUR TITLE</a:t>
            </a:r>
          </a:p>
        </p:txBody>
      </p:sp>
    </p:spTree>
    <p:extLst>
      <p:ext uri="{BB962C8B-B14F-4D97-AF65-F5344CB8AC3E}">
        <p14:creationId xmlns:p14="http://schemas.microsoft.com/office/powerpoint/2010/main" val="2180735793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-Layout-34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icture Placeholder 3">
            <a:extLst>
              <a:ext uri="{FF2B5EF4-FFF2-40B4-BE49-F238E27FC236}">
                <a16:creationId xmlns:a16="http://schemas.microsoft.com/office/drawing/2014/main" id="{DB359F9B-D09D-41FC-A8A3-34B107216361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657600" y="1244601"/>
            <a:ext cx="2093576" cy="1518959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 dirty="0">
                <a:solidFill>
                  <a:schemeClr val="bg1"/>
                </a:solidFill>
              </a:defRPr>
            </a:lvl1pPr>
          </a:lstStyle>
          <a:p>
            <a:pPr lvl="0"/>
            <a:endParaRPr lang="uk-UA" dirty="0"/>
          </a:p>
        </p:txBody>
      </p:sp>
      <p:sp>
        <p:nvSpPr>
          <p:cNvPr id="21" name="Picture Placeholder 3">
            <a:extLst>
              <a:ext uri="{FF2B5EF4-FFF2-40B4-BE49-F238E27FC236}">
                <a16:creationId xmlns:a16="http://schemas.microsoft.com/office/drawing/2014/main" id="{30340115-791E-436C-B1D2-4BA0EF313DD6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3657600" y="3581401"/>
            <a:ext cx="2093576" cy="1518959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 dirty="0">
                <a:solidFill>
                  <a:schemeClr val="bg1"/>
                </a:solidFill>
              </a:defRPr>
            </a:lvl1pPr>
          </a:lstStyle>
          <a:p>
            <a:pPr lvl="0"/>
            <a:endParaRPr lang="uk-UA" dirty="0"/>
          </a:p>
        </p:txBody>
      </p:sp>
      <p:sp>
        <p:nvSpPr>
          <p:cNvPr id="22" name="Picture Placeholder 3">
            <a:extLst>
              <a:ext uri="{FF2B5EF4-FFF2-40B4-BE49-F238E27FC236}">
                <a16:creationId xmlns:a16="http://schemas.microsoft.com/office/drawing/2014/main" id="{A7AFE5EF-FFAF-44D0-AE52-53409201E33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259225" y="3581401"/>
            <a:ext cx="2093576" cy="1518959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 dirty="0">
                <a:solidFill>
                  <a:schemeClr val="bg1"/>
                </a:solidFill>
              </a:defRPr>
            </a:lvl1pPr>
          </a:lstStyle>
          <a:p>
            <a:pPr lvl="0"/>
            <a:endParaRPr lang="uk-UA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21C606D8-35EE-449B-9739-EED57E2B0C2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259225" y="1244601"/>
            <a:ext cx="2093576" cy="1518959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 dirty="0">
                <a:solidFill>
                  <a:schemeClr val="bg1"/>
                </a:solidFill>
              </a:defRPr>
            </a:lvl1pPr>
          </a:lstStyle>
          <a:p>
            <a:pPr lvl="0"/>
            <a:endParaRPr lang="uk-UA" dirty="0"/>
          </a:p>
        </p:txBody>
      </p:sp>
      <p:sp>
        <p:nvSpPr>
          <p:cNvPr id="6" name="Title 4">
            <a:extLst>
              <a:ext uri="{FF2B5EF4-FFF2-40B4-BE49-F238E27FC236}">
                <a16:creationId xmlns:a16="http://schemas.microsoft.com/office/drawing/2014/main" id="{066796E9-17FF-4B7C-BBAB-43BCEA9CC3F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204824"/>
            <a:ext cx="8585200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>
              <a:defRPr lang="en-US" sz="3200">
                <a:solidFill>
                  <a:schemeClr val="bg1"/>
                </a:solidFill>
                <a:ea typeface="+mn-ea"/>
                <a:cs typeface="+mn-cs"/>
              </a:defRPr>
            </a:lvl1pPr>
          </a:lstStyle>
          <a:p>
            <a:pPr marL="0" lvl="0"/>
            <a:r>
              <a:rPr lang="en-US" dirty="0"/>
              <a:t>ADD HERE YOUR TITLE</a:t>
            </a:r>
          </a:p>
        </p:txBody>
      </p:sp>
    </p:spTree>
    <p:extLst>
      <p:ext uri="{BB962C8B-B14F-4D97-AF65-F5344CB8AC3E}">
        <p14:creationId xmlns:p14="http://schemas.microsoft.com/office/powerpoint/2010/main" val="2502744711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-Layout-35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icture Placeholder 3">
            <a:extLst>
              <a:ext uri="{FF2B5EF4-FFF2-40B4-BE49-F238E27FC236}">
                <a16:creationId xmlns:a16="http://schemas.microsoft.com/office/drawing/2014/main" id="{4F61D5AC-6B9A-4E76-9528-AC060A57971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986454" y="1430453"/>
            <a:ext cx="1109547" cy="1109547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en-US" sz="1867" dirty="0">
                <a:solidFill>
                  <a:schemeClr val="bg1"/>
                </a:solidFill>
              </a:defRPr>
            </a:lvl1pPr>
          </a:lstStyle>
          <a:p>
            <a:pPr lvl="0"/>
            <a:endParaRPr lang="en-US" dirty="0"/>
          </a:p>
        </p:txBody>
      </p:sp>
      <p:sp>
        <p:nvSpPr>
          <p:cNvPr id="19" name="Picture Placeholder 3">
            <a:extLst>
              <a:ext uri="{FF2B5EF4-FFF2-40B4-BE49-F238E27FC236}">
                <a16:creationId xmlns:a16="http://schemas.microsoft.com/office/drawing/2014/main" id="{182EF3E6-2533-4B75-8BBE-37A72D1F9537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986454" y="2874227"/>
            <a:ext cx="1109547" cy="1109547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en-US" sz="1867">
                <a:solidFill>
                  <a:schemeClr val="bg1"/>
                </a:solidFill>
              </a:defRPr>
            </a:lvl1pPr>
          </a:lstStyle>
          <a:p>
            <a:pPr lvl="0"/>
            <a:endParaRPr lang="en-US"/>
          </a:p>
        </p:txBody>
      </p:sp>
      <p:sp>
        <p:nvSpPr>
          <p:cNvPr id="20" name="Picture Placeholder 3">
            <a:extLst>
              <a:ext uri="{FF2B5EF4-FFF2-40B4-BE49-F238E27FC236}">
                <a16:creationId xmlns:a16="http://schemas.microsoft.com/office/drawing/2014/main" id="{39BDB5CE-3845-49A2-B1DD-B21BA2398B5E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4986454" y="4318000"/>
            <a:ext cx="1109547" cy="1109547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en-US" sz="1867">
                <a:solidFill>
                  <a:schemeClr val="bg1"/>
                </a:solidFill>
              </a:defRPr>
            </a:lvl1pPr>
          </a:lstStyle>
          <a:p>
            <a:pPr lvl="0"/>
            <a:endParaRPr lang="en-US"/>
          </a:p>
        </p:txBody>
      </p:sp>
      <p:sp>
        <p:nvSpPr>
          <p:cNvPr id="21" name="Picture Placeholder 3">
            <a:extLst>
              <a:ext uri="{FF2B5EF4-FFF2-40B4-BE49-F238E27FC236}">
                <a16:creationId xmlns:a16="http://schemas.microsoft.com/office/drawing/2014/main" id="{87177F30-49A0-43D7-9750-F6537569BC0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485053" y="1430453"/>
            <a:ext cx="1109547" cy="1109547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en-US" sz="1867">
                <a:solidFill>
                  <a:schemeClr val="bg1"/>
                </a:solidFill>
              </a:defRPr>
            </a:lvl1pPr>
          </a:lstStyle>
          <a:p>
            <a:pPr lvl="0"/>
            <a:endParaRPr lang="en-US"/>
          </a:p>
        </p:txBody>
      </p:sp>
      <p:sp>
        <p:nvSpPr>
          <p:cNvPr id="22" name="Picture Placeholder 3">
            <a:extLst>
              <a:ext uri="{FF2B5EF4-FFF2-40B4-BE49-F238E27FC236}">
                <a16:creationId xmlns:a16="http://schemas.microsoft.com/office/drawing/2014/main" id="{A4D7A181-BF2B-4E2C-8DC6-9E9F93789422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485053" y="2874227"/>
            <a:ext cx="1109547" cy="1109547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en-US" sz="1867">
                <a:solidFill>
                  <a:schemeClr val="bg1"/>
                </a:solidFill>
              </a:defRPr>
            </a:lvl1pPr>
          </a:lstStyle>
          <a:p>
            <a:pPr lvl="0"/>
            <a:endParaRPr lang="en-US"/>
          </a:p>
        </p:txBody>
      </p:sp>
      <p:sp>
        <p:nvSpPr>
          <p:cNvPr id="23" name="Picture Placeholder 3">
            <a:extLst>
              <a:ext uri="{FF2B5EF4-FFF2-40B4-BE49-F238E27FC236}">
                <a16:creationId xmlns:a16="http://schemas.microsoft.com/office/drawing/2014/main" id="{5656422B-2BD1-4349-AEF4-549C487EBAF9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485053" y="4318000"/>
            <a:ext cx="1109547" cy="1109547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en-US" sz="1867">
                <a:solidFill>
                  <a:schemeClr val="bg1"/>
                </a:solidFill>
              </a:defRPr>
            </a:lvl1pPr>
          </a:lstStyle>
          <a:p>
            <a:pPr lvl="0"/>
            <a:endParaRPr lang="en-US" dirty="0"/>
          </a:p>
        </p:txBody>
      </p:sp>
      <p:sp>
        <p:nvSpPr>
          <p:cNvPr id="24" name="Picture Placeholder 3">
            <a:extLst>
              <a:ext uri="{FF2B5EF4-FFF2-40B4-BE49-F238E27FC236}">
                <a16:creationId xmlns:a16="http://schemas.microsoft.com/office/drawing/2014/main" id="{F5BEF3CE-BE91-482E-9A1D-F323D666EC82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7983653" y="1430453"/>
            <a:ext cx="1109547" cy="1109547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en-US" sz="1867">
                <a:solidFill>
                  <a:schemeClr val="bg1"/>
                </a:solidFill>
              </a:defRPr>
            </a:lvl1pPr>
          </a:lstStyle>
          <a:p>
            <a:pPr lvl="0"/>
            <a:endParaRPr lang="en-US" dirty="0"/>
          </a:p>
        </p:txBody>
      </p:sp>
      <p:sp>
        <p:nvSpPr>
          <p:cNvPr id="25" name="Picture Placeholder 3">
            <a:extLst>
              <a:ext uri="{FF2B5EF4-FFF2-40B4-BE49-F238E27FC236}">
                <a16:creationId xmlns:a16="http://schemas.microsoft.com/office/drawing/2014/main" id="{94CA472E-95A8-43F9-BA68-D9D29CFA582C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7983653" y="2874227"/>
            <a:ext cx="1109547" cy="1109547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en-US" sz="1867">
                <a:solidFill>
                  <a:schemeClr val="bg1"/>
                </a:solidFill>
              </a:defRPr>
            </a:lvl1pPr>
          </a:lstStyle>
          <a:p>
            <a:pPr lvl="0"/>
            <a:endParaRPr lang="en-US"/>
          </a:p>
        </p:txBody>
      </p:sp>
      <p:sp>
        <p:nvSpPr>
          <p:cNvPr id="26" name="Picture Placeholder 3">
            <a:extLst>
              <a:ext uri="{FF2B5EF4-FFF2-40B4-BE49-F238E27FC236}">
                <a16:creationId xmlns:a16="http://schemas.microsoft.com/office/drawing/2014/main" id="{B76B9EDF-B9FA-4D55-9CD3-DC606A762809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7983653" y="4318000"/>
            <a:ext cx="1109547" cy="1109547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en-US" sz="1867">
                <a:solidFill>
                  <a:schemeClr val="bg1"/>
                </a:solidFill>
              </a:defRPr>
            </a:lvl1pPr>
          </a:lstStyle>
          <a:p>
            <a:pPr lvl="0"/>
            <a:endParaRPr lang="en-US" dirty="0"/>
          </a:p>
        </p:txBody>
      </p:sp>
      <p:sp>
        <p:nvSpPr>
          <p:cNvPr id="27" name="Picture Placeholder 3">
            <a:extLst>
              <a:ext uri="{FF2B5EF4-FFF2-40B4-BE49-F238E27FC236}">
                <a16:creationId xmlns:a16="http://schemas.microsoft.com/office/drawing/2014/main" id="{338378F8-9586-4B0C-A232-3B726BB5670E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9482253" y="1430453"/>
            <a:ext cx="1109547" cy="1109547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en-US" sz="1867">
                <a:solidFill>
                  <a:schemeClr val="bg1"/>
                </a:solidFill>
              </a:defRPr>
            </a:lvl1pPr>
          </a:lstStyle>
          <a:p>
            <a:pPr lvl="0"/>
            <a:endParaRPr lang="en-US" dirty="0"/>
          </a:p>
        </p:txBody>
      </p:sp>
      <p:sp>
        <p:nvSpPr>
          <p:cNvPr id="28" name="Picture Placeholder 3">
            <a:extLst>
              <a:ext uri="{FF2B5EF4-FFF2-40B4-BE49-F238E27FC236}">
                <a16:creationId xmlns:a16="http://schemas.microsoft.com/office/drawing/2014/main" id="{DBAA4A7E-83F0-4DE1-8058-727D0D550AE8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9482253" y="2874227"/>
            <a:ext cx="1109547" cy="1109547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en-US" sz="1867">
                <a:solidFill>
                  <a:schemeClr val="bg1"/>
                </a:solidFill>
              </a:defRPr>
            </a:lvl1pPr>
          </a:lstStyle>
          <a:p>
            <a:pPr lvl="0"/>
            <a:endParaRPr lang="en-US"/>
          </a:p>
        </p:txBody>
      </p:sp>
      <p:sp>
        <p:nvSpPr>
          <p:cNvPr id="29" name="Picture Placeholder 3">
            <a:extLst>
              <a:ext uri="{FF2B5EF4-FFF2-40B4-BE49-F238E27FC236}">
                <a16:creationId xmlns:a16="http://schemas.microsoft.com/office/drawing/2014/main" id="{2D3DF732-700F-4626-B6E5-D4FE7CA7F750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9482253" y="4318000"/>
            <a:ext cx="1109547" cy="1109547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en-US" sz="1867">
                <a:solidFill>
                  <a:schemeClr val="bg1"/>
                </a:solidFill>
              </a:defRPr>
            </a:lvl1pPr>
          </a:lstStyle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563179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750">
        <p14:prism dir="u"/>
      </p:transition>
    </mc:Choice>
    <mc:Fallback xmlns="">
      <p:transition spd="slow">
        <p:fade/>
      </p:transition>
    </mc:Fallback>
  </mc:AlternateContent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-Layout-36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2">
            <a:extLst>
              <a:ext uri="{FF2B5EF4-FFF2-40B4-BE49-F238E27FC236}">
                <a16:creationId xmlns:a16="http://schemas.microsoft.com/office/drawing/2014/main" id="{9DE22400-4DFB-4070-BD11-796979D44517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048001" y="3522134"/>
            <a:ext cx="1199847" cy="1199847"/>
          </a:xfrm>
          <a:prstGeom prst="ellipse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>
                <a:solidFill>
                  <a:schemeClr val="bg1"/>
                </a:solidFill>
              </a:defRPr>
            </a:lvl1pPr>
          </a:lstStyle>
          <a:p>
            <a:pPr lvl="0"/>
            <a:endParaRPr lang="uk-UA"/>
          </a:p>
        </p:txBody>
      </p:sp>
      <p:sp>
        <p:nvSpPr>
          <p:cNvPr id="8" name="Picture Placeholder 2">
            <a:extLst>
              <a:ext uri="{FF2B5EF4-FFF2-40B4-BE49-F238E27FC236}">
                <a16:creationId xmlns:a16="http://schemas.microsoft.com/office/drawing/2014/main" id="{F6B20438-F6EA-44E8-AE9B-E1D8927EDD45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7944153" y="3522134"/>
            <a:ext cx="1199847" cy="1199847"/>
          </a:xfrm>
          <a:prstGeom prst="ellipse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>
                <a:solidFill>
                  <a:schemeClr val="bg1"/>
                </a:solidFill>
              </a:defRPr>
            </a:lvl1pPr>
          </a:lstStyle>
          <a:p>
            <a:pPr lvl="0"/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7288845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750">
        <p14:prism dir="u"/>
      </p:transition>
    </mc:Choice>
    <mc:Fallback xmlns="">
      <p:transition spd="slow">
        <p:fade/>
      </p:transition>
    </mc:Fallback>
  </mc:AlternateContent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-Layout-37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2">
            <a:extLst>
              <a:ext uri="{FF2B5EF4-FFF2-40B4-BE49-F238E27FC236}">
                <a16:creationId xmlns:a16="http://schemas.microsoft.com/office/drawing/2014/main" id="{4167C466-06CA-4316-837F-DE41C6D25BBE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5630400" y="4754290"/>
            <a:ext cx="931200" cy="931200"/>
          </a:xfrm>
          <a:prstGeom prst="ellipse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>
                <a:solidFill>
                  <a:schemeClr val="bg1"/>
                </a:solidFill>
              </a:defRPr>
            </a:lvl1pPr>
          </a:lstStyle>
          <a:p>
            <a:pPr lvl="0"/>
            <a:endParaRPr lang="uk-UA" dirty="0"/>
          </a:p>
        </p:txBody>
      </p:sp>
      <p:sp>
        <p:nvSpPr>
          <p:cNvPr id="10" name="Picture Placeholder 2">
            <a:extLst>
              <a:ext uri="{FF2B5EF4-FFF2-40B4-BE49-F238E27FC236}">
                <a16:creationId xmlns:a16="http://schemas.microsoft.com/office/drawing/2014/main" id="{BEF702DF-314A-48F1-973E-85A0F00953B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9144000" y="4754290"/>
            <a:ext cx="931200" cy="931200"/>
          </a:xfrm>
          <a:prstGeom prst="ellipse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>
                <a:solidFill>
                  <a:schemeClr val="bg1"/>
                </a:solidFill>
              </a:defRPr>
            </a:lvl1pPr>
          </a:lstStyle>
          <a:p>
            <a:pPr lvl="0"/>
            <a:endParaRPr lang="uk-UA" dirty="0"/>
          </a:p>
        </p:txBody>
      </p:sp>
      <p:sp>
        <p:nvSpPr>
          <p:cNvPr id="8" name="Picture Placeholder 2">
            <a:extLst>
              <a:ext uri="{FF2B5EF4-FFF2-40B4-BE49-F238E27FC236}">
                <a16:creationId xmlns:a16="http://schemas.microsoft.com/office/drawing/2014/main" id="{0498764A-68F6-42A7-8513-24CEA7D01CDF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2116800" y="4754290"/>
            <a:ext cx="931200" cy="931200"/>
          </a:xfrm>
          <a:prstGeom prst="ellipse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>
                <a:solidFill>
                  <a:schemeClr val="bg1"/>
                </a:solidFill>
              </a:defRPr>
            </a:lvl1pPr>
          </a:lstStyle>
          <a:p>
            <a:pPr lvl="0"/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0467660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750">
        <p14:prism dir="u"/>
      </p:transition>
    </mc:Choice>
    <mc:Fallback xmlns="">
      <p:transition spd="slow">
        <p:fade/>
      </p:transition>
    </mc:Fallback>
  </mc:AlternateContent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-Layout-38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21C606D8-35EE-449B-9739-EED57E2B0C2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914400" y="914400"/>
            <a:ext cx="5138399" cy="50292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>
                <a:solidFill>
                  <a:schemeClr val="bg1"/>
                </a:solidFill>
              </a:defRPr>
            </a:lvl1pPr>
          </a:lstStyle>
          <a:p>
            <a:pPr lvl="0"/>
            <a:endParaRPr lang="uk-UA"/>
          </a:p>
        </p:txBody>
      </p:sp>
      <p:sp>
        <p:nvSpPr>
          <p:cNvPr id="5" name="Picture Placeholder 3">
            <a:extLst>
              <a:ext uri="{FF2B5EF4-FFF2-40B4-BE49-F238E27FC236}">
                <a16:creationId xmlns:a16="http://schemas.microsoft.com/office/drawing/2014/main" id="{C2276A54-15F6-49F8-8236-5D53CB303591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139201" y="914400"/>
            <a:ext cx="5138399" cy="50292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>
                <a:solidFill>
                  <a:schemeClr val="bg1"/>
                </a:solidFill>
              </a:defRPr>
            </a:lvl1pPr>
          </a:lstStyle>
          <a:p>
            <a:pPr lvl="0"/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59377270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-Layout-39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3">
            <a:extLst>
              <a:ext uri="{FF2B5EF4-FFF2-40B4-BE49-F238E27FC236}">
                <a16:creationId xmlns:a16="http://schemas.microsoft.com/office/drawing/2014/main" id="{90FCA33D-2064-4B79-A05B-33E02F45CC0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914400" y="914400"/>
            <a:ext cx="6577781" cy="24720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 dirty="0">
                <a:solidFill>
                  <a:schemeClr val="bg1"/>
                </a:solidFill>
              </a:defRPr>
            </a:lvl1pPr>
          </a:lstStyle>
          <a:p>
            <a:pPr lvl="0"/>
            <a:endParaRPr lang="uk-UA" dirty="0"/>
          </a:p>
        </p:txBody>
      </p:sp>
      <p:sp>
        <p:nvSpPr>
          <p:cNvPr id="11" name="Picture Placeholder 3">
            <a:extLst>
              <a:ext uri="{FF2B5EF4-FFF2-40B4-BE49-F238E27FC236}">
                <a16:creationId xmlns:a16="http://schemas.microsoft.com/office/drawing/2014/main" id="{B3F2EB52-6437-443D-83F2-470160C639D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914400" y="3471598"/>
            <a:ext cx="6577781" cy="2472001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 dirty="0">
                <a:solidFill>
                  <a:schemeClr val="bg1"/>
                </a:solidFill>
              </a:defRPr>
            </a:lvl1pPr>
          </a:lstStyle>
          <a:p>
            <a:pPr lvl="0"/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1884510803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-Layout-40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3">
            <a:extLst>
              <a:ext uri="{FF2B5EF4-FFF2-40B4-BE49-F238E27FC236}">
                <a16:creationId xmlns:a16="http://schemas.microsoft.com/office/drawing/2014/main" id="{F5D57908-4AFF-424F-A126-737853EA3FE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914400" y="914400"/>
            <a:ext cx="2568000" cy="50292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>
                <a:solidFill>
                  <a:schemeClr val="bg1"/>
                </a:solidFill>
              </a:defRPr>
            </a:lvl1pPr>
          </a:lstStyle>
          <a:p>
            <a:pPr lvl="0"/>
            <a:endParaRPr lang="uk-UA"/>
          </a:p>
        </p:txBody>
      </p:sp>
      <p:sp>
        <p:nvSpPr>
          <p:cNvPr id="6" name="Picture Placeholder 3">
            <a:extLst>
              <a:ext uri="{FF2B5EF4-FFF2-40B4-BE49-F238E27FC236}">
                <a16:creationId xmlns:a16="http://schemas.microsoft.com/office/drawing/2014/main" id="{9E22C849-BA60-407D-AF15-5F2874C1B42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528000" y="3452400"/>
            <a:ext cx="2570400" cy="24912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 dirty="0">
                <a:solidFill>
                  <a:schemeClr val="bg1"/>
                </a:solidFill>
              </a:defRPr>
            </a:lvl1pPr>
          </a:lstStyle>
          <a:p>
            <a:pPr lvl="0"/>
            <a:endParaRPr lang="uk-UA" dirty="0"/>
          </a:p>
        </p:txBody>
      </p:sp>
      <p:sp>
        <p:nvSpPr>
          <p:cNvPr id="7" name="Picture Placeholder 3">
            <a:extLst>
              <a:ext uri="{FF2B5EF4-FFF2-40B4-BE49-F238E27FC236}">
                <a16:creationId xmlns:a16="http://schemas.microsoft.com/office/drawing/2014/main" id="{6EA590BF-BEF4-4611-8EE4-786523DD517B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528000" y="914400"/>
            <a:ext cx="2570400" cy="24912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 dirty="0">
                <a:solidFill>
                  <a:schemeClr val="bg1"/>
                </a:solidFill>
              </a:defRPr>
            </a:lvl1pPr>
          </a:lstStyle>
          <a:p>
            <a:pPr lvl="0"/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3539478847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-Layout-4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3">
            <a:extLst>
              <a:ext uri="{FF2B5EF4-FFF2-40B4-BE49-F238E27FC236}">
                <a16:creationId xmlns:a16="http://schemas.microsoft.com/office/drawing/2014/main" id="{57030164-06EA-4D37-9C6D-49853C2FD30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914400" y="3452400"/>
            <a:ext cx="7003200" cy="24912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>
                <a:solidFill>
                  <a:schemeClr val="bg1"/>
                </a:solidFill>
              </a:defRPr>
            </a:lvl1pPr>
          </a:lstStyle>
          <a:p>
            <a:pPr lvl="0"/>
            <a:endParaRPr lang="uk-UA"/>
          </a:p>
        </p:txBody>
      </p:sp>
      <p:sp>
        <p:nvSpPr>
          <p:cNvPr id="7" name="Picture Placeholder 3">
            <a:extLst>
              <a:ext uri="{FF2B5EF4-FFF2-40B4-BE49-F238E27FC236}">
                <a16:creationId xmlns:a16="http://schemas.microsoft.com/office/drawing/2014/main" id="{C00E378F-86E7-4993-B91B-1784EE997AAF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7965600" y="914400"/>
            <a:ext cx="3312000" cy="50292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 dirty="0">
                <a:solidFill>
                  <a:schemeClr val="bg1"/>
                </a:solidFill>
              </a:defRPr>
            </a:lvl1pPr>
          </a:lstStyle>
          <a:p>
            <a:pPr lvl="0"/>
            <a:endParaRPr lang="uk-UA" dirty="0"/>
          </a:p>
        </p:txBody>
      </p:sp>
      <p:sp>
        <p:nvSpPr>
          <p:cNvPr id="8" name="Picture Placeholder 3">
            <a:extLst>
              <a:ext uri="{FF2B5EF4-FFF2-40B4-BE49-F238E27FC236}">
                <a16:creationId xmlns:a16="http://schemas.microsoft.com/office/drawing/2014/main" id="{1EC91ED1-A8F9-42ED-8B48-4C358265977D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914399" y="914400"/>
            <a:ext cx="3487200" cy="24912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>
                <a:solidFill>
                  <a:schemeClr val="bg1"/>
                </a:solidFill>
              </a:defRPr>
            </a:lvl1pPr>
          </a:lstStyle>
          <a:p>
            <a:pPr lvl="0"/>
            <a:endParaRPr lang="uk-UA"/>
          </a:p>
        </p:txBody>
      </p:sp>
      <p:sp>
        <p:nvSpPr>
          <p:cNvPr id="13" name="Picture Placeholder 3">
            <a:extLst>
              <a:ext uri="{FF2B5EF4-FFF2-40B4-BE49-F238E27FC236}">
                <a16:creationId xmlns:a16="http://schemas.microsoft.com/office/drawing/2014/main" id="{47B720D8-3A04-4E2B-8D9E-02FDA88BF576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4452000" y="914400"/>
            <a:ext cx="3463200" cy="24912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>
                <a:solidFill>
                  <a:schemeClr val="bg1"/>
                </a:solidFill>
              </a:defRPr>
            </a:lvl1pPr>
          </a:lstStyle>
          <a:p>
            <a:pPr lvl="0"/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648393704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-Layout-4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3">
            <a:extLst>
              <a:ext uri="{FF2B5EF4-FFF2-40B4-BE49-F238E27FC236}">
                <a16:creationId xmlns:a16="http://schemas.microsoft.com/office/drawing/2014/main" id="{62DC44A5-0817-457C-9553-79307753C2B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429601" y="3452400"/>
            <a:ext cx="7848000" cy="24912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>
                <a:solidFill>
                  <a:schemeClr val="bg1"/>
                </a:solidFill>
              </a:defRPr>
            </a:lvl1pPr>
          </a:lstStyle>
          <a:p>
            <a:pPr lvl="0"/>
            <a:endParaRPr lang="uk-UA"/>
          </a:p>
        </p:txBody>
      </p:sp>
      <p:sp>
        <p:nvSpPr>
          <p:cNvPr id="11" name="Picture Placeholder 3">
            <a:extLst>
              <a:ext uri="{FF2B5EF4-FFF2-40B4-BE49-F238E27FC236}">
                <a16:creationId xmlns:a16="http://schemas.microsoft.com/office/drawing/2014/main" id="{D49F64A6-006D-4964-ADA8-191336165E77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914400" y="3452400"/>
            <a:ext cx="2515200" cy="24912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>
                <a:solidFill>
                  <a:schemeClr val="bg1"/>
                </a:solidFill>
              </a:defRPr>
            </a:lvl1pPr>
          </a:lstStyle>
          <a:p>
            <a:pPr lvl="0"/>
            <a:endParaRPr lang="uk-UA"/>
          </a:p>
        </p:txBody>
      </p:sp>
      <p:sp>
        <p:nvSpPr>
          <p:cNvPr id="14" name="Picture Placeholder 3">
            <a:extLst>
              <a:ext uri="{FF2B5EF4-FFF2-40B4-BE49-F238E27FC236}">
                <a16:creationId xmlns:a16="http://schemas.microsoft.com/office/drawing/2014/main" id="{4E1F1C57-80A2-45AD-980A-D7B8D6595E8C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914399" y="914400"/>
            <a:ext cx="5308800" cy="24912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>
                <a:solidFill>
                  <a:schemeClr val="bg1"/>
                </a:solidFill>
              </a:defRPr>
            </a:lvl1pPr>
          </a:lstStyle>
          <a:p>
            <a:pPr lvl="0"/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999360079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-Layout-43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3">
            <a:extLst>
              <a:ext uri="{FF2B5EF4-FFF2-40B4-BE49-F238E27FC236}">
                <a16:creationId xmlns:a16="http://schemas.microsoft.com/office/drawing/2014/main" id="{E6195AC3-CE2F-4B7C-9152-7B81DB7FCAD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914399" y="2456565"/>
            <a:ext cx="4216800" cy="24912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>
                <a:solidFill>
                  <a:schemeClr val="bg1"/>
                </a:solidFill>
              </a:defRPr>
            </a:lvl1pPr>
          </a:lstStyle>
          <a:p>
            <a:pPr lvl="0"/>
            <a:endParaRPr lang="uk-UA"/>
          </a:p>
        </p:txBody>
      </p:sp>
      <p:sp>
        <p:nvSpPr>
          <p:cNvPr id="7" name="Picture Placeholder 3">
            <a:extLst>
              <a:ext uri="{FF2B5EF4-FFF2-40B4-BE49-F238E27FC236}">
                <a16:creationId xmlns:a16="http://schemas.microsoft.com/office/drawing/2014/main" id="{8EAB607D-A34C-4A17-ACEF-CD3480C6BB11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5179199" y="914400"/>
            <a:ext cx="6098400" cy="4033365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 dirty="0">
                <a:solidFill>
                  <a:schemeClr val="bg1"/>
                </a:solidFill>
              </a:defRPr>
            </a:lvl1pPr>
          </a:lstStyle>
          <a:p>
            <a:pPr lvl="0"/>
            <a:endParaRPr lang="uk-UA" dirty="0"/>
          </a:p>
        </p:txBody>
      </p:sp>
      <p:sp>
        <p:nvSpPr>
          <p:cNvPr id="8" name="Picture Placeholder 3">
            <a:extLst>
              <a:ext uri="{FF2B5EF4-FFF2-40B4-BE49-F238E27FC236}">
                <a16:creationId xmlns:a16="http://schemas.microsoft.com/office/drawing/2014/main" id="{5BB50CE9-A1AB-4ED4-8678-11C119D84DFB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914399" y="914400"/>
            <a:ext cx="2097600" cy="14712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 dirty="0">
                <a:solidFill>
                  <a:schemeClr val="bg1"/>
                </a:solidFill>
              </a:defRPr>
            </a:lvl1pPr>
          </a:lstStyle>
          <a:p>
            <a:pPr lvl="0"/>
            <a:endParaRPr lang="uk-UA" dirty="0"/>
          </a:p>
        </p:txBody>
      </p:sp>
      <p:sp>
        <p:nvSpPr>
          <p:cNvPr id="12" name="Picture Placeholder 3">
            <a:extLst>
              <a:ext uri="{FF2B5EF4-FFF2-40B4-BE49-F238E27FC236}">
                <a16:creationId xmlns:a16="http://schemas.microsoft.com/office/drawing/2014/main" id="{D9B87A15-EFFB-4AFD-B17A-2D9576F8DB71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070799" y="914400"/>
            <a:ext cx="2049600" cy="14712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 dirty="0">
                <a:solidFill>
                  <a:schemeClr val="bg1"/>
                </a:solidFill>
              </a:defRPr>
            </a:lvl1pPr>
          </a:lstStyle>
          <a:p>
            <a:pPr lvl="0"/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296082257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-Layout-44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21C606D8-35EE-449B-9739-EED57E2B0C2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914400" y="914400"/>
            <a:ext cx="5138397" cy="24720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>
                <a:solidFill>
                  <a:schemeClr val="bg1"/>
                </a:solidFill>
              </a:defRPr>
            </a:lvl1pPr>
          </a:lstStyle>
          <a:p>
            <a:pPr lvl="0"/>
            <a:endParaRPr lang="uk-UA"/>
          </a:p>
        </p:txBody>
      </p:sp>
      <p:sp>
        <p:nvSpPr>
          <p:cNvPr id="5" name="Picture Placeholder 3">
            <a:extLst>
              <a:ext uri="{FF2B5EF4-FFF2-40B4-BE49-F238E27FC236}">
                <a16:creationId xmlns:a16="http://schemas.microsoft.com/office/drawing/2014/main" id="{28CC71D8-1B64-4A1A-A2BC-928D2CD5DEE4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139201" y="3471597"/>
            <a:ext cx="5138399" cy="2472003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>
                <a:solidFill>
                  <a:schemeClr val="bg1"/>
                </a:solidFill>
              </a:defRPr>
            </a:lvl1pPr>
          </a:lstStyle>
          <a:p>
            <a:pPr lvl="0"/>
            <a:endParaRPr lang="uk-UA"/>
          </a:p>
        </p:txBody>
      </p:sp>
      <p:sp>
        <p:nvSpPr>
          <p:cNvPr id="8" name="Picture Placeholder 3">
            <a:extLst>
              <a:ext uri="{FF2B5EF4-FFF2-40B4-BE49-F238E27FC236}">
                <a16:creationId xmlns:a16="http://schemas.microsoft.com/office/drawing/2014/main" id="{9D389867-A538-4B05-B3E9-D87EEAE66B5A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139201" y="914400"/>
            <a:ext cx="5138399" cy="24720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>
                <a:solidFill>
                  <a:schemeClr val="bg1"/>
                </a:solidFill>
              </a:defRPr>
            </a:lvl1pPr>
          </a:lstStyle>
          <a:p>
            <a:pPr lvl="0"/>
            <a:endParaRPr lang="uk-UA"/>
          </a:p>
        </p:txBody>
      </p:sp>
      <p:sp>
        <p:nvSpPr>
          <p:cNvPr id="9" name="Picture Placeholder 3">
            <a:extLst>
              <a:ext uri="{FF2B5EF4-FFF2-40B4-BE49-F238E27FC236}">
                <a16:creationId xmlns:a16="http://schemas.microsoft.com/office/drawing/2014/main" id="{62DC44A5-0817-457C-9553-79307753C2B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914400" y="3471598"/>
            <a:ext cx="5138397" cy="2472002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>
                <a:solidFill>
                  <a:schemeClr val="bg1"/>
                </a:solidFill>
              </a:defRPr>
            </a:lvl1pPr>
          </a:lstStyle>
          <a:p>
            <a:pPr lvl="0"/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313758630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-Layout-45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3">
            <a:extLst>
              <a:ext uri="{FF2B5EF4-FFF2-40B4-BE49-F238E27FC236}">
                <a16:creationId xmlns:a16="http://schemas.microsoft.com/office/drawing/2014/main" id="{35F7524D-A316-4A4B-928A-66679129A8AC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143201" y="914401"/>
            <a:ext cx="2520000" cy="24720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 dirty="0">
                <a:solidFill>
                  <a:schemeClr val="bg1"/>
                </a:solidFill>
              </a:defRPr>
            </a:lvl1pPr>
          </a:lstStyle>
          <a:p>
            <a:pPr lvl="0"/>
            <a:endParaRPr lang="uk-UA" dirty="0"/>
          </a:p>
        </p:txBody>
      </p:sp>
      <p:sp>
        <p:nvSpPr>
          <p:cNvPr id="14" name="Picture Placeholder 3">
            <a:extLst>
              <a:ext uri="{FF2B5EF4-FFF2-40B4-BE49-F238E27FC236}">
                <a16:creationId xmlns:a16="http://schemas.microsoft.com/office/drawing/2014/main" id="{3F19A66A-71A3-45B9-B802-F3CD6C788920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143201" y="3471599"/>
            <a:ext cx="2520000" cy="24720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 dirty="0">
                <a:solidFill>
                  <a:schemeClr val="bg1"/>
                </a:solidFill>
              </a:defRPr>
            </a:lvl1pPr>
          </a:lstStyle>
          <a:p>
            <a:pPr lvl="0"/>
            <a:endParaRPr lang="uk-UA" dirty="0"/>
          </a:p>
        </p:txBody>
      </p:sp>
      <p:sp>
        <p:nvSpPr>
          <p:cNvPr id="15" name="Picture Placeholder 3">
            <a:extLst>
              <a:ext uri="{FF2B5EF4-FFF2-40B4-BE49-F238E27FC236}">
                <a16:creationId xmlns:a16="http://schemas.microsoft.com/office/drawing/2014/main" id="{F34BF67E-4A08-4158-AB88-CA7B07B054D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914400" y="3471599"/>
            <a:ext cx="2520000" cy="24720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 dirty="0">
                <a:solidFill>
                  <a:schemeClr val="bg1"/>
                </a:solidFill>
              </a:defRPr>
            </a:lvl1pPr>
          </a:lstStyle>
          <a:p>
            <a:pPr lvl="0"/>
            <a:endParaRPr lang="uk-UA" dirty="0"/>
          </a:p>
        </p:txBody>
      </p:sp>
      <p:sp>
        <p:nvSpPr>
          <p:cNvPr id="8" name="Picture Placeholder 3">
            <a:extLst>
              <a:ext uri="{FF2B5EF4-FFF2-40B4-BE49-F238E27FC236}">
                <a16:creationId xmlns:a16="http://schemas.microsoft.com/office/drawing/2014/main" id="{D51E2876-E8C8-423C-9494-4CEF2FF3A976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528799" y="914401"/>
            <a:ext cx="2520000" cy="24720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 dirty="0">
                <a:solidFill>
                  <a:schemeClr val="bg1"/>
                </a:solidFill>
              </a:defRPr>
            </a:lvl1pPr>
          </a:lstStyle>
          <a:p>
            <a:pPr lvl="0"/>
            <a:endParaRPr lang="uk-UA" dirty="0"/>
          </a:p>
        </p:txBody>
      </p:sp>
      <p:sp>
        <p:nvSpPr>
          <p:cNvPr id="9" name="Picture Placeholder 3">
            <a:extLst>
              <a:ext uri="{FF2B5EF4-FFF2-40B4-BE49-F238E27FC236}">
                <a16:creationId xmlns:a16="http://schemas.microsoft.com/office/drawing/2014/main" id="{FBEA9705-624D-467C-AF97-F2C06F54CF58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3528799" y="3471599"/>
            <a:ext cx="2520000" cy="24720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 dirty="0">
                <a:solidFill>
                  <a:schemeClr val="bg1"/>
                </a:solidFill>
              </a:defRPr>
            </a:lvl1pPr>
          </a:lstStyle>
          <a:p>
            <a:pPr lvl="0"/>
            <a:endParaRPr lang="uk-UA" dirty="0"/>
          </a:p>
        </p:txBody>
      </p:sp>
      <p:sp>
        <p:nvSpPr>
          <p:cNvPr id="10" name="Picture Placeholder 3">
            <a:extLst>
              <a:ext uri="{FF2B5EF4-FFF2-40B4-BE49-F238E27FC236}">
                <a16:creationId xmlns:a16="http://schemas.microsoft.com/office/drawing/2014/main" id="{9D52E7B9-C3A8-480E-B89A-1D9E52E70D05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8757600" y="914401"/>
            <a:ext cx="2520000" cy="24720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 dirty="0">
                <a:solidFill>
                  <a:schemeClr val="bg1"/>
                </a:solidFill>
              </a:defRPr>
            </a:lvl1pPr>
          </a:lstStyle>
          <a:p>
            <a:pPr lvl="0"/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3438775387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-Layout-46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icture Placeholder 2"/>
          <p:cNvSpPr>
            <a:spLocks noGrp="1"/>
          </p:cNvSpPr>
          <p:nvPr>
            <p:ph type="pic" sz="quarter" idx="10"/>
          </p:nvPr>
        </p:nvSpPr>
        <p:spPr>
          <a:xfrm>
            <a:off x="914400" y="914400"/>
            <a:ext cx="11277600" cy="59436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>
                <a:solidFill>
                  <a:schemeClr val="bg1"/>
                </a:solidFill>
              </a:defRPr>
            </a:lvl1pPr>
          </a:lstStyle>
          <a:p>
            <a:pPr lvl="0"/>
            <a:endParaRPr lang="uk-UA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9B6E5E6E-DD3D-4F05-B4F6-C317A8A5C5A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204824"/>
            <a:ext cx="8585200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>
              <a:defRPr lang="en-US" sz="3200">
                <a:solidFill>
                  <a:schemeClr val="bg1"/>
                </a:solidFill>
                <a:ea typeface="+mn-ea"/>
                <a:cs typeface="+mn-cs"/>
              </a:defRPr>
            </a:lvl1pPr>
          </a:lstStyle>
          <a:p>
            <a:pPr marL="0" lvl="0"/>
            <a:r>
              <a:rPr lang="en-US" dirty="0"/>
              <a:t>ADD HERE YOUR TITLE</a:t>
            </a:r>
          </a:p>
        </p:txBody>
      </p:sp>
    </p:spTree>
    <p:extLst>
      <p:ext uri="{BB962C8B-B14F-4D97-AF65-F5344CB8AC3E}">
        <p14:creationId xmlns:p14="http://schemas.microsoft.com/office/powerpoint/2010/main" val="236224391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-Layout-47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21C606D8-35EE-449B-9739-EED57E2B0C2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699000" y="914400"/>
            <a:ext cx="2057400" cy="50292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>
                <a:solidFill>
                  <a:schemeClr val="bg1"/>
                </a:solidFill>
              </a:defRPr>
            </a:lvl1pPr>
          </a:lstStyle>
          <a:p>
            <a:pPr lvl="0"/>
            <a:endParaRPr lang="uk-UA"/>
          </a:p>
        </p:txBody>
      </p:sp>
      <p:sp>
        <p:nvSpPr>
          <p:cNvPr id="8" name="Picture Placeholder 3">
            <a:extLst>
              <a:ext uri="{FF2B5EF4-FFF2-40B4-BE49-F238E27FC236}">
                <a16:creationId xmlns:a16="http://schemas.microsoft.com/office/drawing/2014/main" id="{69BEAD33-76BE-4CAF-B375-E999A680F839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959600" y="914400"/>
            <a:ext cx="2057400" cy="50292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 dirty="0">
                <a:solidFill>
                  <a:schemeClr val="bg1"/>
                </a:solidFill>
              </a:defRPr>
            </a:lvl1pPr>
          </a:lstStyle>
          <a:p>
            <a:pPr lvl="0"/>
            <a:endParaRPr lang="uk-UA" dirty="0"/>
          </a:p>
        </p:txBody>
      </p:sp>
      <p:sp>
        <p:nvSpPr>
          <p:cNvPr id="9" name="Picture Placeholder 3">
            <a:extLst>
              <a:ext uri="{FF2B5EF4-FFF2-40B4-BE49-F238E27FC236}">
                <a16:creationId xmlns:a16="http://schemas.microsoft.com/office/drawing/2014/main" id="{FC5AF0A1-D71D-4DD2-A802-8F21C1EDDD04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9220200" y="914400"/>
            <a:ext cx="2057400" cy="50292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>
                <a:solidFill>
                  <a:schemeClr val="bg1"/>
                </a:solidFill>
              </a:defRPr>
            </a:lvl1pPr>
          </a:lstStyle>
          <a:p>
            <a:pPr lvl="0"/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362132187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-Layout-48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21C606D8-35EE-449B-9739-EED57E2B0C2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914400" y="914400"/>
            <a:ext cx="3396000" cy="33360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 dirty="0">
                <a:solidFill>
                  <a:schemeClr val="bg1"/>
                </a:solidFill>
              </a:defRPr>
            </a:lvl1pPr>
          </a:lstStyle>
          <a:p>
            <a:pPr lvl="0"/>
            <a:endParaRPr lang="uk-UA" dirty="0"/>
          </a:p>
        </p:txBody>
      </p:sp>
      <p:sp>
        <p:nvSpPr>
          <p:cNvPr id="10" name="Picture Placeholder 3">
            <a:extLst>
              <a:ext uri="{FF2B5EF4-FFF2-40B4-BE49-F238E27FC236}">
                <a16:creationId xmlns:a16="http://schemas.microsoft.com/office/drawing/2014/main" id="{9DDCC9E0-60A8-460E-B271-38AA5BD31AB6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398000" y="914400"/>
            <a:ext cx="3396000" cy="33360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 dirty="0">
                <a:solidFill>
                  <a:schemeClr val="bg1"/>
                </a:solidFill>
              </a:defRPr>
            </a:lvl1pPr>
          </a:lstStyle>
          <a:p>
            <a:pPr lvl="0"/>
            <a:endParaRPr lang="uk-UA" dirty="0"/>
          </a:p>
        </p:txBody>
      </p:sp>
      <p:sp>
        <p:nvSpPr>
          <p:cNvPr id="11" name="Picture Placeholder 3">
            <a:extLst>
              <a:ext uri="{FF2B5EF4-FFF2-40B4-BE49-F238E27FC236}">
                <a16:creationId xmlns:a16="http://schemas.microsoft.com/office/drawing/2014/main" id="{078D1A29-CD71-43A6-99D6-836B5EBFDE5A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7881600" y="914400"/>
            <a:ext cx="3396000" cy="33360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 dirty="0">
                <a:solidFill>
                  <a:schemeClr val="bg1"/>
                </a:solidFill>
              </a:defRPr>
            </a:lvl1pPr>
          </a:lstStyle>
          <a:p>
            <a:pPr lvl="0"/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1027564376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-Layout-49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3">
            <a:extLst>
              <a:ext uri="{FF2B5EF4-FFF2-40B4-BE49-F238E27FC236}">
                <a16:creationId xmlns:a16="http://schemas.microsoft.com/office/drawing/2014/main" id="{D2742DDA-BD5D-4F67-A96E-7DB1DBD7D7C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914400" y="914400"/>
            <a:ext cx="3396000" cy="50292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>
                <a:solidFill>
                  <a:schemeClr val="bg1"/>
                </a:solidFill>
              </a:defRPr>
            </a:lvl1pPr>
          </a:lstStyle>
          <a:p>
            <a:pPr lvl="0"/>
            <a:endParaRPr lang="uk-UA"/>
          </a:p>
        </p:txBody>
      </p:sp>
      <p:sp>
        <p:nvSpPr>
          <p:cNvPr id="12" name="Picture Placeholder 3">
            <a:extLst>
              <a:ext uri="{FF2B5EF4-FFF2-40B4-BE49-F238E27FC236}">
                <a16:creationId xmlns:a16="http://schemas.microsoft.com/office/drawing/2014/main" id="{0C2BEC9C-F7F4-45F2-BE52-C02716CCE40A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398000" y="914400"/>
            <a:ext cx="3396000" cy="50292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>
                <a:solidFill>
                  <a:schemeClr val="bg1"/>
                </a:solidFill>
              </a:defRPr>
            </a:lvl1pPr>
          </a:lstStyle>
          <a:p>
            <a:pPr lvl="0"/>
            <a:endParaRPr lang="uk-UA"/>
          </a:p>
        </p:txBody>
      </p:sp>
      <p:sp>
        <p:nvSpPr>
          <p:cNvPr id="13" name="Picture Placeholder 3">
            <a:extLst>
              <a:ext uri="{FF2B5EF4-FFF2-40B4-BE49-F238E27FC236}">
                <a16:creationId xmlns:a16="http://schemas.microsoft.com/office/drawing/2014/main" id="{5AD3325F-8DD8-4D2F-B33D-278CDFB34443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7881600" y="914400"/>
            <a:ext cx="3396000" cy="50292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>
                <a:solidFill>
                  <a:schemeClr val="bg1"/>
                </a:solidFill>
              </a:defRPr>
            </a:lvl1pPr>
          </a:lstStyle>
          <a:p>
            <a:pPr lvl="0"/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62394019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-Layout-50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21C606D8-35EE-449B-9739-EED57E2B0C2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914400" y="914400"/>
            <a:ext cx="2520000" cy="50292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 dirty="0">
                <a:solidFill>
                  <a:schemeClr val="bg1"/>
                </a:solidFill>
              </a:defRPr>
            </a:lvl1pPr>
          </a:lstStyle>
          <a:p>
            <a:pPr lvl="0"/>
            <a:endParaRPr lang="uk-UA" dirty="0"/>
          </a:p>
        </p:txBody>
      </p:sp>
      <p:sp>
        <p:nvSpPr>
          <p:cNvPr id="14" name="Picture Placeholder 3">
            <a:extLst>
              <a:ext uri="{FF2B5EF4-FFF2-40B4-BE49-F238E27FC236}">
                <a16:creationId xmlns:a16="http://schemas.microsoft.com/office/drawing/2014/main" id="{E32D31ED-4C21-4996-B1F6-2801D562DEBA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8757600" y="914400"/>
            <a:ext cx="2520000" cy="50292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 dirty="0">
                <a:solidFill>
                  <a:schemeClr val="bg1"/>
                </a:solidFill>
              </a:defRPr>
            </a:lvl1pPr>
          </a:lstStyle>
          <a:p>
            <a:pPr lvl="0"/>
            <a:endParaRPr lang="uk-UA" dirty="0"/>
          </a:p>
        </p:txBody>
      </p:sp>
      <p:sp>
        <p:nvSpPr>
          <p:cNvPr id="15" name="Picture Placeholder 3">
            <a:extLst>
              <a:ext uri="{FF2B5EF4-FFF2-40B4-BE49-F238E27FC236}">
                <a16:creationId xmlns:a16="http://schemas.microsoft.com/office/drawing/2014/main" id="{871AC328-6CDC-43DA-B810-E2F4FA4B78C0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143201" y="914400"/>
            <a:ext cx="2520000" cy="50292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 dirty="0">
                <a:solidFill>
                  <a:schemeClr val="bg1"/>
                </a:solidFill>
              </a:defRPr>
            </a:lvl1pPr>
          </a:lstStyle>
          <a:p>
            <a:pPr lvl="0"/>
            <a:endParaRPr lang="uk-UA" dirty="0"/>
          </a:p>
        </p:txBody>
      </p:sp>
      <p:sp>
        <p:nvSpPr>
          <p:cNvPr id="16" name="Picture Placeholder 3">
            <a:extLst>
              <a:ext uri="{FF2B5EF4-FFF2-40B4-BE49-F238E27FC236}">
                <a16:creationId xmlns:a16="http://schemas.microsoft.com/office/drawing/2014/main" id="{3BA56443-CF18-4C38-9575-5E1710AAB66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528799" y="914400"/>
            <a:ext cx="2520000" cy="50292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 dirty="0">
                <a:solidFill>
                  <a:schemeClr val="bg1"/>
                </a:solidFill>
              </a:defRPr>
            </a:lvl1pPr>
          </a:lstStyle>
          <a:p>
            <a:pPr lvl="0"/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591977523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-Layout-5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21C606D8-35EE-449B-9739-EED57E2B0C2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914400" y="914400"/>
            <a:ext cx="2520000" cy="25200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 dirty="0">
                <a:solidFill>
                  <a:schemeClr val="bg1"/>
                </a:solidFill>
              </a:defRPr>
            </a:lvl1pPr>
          </a:lstStyle>
          <a:p>
            <a:pPr lvl="0"/>
            <a:endParaRPr lang="uk-UA" dirty="0"/>
          </a:p>
        </p:txBody>
      </p:sp>
      <p:sp>
        <p:nvSpPr>
          <p:cNvPr id="14" name="Picture Placeholder 3">
            <a:extLst>
              <a:ext uri="{FF2B5EF4-FFF2-40B4-BE49-F238E27FC236}">
                <a16:creationId xmlns:a16="http://schemas.microsoft.com/office/drawing/2014/main" id="{E32D31ED-4C21-4996-B1F6-2801D562DEBA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8757600" y="914400"/>
            <a:ext cx="2520000" cy="25200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 dirty="0">
                <a:solidFill>
                  <a:schemeClr val="bg1"/>
                </a:solidFill>
              </a:defRPr>
            </a:lvl1pPr>
          </a:lstStyle>
          <a:p>
            <a:pPr lvl="0"/>
            <a:endParaRPr lang="uk-UA" dirty="0"/>
          </a:p>
        </p:txBody>
      </p:sp>
      <p:sp>
        <p:nvSpPr>
          <p:cNvPr id="15" name="Picture Placeholder 3">
            <a:extLst>
              <a:ext uri="{FF2B5EF4-FFF2-40B4-BE49-F238E27FC236}">
                <a16:creationId xmlns:a16="http://schemas.microsoft.com/office/drawing/2014/main" id="{871AC328-6CDC-43DA-B810-E2F4FA4B78C0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143201" y="914400"/>
            <a:ext cx="2520000" cy="25200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 dirty="0">
                <a:solidFill>
                  <a:schemeClr val="bg1"/>
                </a:solidFill>
              </a:defRPr>
            </a:lvl1pPr>
          </a:lstStyle>
          <a:p>
            <a:pPr lvl="0"/>
            <a:endParaRPr lang="uk-UA" dirty="0"/>
          </a:p>
        </p:txBody>
      </p:sp>
      <p:sp>
        <p:nvSpPr>
          <p:cNvPr id="16" name="Picture Placeholder 3">
            <a:extLst>
              <a:ext uri="{FF2B5EF4-FFF2-40B4-BE49-F238E27FC236}">
                <a16:creationId xmlns:a16="http://schemas.microsoft.com/office/drawing/2014/main" id="{3BA56443-CF18-4C38-9575-5E1710AAB66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528799" y="914400"/>
            <a:ext cx="2520000" cy="25200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 dirty="0">
                <a:solidFill>
                  <a:schemeClr val="bg1"/>
                </a:solidFill>
              </a:defRPr>
            </a:lvl1pPr>
          </a:lstStyle>
          <a:p>
            <a:pPr lvl="0"/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597188586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-Layout-5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21C606D8-35EE-449B-9739-EED57E2B0C2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914400" y="914400"/>
            <a:ext cx="3396000" cy="24720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 dirty="0">
                <a:solidFill>
                  <a:schemeClr val="bg1"/>
                </a:solidFill>
              </a:defRPr>
            </a:lvl1pPr>
          </a:lstStyle>
          <a:p>
            <a:pPr lvl="0"/>
            <a:endParaRPr lang="uk-UA" dirty="0"/>
          </a:p>
        </p:txBody>
      </p:sp>
      <p:sp>
        <p:nvSpPr>
          <p:cNvPr id="10" name="Picture Placeholder 3">
            <a:extLst>
              <a:ext uri="{FF2B5EF4-FFF2-40B4-BE49-F238E27FC236}">
                <a16:creationId xmlns:a16="http://schemas.microsoft.com/office/drawing/2014/main" id="{9DDCC9E0-60A8-460E-B271-38AA5BD31AB6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398000" y="914400"/>
            <a:ext cx="3396000" cy="24720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 dirty="0">
                <a:solidFill>
                  <a:schemeClr val="bg1"/>
                </a:solidFill>
              </a:defRPr>
            </a:lvl1pPr>
          </a:lstStyle>
          <a:p>
            <a:pPr lvl="0"/>
            <a:endParaRPr lang="uk-UA" dirty="0"/>
          </a:p>
        </p:txBody>
      </p:sp>
      <p:sp>
        <p:nvSpPr>
          <p:cNvPr id="11" name="Picture Placeholder 3">
            <a:extLst>
              <a:ext uri="{FF2B5EF4-FFF2-40B4-BE49-F238E27FC236}">
                <a16:creationId xmlns:a16="http://schemas.microsoft.com/office/drawing/2014/main" id="{078D1A29-CD71-43A6-99D6-836B5EBFDE5A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7881600" y="914400"/>
            <a:ext cx="3396000" cy="24720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 dirty="0">
                <a:solidFill>
                  <a:schemeClr val="bg1"/>
                </a:solidFill>
              </a:defRPr>
            </a:lvl1pPr>
          </a:lstStyle>
          <a:p>
            <a:pPr lvl="0"/>
            <a:endParaRPr lang="uk-UA" dirty="0"/>
          </a:p>
        </p:txBody>
      </p:sp>
      <p:sp>
        <p:nvSpPr>
          <p:cNvPr id="16" name="Picture Placeholder 3">
            <a:extLst>
              <a:ext uri="{FF2B5EF4-FFF2-40B4-BE49-F238E27FC236}">
                <a16:creationId xmlns:a16="http://schemas.microsoft.com/office/drawing/2014/main" id="{15A66BDF-7867-487E-BD05-90820D1AE42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914400" y="3471599"/>
            <a:ext cx="3396000" cy="24720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 dirty="0">
                <a:solidFill>
                  <a:schemeClr val="bg1"/>
                </a:solidFill>
              </a:defRPr>
            </a:lvl1pPr>
          </a:lstStyle>
          <a:p>
            <a:pPr lvl="0"/>
            <a:endParaRPr lang="uk-UA" dirty="0"/>
          </a:p>
        </p:txBody>
      </p:sp>
      <p:sp>
        <p:nvSpPr>
          <p:cNvPr id="17" name="Picture Placeholder 3">
            <a:extLst>
              <a:ext uri="{FF2B5EF4-FFF2-40B4-BE49-F238E27FC236}">
                <a16:creationId xmlns:a16="http://schemas.microsoft.com/office/drawing/2014/main" id="{8505305E-90B1-4FC8-841C-CA5C48C9CA6F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398000" y="3471599"/>
            <a:ext cx="3396000" cy="24720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 dirty="0">
                <a:solidFill>
                  <a:schemeClr val="bg1"/>
                </a:solidFill>
              </a:defRPr>
            </a:lvl1pPr>
          </a:lstStyle>
          <a:p>
            <a:pPr lvl="0"/>
            <a:endParaRPr lang="uk-UA" dirty="0"/>
          </a:p>
        </p:txBody>
      </p:sp>
      <p:sp>
        <p:nvSpPr>
          <p:cNvPr id="18" name="Picture Placeholder 3">
            <a:extLst>
              <a:ext uri="{FF2B5EF4-FFF2-40B4-BE49-F238E27FC236}">
                <a16:creationId xmlns:a16="http://schemas.microsoft.com/office/drawing/2014/main" id="{7CDA6529-604C-4B16-9E5D-87D4CD114D94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7881600" y="3471599"/>
            <a:ext cx="3396000" cy="24720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 dirty="0">
                <a:solidFill>
                  <a:schemeClr val="bg1"/>
                </a:solidFill>
              </a:defRPr>
            </a:lvl1pPr>
          </a:lstStyle>
          <a:p>
            <a:pPr lvl="0"/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2935918853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-Layout-53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3">
            <a:extLst>
              <a:ext uri="{FF2B5EF4-FFF2-40B4-BE49-F238E27FC236}">
                <a16:creationId xmlns:a16="http://schemas.microsoft.com/office/drawing/2014/main" id="{62DC44A5-0817-457C-9553-79307753C2B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914401" y="914400"/>
            <a:ext cx="5946019" cy="20400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>
                <a:solidFill>
                  <a:schemeClr val="bg1"/>
                </a:solidFill>
              </a:defRPr>
            </a:lvl1pPr>
          </a:lstStyle>
          <a:p>
            <a:pPr lvl="0"/>
            <a:endParaRPr lang="uk-UA"/>
          </a:p>
        </p:txBody>
      </p:sp>
      <p:sp>
        <p:nvSpPr>
          <p:cNvPr id="10" name="Picture Placeholder 3">
            <a:extLst>
              <a:ext uri="{FF2B5EF4-FFF2-40B4-BE49-F238E27FC236}">
                <a16:creationId xmlns:a16="http://schemas.microsoft.com/office/drawing/2014/main" id="{9AA3B0D7-8EEE-40CB-9A33-9F9360474B55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860420" y="914400"/>
            <a:ext cx="4417181" cy="40800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 dirty="0">
                <a:solidFill>
                  <a:schemeClr val="bg1"/>
                </a:solidFill>
              </a:defRPr>
            </a:lvl1pPr>
          </a:lstStyle>
          <a:p>
            <a:pPr lvl="0"/>
            <a:endParaRPr lang="uk-UA" dirty="0"/>
          </a:p>
        </p:txBody>
      </p:sp>
      <p:sp>
        <p:nvSpPr>
          <p:cNvPr id="8" name="Picture Placeholder 3">
            <a:extLst>
              <a:ext uri="{FF2B5EF4-FFF2-40B4-BE49-F238E27FC236}">
                <a16:creationId xmlns:a16="http://schemas.microsoft.com/office/drawing/2014/main" id="{C4AB4514-60E6-454B-8051-E8C2CD922934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914401" y="2954400"/>
            <a:ext cx="5946019" cy="20400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>
                <a:solidFill>
                  <a:schemeClr val="bg1"/>
                </a:solidFill>
              </a:defRPr>
            </a:lvl1pPr>
          </a:lstStyle>
          <a:p>
            <a:pPr lvl="0"/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4201022264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IMAGE-Layout-54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icture Placeholder 2"/>
          <p:cNvSpPr>
            <a:spLocks noGrp="1"/>
          </p:cNvSpPr>
          <p:nvPr>
            <p:ph type="pic" sz="quarter" idx="11"/>
          </p:nvPr>
        </p:nvSpPr>
        <p:spPr>
          <a:xfrm>
            <a:off x="4267200" y="1600200"/>
            <a:ext cx="3657600" cy="3657600"/>
          </a:xfrm>
          <a:prstGeom prst="ellipse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>
                <a:solidFill>
                  <a:schemeClr val="bg1"/>
                </a:solidFill>
              </a:defRPr>
            </a:lvl1pPr>
          </a:lstStyle>
          <a:p>
            <a:pPr lvl="0"/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40200711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IMAGE-Layout-5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/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12192000" cy="28702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>
                <a:solidFill>
                  <a:schemeClr val="bg1"/>
                </a:solidFill>
              </a:defRPr>
            </a:lvl1pPr>
          </a:lstStyle>
          <a:p>
            <a:pPr lvl="0"/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299660024"/>
      </p:ext>
    </p:extLst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IMAGE-Layout-5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sz="quarter" idx="12"/>
          </p:nvPr>
        </p:nvSpPr>
        <p:spPr>
          <a:xfrm>
            <a:off x="7518400" y="0"/>
            <a:ext cx="4673600" cy="68580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>
                <a:solidFill>
                  <a:schemeClr val="bg1"/>
                </a:solidFill>
              </a:defRPr>
            </a:lvl1pPr>
          </a:lstStyle>
          <a:p>
            <a:pPr lvl="0"/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929799073"/>
      </p:ext>
    </p:extLst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IMAGE-Layout-5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sz="quarter" idx="12"/>
          </p:nvPr>
        </p:nvSpPr>
        <p:spPr>
          <a:xfrm>
            <a:off x="7112000" y="1600200"/>
            <a:ext cx="3505200" cy="36576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>
                <a:solidFill>
                  <a:schemeClr val="bg1"/>
                </a:solidFill>
              </a:defRPr>
            </a:lvl1pPr>
          </a:lstStyle>
          <a:p>
            <a:pPr lvl="0"/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3095370601"/>
      </p:ext>
    </p:extLst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IMAGE-Layout-5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icture Placeholder 2"/>
          <p:cNvSpPr>
            <a:spLocks noGrp="1"/>
          </p:cNvSpPr>
          <p:nvPr>
            <p:ph type="pic" sz="quarter" idx="10"/>
          </p:nvPr>
        </p:nvSpPr>
        <p:spPr>
          <a:xfrm>
            <a:off x="2997200" y="1685925"/>
            <a:ext cx="6197600" cy="3486151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>
                <a:solidFill>
                  <a:schemeClr val="bg1"/>
                </a:solidFill>
              </a:defRPr>
            </a:lvl1pPr>
          </a:lstStyle>
          <a:p>
            <a:pPr lvl="0"/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335948134"/>
      </p:ext>
    </p:extLst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IMAGE-Layout-59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459B98A-3E9B-4864-B1E6-6A9B088782A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5966489" y="888999"/>
            <a:ext cx="5080001" cy="5080001"/>
          </a:xfrm>
          <a:prstGeom prst="ellipse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>
                <a:solidFill>
                  <a:schemeClr val="bg1"/>
                </a:solidFill>
              </a:defRPr>
            </a:lvl1pPr>
          </a:lstStyle>
          <a:p>
            <a:pPr lvl="0"/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485031135"/>
      </p:ext>
    </p:extLst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IMAGE-Layout-60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459B98A-3E9B-4864-B1E6-6A9B088782A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1153484" y="888999"/>
            <a:ext cx="5080001" cy="5080001"/>
          </a:xfrm>
          <a:prstGeom prst="ellipse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>
                <a:solidFill>
                  <a:schemeClr val="bg1"/>
                </a:solidFill>
              </a:defRPr>
            </a:lvl1pPr>
          </a:lstStyle>
          <a:p>
            <a:pPr lvl="0"/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919840400"/>
      </p:ext>
    </p:extLst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IMAGE-Layout-6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icture Placeholder 2"/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5232400" cy="68580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>
                <a:solidFill>
                  <a:schemeClr val="bg1"/>
                </a:solidFill>
              </a:defRPr>
            </a:lvl1pPr>
          </a:lstStyle>
          <a:p>
            <a:pPr lvl="0"/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719723568"/>
      </p:ext>
    </p:extLst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IMAGE-Layout-6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icture Placeholder 2"/>
          <p:cNvSpPr>
            <a:spLocks noGrp="1"/>
          </p:cNvSpPr>
          <p:nvPr>
            <p:ph type="pic" sz="quarter" idx="10"/>
          </p:nvPr>
        </p:nvSpPr>
        <p:spPr>
          <a:xfrm>
            <a:off x="6959600" y="0"/>
            <a:ext cx="5232400" cy="68580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>
                <a:solidFill>
                  <a:schemeClr val="bg1"/>
                </a:solidFill>
              </a:defRPr>
            </a:lvl1pPr>
          </a:lstStyle>
          <a:p>
            <a:pPr lvl="0"/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413855033"/>
      </p:ext>
    </p:extLst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IMAGE-Layout-63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icture Placeholder 2"/>
          <p:cNvSpPr>
            <a:spLocks noGrp="1"/>
          </p:cNvSpPr>
          <p:nvPr>
            <p:ph type="pic" sz="quarter" idx="10"/>
          </p:nvPr>
        </p:nvSpPr>
        <p:spPr>
          <a:xfrm>
            <a:off x="480000" y="479400"/>
            <a:ext cx="11232000" cy="5899200"/>
          </a:xfrm>
          <a:prstGeom prst="roundRect">
            <a:avLst>
              <a:gd name="adj" fmla="val 2233"/>
            </a:avLst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>
                <a:solidFill>
                  <a:schemeClr val="bg1"/>
                </a:solidFill>
              </a:defRPr>
            </a:lvl1pPr>
          </a:lstStyle>
          <a:p>
            <a:pPr lvl="0"/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476982771"/>
      </p:ext>
    </p:extLst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IMAGE-Layout-64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icture Placeholder 2"/>
          <p:cNvSpPr>
            <a:spLocks noGrp="1"/>
          </p:cNvSpPr>
          <p:nvPr>
            <p:ph type="pic" sz="quarter" idx="10"/>
          </p:nvPr>
        </p:nvSpPr>
        <p:spPr>
          <a:xfrm>
            <a:off x="3860800" y="1549400"/>
            <a:ext cx="8331200" cy="53086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>
                <a:solidFill>
                  <a:schemeClr val="bg1"/>
                </a:solidFill>
              </a:defRPr>
            </a:lvl1pPr>
          </a:lstStyle>
          <a:p>
            <a:pPr lvl="0"/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700267185"/>
      </p:ext>
    </p:extLst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IMAGE-Layout-65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icture Placeholder 2"/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6400800" cy="68580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>
                <a:solidFill>
                  <a:schemeClr val="bg1"/>
                </a:solidFill>
              </a:defRPr>
            </a:lvl1pPr>
          </a:lstStyle>
          <a:p>
            <a:pPr lvl="0"/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189355545"/>
      </p:ext>
    </p:extLst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IMAGE-Layout-66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icture Placeholder 2"/>
          <p:cNvSpPr>
            <a:spLocks noGrp="1"/>
          </p:cNvSpPr>
          <p:nvPr>
            <p:ph type="pic" sz="quarter" idx="10"/>
          </p:nvPr>
        </p:nvSpPr>
        <p:spPr>
          <a:xfrm>
            <a:off x="6096000" y="0"/>
            <a:ext cx="7874000" cy="68580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>
                <a:solidFill>
                  <a:schemeClr val="bg1"/>
                </a:solidFill>
              </a:defRPr>
            </a:lvl1pPr>
          </a:lstStyle>
          <a:p>
            <a:pPr lvl="0"/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82886693"/>
      </p:ext>
    </p:extLst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IMAGE-Layout-67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icture Placeholder 2"/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51562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>
                <a:solidFill>
                  <a:schemeClr val="bg1"/>
                </a:solidFill>
              </a:defRPr>
            </a:lvl1pPr>
          </a:lstStyle>
          <a:p>
            <a:pPr lvl="0"/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25963912"/>
      </p:ext>
    </p:extLst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IMAGE-Layout-68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icture Placeholder 2"/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5029200" cy="68580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>
                <a:solidFill>
                  <a:schemeClr val="bg1"/>
                </a:solidFill>
              </a:defRPr>
            </a:lvl1pPr>
          </a:lstStyle>
          <a:p>
            <a:pPr lvl="0"/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451403732"/>
      </p:ext>
    </p:extLst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IMAGE-Layout-69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icture Placeholder 2"/>
          <p:cNvSpPr>
            <a:spLocks noGrp="1"/>
          </p:cNvSpPr>
          <p:nvPr>
            <p:ph type="pic" sz="quarter" idx="10"/>
          </p:nvPr>
        </p:nvSpPr>
        <p:spPr>
          <a:xfrm>
            <a:off x="6654800" y="0"/>
            <a:ext cx="5537200" cy="68580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>
                <a:solidFill>
                  <a:schemeClr val="bg1"/>
                </a:solidFill>
              </a:defRPr>
            </a:lvl1pPr>
          </a:lstStyle>
          <a:p>
            <a:pPr lvl="0"/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4103271553"/>
      </p:ext>
    </p:extLst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IMAGE-Layout-70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icture Placeholder 2"/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5689600" cy="68580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>
                <a:solidFill>
                  <a:schemeClr val="bg1"/>
                </a:solidFill>
              </a:defRPr>
            </a:lvl1pPr>
          </a:lstStyle>
          <a:p>
            <a:pPr lvl="0"/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80404500"/>
      </p:ext>
    </p:extLst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IMAGE-Layout-7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icture Placeholder 2"/>
          <p:cNvSpPr>
            <a:spLocks noGrp="1"/>
          </p:cNvSpPr>
          <p:nvPr>
            <p:ph type="pic" sz="quarter" idx="10"/>
          </p:nvPr>
        </p:nvSpPr>
        <p:spPr>
          <a:xfrm>
            <a:off x="3556000" y="433400"/>
            <a:ext cx="8175600" cy="5991200"/>
          </a:xfrm>
          <a:prstGeom prst="parallelogram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>
                <a:solidFill>
                  <a:schemeClr val="bg1"/>
                </a:solidFill>
              </a:defRPr>
            </a:lvl1pPr>
          </a:lstStyle>
          <a:p>
            <a:pPr lvl="0"/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691326133"/>
      </p:ext>
    </p:extLst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IMAGE-Layout-7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icture Placeholder 2"/>
          <p:cNvSpPr>
            <a:spLocks noGrp="1"/>
          </p:cNvSpPr>
          <p:nvPr>
            <p:ph type="pic" sz="quarter" idx="10"/>
          </p:nvPr>
        </p:nvSpPr>
        <p:spPr>
          <a:xfrm>
            <a:off x="3860800" y="0"/>
            <a:ext cx="8331200" cy="68580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>
                <a:solidFill>
                  <a:schemeClr val="bg1"/>
                </a:solidFill>
              </a:defRPr>
            </a:lvl1pPr>
          </a:lstStyle>
          <a:p>
            <a:pPr lvl="0"/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425692160"/>
      </p:ext>
    </p:extLst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IMAGE-Layout-73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icture Placeholder 2"/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8331200" cy="68580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>
                <a:solidFill>
                  <a:schemeClr val="bg1"/>
                </a:solidFill>
              </a:defRPr>
            </a:lvl1pPr>
          </a:lstStyle>
          <a:p>
            <a:pPr lvl="0"/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500310540"/>
      </p:ext>
    </p:extLst>
  </p:cSld>
  <p:clrMapOvr>
    <a:masterClrMapping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IMAGE-Layout-74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icture Placeholder 2"/>
          <p:cNvSpPr>
            <a:spLocks noGrp="1"/>
          </p:cNvSpPr>
          <p:nvPr>
            <p:ph type="pic" sz="quarter" idx="10"/>
          </p:nvPr>
        </p:nvSpPr>
        <p:spPr>
          <a:xfrm>
            <a:off x="4978400" y="0"/>
            <a:ext cx="7213600" cy="68580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>
                <a:solidFill>
                  <a:schemeClr val="bg1"/>
                </a:solidFill>
              </a:defRPr>
            </a:lvl1pPr>
          </a:lstStyle>
          <a:p>
            <a:pPr lvl="0"/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51883889"/>
      </p:ext>
    </p:extLst>
  </p:cSld>
  <p:clrMapOvr>
    <a:masterClrMapping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IMAGE-Layout-75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icture Placeholder 2"/>
          <p:cNvSpPr>
            <a:spLocks noGrp="1"/>
          </p:cNvSpPr>
          <p:nvPr>
            <p:ph type="pic" sz="quarter" idx="10"/>
          </p:nvPr>
        </p:nvSpPr>
        <p:spPr>
          <a:xfrm>
            <a:off x="3454400" y="0"/>
            <a:ext cx="8737600" cy="68580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>
                <a:solidFill>
                  <a:schemeClr val="bg1"/>
                </a:solidFill>
              </a:defRPr>
            </a:lvl1pPr>
          </a:lstStyle>
          <a:p>
            <a:pPr lvl="0"/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147377673"/>
      </p:ext>
    </p:extLst>
  </p:cSld>
  <p:clrMapOvr>
    <a:masterClrMapping/>
  </p:clrMapOvr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IMAGE-Layout-7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21C606D8-35EE-449B-9739-EED57E2B0C2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724401" y="0"/>
            <a:ext cx="6095999" cy="6858000"/>
          </a:xfrm>
          <a:prstGeom prst="parallelogram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 dirty="0">
                <a:solidFill>
                  <a:schemeClr val="bg1"/>
                </a:solidFill>
              </a:defRPr>
            </a:lvl1pPr>
          </a:lstStyle>
          <a:p>
            <a:pPr lvl="0"/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2793076397"/>
      </p:ext>
    </p:extLst>
  </p:cSld>
  <p:clrMapOvr>
    <a:masterClrMapping/>
  </p:clrMapOvr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IMAGE-Layout-7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21C606D8-35EE-449B-9739-EED57E2B0C2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048001" y="0"/>
            <a:ext cx="6095999" cy="6858000"/>
          </a:xfrm>
          <a:prstGeom prst="parallelogram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 dirty="0">
                <a:solidFill>
                  <a:schemeClr val="bg1"/>
                </a:solidFill>
              </a:defRPr>
            </a:lvl1pPr>
          </a:lstStyle>
          <a:p>
            <a:pPr lvl="0"/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558835277"/>
      </p:ext>
    </p:extLst>
  </p:cSld>
  <p:clrMapOvr>
    <a:masterClrMapping/>
  </p:clrMapOvr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IMAGE-Layout-7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21C606D8-35EE-449B-9739-EED57E2B0C2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371601" y="0"/>
            <a:ext cx="6095999" cy="6858000"/>
          </a:xfrm>
          <a:prstGeom prst="parallelogram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 dirty="0">
                <a:solidFill>
                  <a:schemeClr val="bg1"/>
                </a:solidFill>
              </a:defRPr>
            </a:lvl1pPr>
          </a:lstStyle>
          <a:p>
            <a:pPr lvl="0"/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471150476"/>
      </p:ext>
    </p:extLst>
  </p:cSld>
  <p:clrMapOvr>
    <a:masterClrMapping/>
  </p:clrMapOvr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IMAGE-Layout-7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sz="quarter" idx="12"/>
          </p:nvPr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>
                <a:solidFill>
                  <a:schemeClr val="bg1"/>
                </a:solidFill>
              </a:defRPr>
            </a:lvl1pPr>
          </a:lstStyle>
          <a:p>
            <a:pPr lvl="0"/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93482144"/>
      </p:ext>
    </p:extLst>
  </p:cSld>
  <p:clrMapOvr>
    <a:masterClrMapping/>
  </p:clrMapOvr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IMAGE-Layout-8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6">
            <a:extLst>
              <a:ext uri="{FF2B5EF4-FFF2-40B4-BE49-F238E27FC236}">
                <a16:creationId xmlns:a16="http://schemas.microsoft.com/office/drawing/2014/main" id="{6473A6D7-DE33-354E-BEC6-4712BD5E04DE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09600" y="624840"/>
            <a:ext cx="7332000" cy="5608320"/>
          </a:xfrm>
          <a:prstGeom prst="roundRect">
            <a:avLst>
              <a:gd name="adj" fmla="val 0"/>
            </a:avLst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en-US" sz="1867" dirty="0">
                <a:solidFill>
                  <a:schemeClr val="bg1"/>
                </a:solidFill>
              </a:defRPr>
            </a:lvl1pPr>
          </a:lstStyle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9527279"/>
      </p:ext>
    </p:extLst>
  </p:cSld>
  <p:clrMapOvr>
    <a:masterClrMapping/>
  </p:clrMapOvr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IMAGE-Layout-8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icture Placeholder 2"/>
          <p:cNvSpPr>
            <a:spLocks noGrp="1"/>
          </p:cNvSpPr>
          <p:nvPr>
            <p:ph type="pic" sz="quarter" idx="10"/>
          </p:nvPr>
        </p:nvSpPr>
        <p:spPr>
          <a:xfrm>
            <a:off x="609600" y="627888"/>
            <a:ext cx="3444240" cy="5614416"/>
          </a:xfrm>
          <a:prstGeom prst="roundRect">
            <a:avLst>
              <a:gd name="adj" fmla="val 4130"/>
            </a:avLst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>
                <a:solidFill>
                  <a:schemeClr val="bg1"/>
                </a:solidFill>
              </a:defRPr>
            </a:lvl1pPr>
          </a:lstStyle>
          <a:p>
            <a:pPr lvl="0"/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80338221"/>
      </p:ext>
    </p:extLst>
  </p:cSld>
  <p:clrMapOvr>
    <a:masterClrMapping/>
  </p:clrMapOvr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IMAGE-Layout-8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054234F-206C-4002-95BE-53DC4A1649FB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8136000" y="627888"/>
            <a:ext cx="3444240" cy="5614416"/>
          </a:xfrm>
          <a:prstGeom prst="roundRect">
            <a:avLst>
              <a:gd name="adj" fmla="val 4130"/>
            </a:avLst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>
                <a:solidFill>
                  <a:schemeClr val="bg1"/>
                </a:solidFill>
              </a:defRPr>
            </a:lvl1pPr>
          </a:lstStyle>
          <a:p>
            <a:pPr lvl="0"/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4107788795"/>
      </p:ext>
    </p:extLst>
  </p:cSld>
  <p:clrMapOvr>
    <a:masterClrMapping/>
  </p:clrMapOvr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IMAGE-Layout-8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icture Placeholder 2"/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5232400" cy="68580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>
                <a:solidFill>
                  <a:schemeClr val="bg1"/>
                </a:solidFill>
              </a:defRPr>
            </a:lvl1pPr>
          </a:lstStyle>
          <a:p>
            <a:pPr lvl="0"/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604593979"/>
      </p:ext>
    </p:extLst>
  </p:cSld>
  <p:clrMapOvr>
    <a:masterClrMapping/>
  </p:clrMapOvr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IMAGE-Layout-8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icture Placeholder 2"/>
          <p:cNvSpPr>
            <a:spLocks noGrp="1"/>
          </p:cNvSpPr>
          <p:nvPr>
            <p:ph type="pic" sz="quarter" idx="10"/>
          </p:nvPr>
        </p:nvSpPr>
        <p:spPr>
          <a:xfrm>
            <a:off x="6959600" y="0"/>
            <a:ext cx="5232400" cy="68580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>
                <a:solidFill>
                  <a:schemeClr val="bg1"/>
                </a:solidFill>
              </a:defRPr>
            </a:lvl1pPr>
          </a:lstStyle>
          <a:p>
            <a:pPr lvl="0"/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4101535137"/>
      </p:ext>
    </p:extLst>
  </p:cSld>
  <p:clrMapOvr>
    <a:masterClrMapping/>
  </p:clrMapOvr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IMAGE-Layout-8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21C606D8-35EE-449B-9739-EED57E2B0C2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" y="0"/>
            <a:ext cx="6095999" cy="68580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>
                <a:solidFill>
                  <a:schemeClr val="bg1"/>
                </a:solidFill>
              </a:defRPr>
            </a:lvl1pPr>
          </a:lstStyle>
          <a:p>
            <a:pPr lvl="0"/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4112904751"/>
      </p:ext>
    </p:extLst>
  </p:cSld>
  <p:clrMapOvr>
    <a:masterClrMapping/>
  </p:clrMapOvr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IMAGE-Layout-8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388B5C77-6E87-4CF4-9817-CE6C928B7F8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" y="3429000"/>
            <a:ext cx="12191999" cy="34290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en-US" sz="1867">
                <a:solidFill>
                  <a:schemeClr val="bg1"/>
                </a:solidFill>
              </a:defRPr>
            </a:lvl1pPr>
          </a:lstStyle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1409107"/>
      </p:ext>
    </p:extLst>
  </p:cSld>
  <p:clrMapOvr>
    <a:masterClrMapping/>
  </p:clrMapOvr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IMAGE-Layout-8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5"/>
          <p:cNvSpPr>
            <a:spLocks noGrp="1"/>
          </p:cNvSpPr>
          <p:nvPr>
            <p:ph type="pic" sz="quarter" idx="11"/>
          </p:nvPr>
        </p:nvSpPr>
        <p:spPr>
          <a:xfrm>
            <a:off x="609600" y="627888"/>
            <a:ext cx="10972800" cy="280416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>
                <a:solidFill>
                  <a:schemeClr val="bg1"/>
                </a:solidFill>
              </a:defRPr>
            </a:lvl1pPr>
          </a:lstStyle>
          <a:p>
            <a:pPr lvl="0"/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471679515"/>
      </p:ext>
    </p:extLst>
  </p:cSld>
  <p:clrMapOvr>
    <a:masterClrMapping/>
  </p:clrMapOvr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IMAGE-Layout-8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E7A86A2D-80E2-48E5-B1F6-4F8C81EE1343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09600" y="624840"/>
            <a:ext cx="6858000" cy="560832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>
                <a:solidFill>
                  <a:schemeClr val="bg1"/>
                </a:solidFill>
              </a:defRPr>
            </a:lvl1pPr>
          </a:lstStyle>
          <a:p>
            <a:pPr lvl="0"/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094568464"/>
      </p:ext>
    </p:extLst>
  </p:cSld>
  <p:clrMapOvr>
    <a:masterClrMapping/>
  </p:clrMapOvr>
</p:sldLayout>
</file>

<file path=ppt/slideLayouts/slideLayout10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IMAGE-Layout-8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3">
            <a:extLst>
              <a:ext uri="{FF2B5EF4-FFF2-40B4-BE49-F238E27FC236}">
                <a16:creationId xmlns:a16="http://schemas.microsoft.com/office/drawing/2014/main" id="{5CEA750A-677F-43CA-8A48-7AE6C2E65812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724400" y="624840"/>
            <a:ext cx="6858000" cy="560832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>
                <a:solidFill>
                  <a:schemeClr val="bg1"/>
                </a:solidFill>
              </a:defRPr>
            </a:lvl1pPr>
          </a:lstStyle>
          <a:p>
            <a:pPr lvl="0"/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245378752"/>
      </p:ext>
    </p:extLst>
  </p:cSld>
  <p:clrMapOvr>
    <a:masterClrMapping/>
  </p:clrMapOvr>
</p:sldLayout>
</file>

<file path=ppt/slideLayouts/slideLayout10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IMAGE-Layout-9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sz="quarter" idx="10"/>
          </p:nvPr>
        </p:nvSpPr>
        <p:spPr>
          <a:xfrm>
            <a:off x="1828800" y="2133600"/>
            <a:ext cx="2590800" cy="2590800"/>
          </a:xfrm>
          <a:prstGeom prst="ellipse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>
                <a:solidFill>
                  <a:schemeClr val="bg1"/>
                </a:solidFill>
              </a:defRPr>
            </a:lvl1pPr>
          </a:lstStyle>
          <a:p>
            <a:pPr lvl="0"/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229263717"/>
      </p:ext>
    </p:extLst>
  </p:cSld>
  <p:clrMapOvr>
    <a:masterClrMapping/>
  </p:clrMapOvr>
</p:sldLayout>
</file>

<file path=ppt/slideLayouts/slideLayout1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IMAGE-Layout-9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5"/>
          <p:cNvSpPr>
            <a:spLocks noGrp="1"/>
          </p:cNvSpPr>
          <p:nvPr>
            <p:ph type="pic" sz="quarter" idx="11"/>
          </p:nvPr>
        </p:nvSpPr>
        <p:spPr>
          <a:xfrm>
            <a:off x="4876800" y="993648"/>
            <a:ext cx="2438400" cy="2438400"/>
          </a:xfrm>
          <a:prstGeom prst="ellipse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>
                <a:solidFill>
                  <a:schemeClr val="bg1"/>
                </a:solidFill>
              </a:defRPr>
            </a:lvl1pPr>
          </a:lstStyle>
          <a:p>
            <a:pPr lvl="0"/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692566011"/>
      </p:ext>
    </p:extLst>
  </p:cSld>
  <p:clrMapOvr>
    <a:masterClrMapping/>
  </p:clrMapOvr>
</p:sldLayout>
</file>

<file path=ppt/slideLayouts/slideLayout1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IMAGE-Layout-9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2">
            <a:extLst>
              <a:ext uri="{FF2B5EF4-FFF2-40B4-BE49-F238E27FC236}">
                <a16:creationId xmlns:a16="http://schemas.microsoft.com/office/drawing/2014/main" id="{89EBB9A9-634C-4929-97C8-A7CBFC25C956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7772400" y="2133600"/>
            <a:ext cx="2590800" cy="2590800"/>
          </a:xfrm>
          <a:prstGeom prst="ellipse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 dirty="0">
                <a:solidFill>
                  <a:schemeClr val="bg1"/>
                </a:solidFill>
              </a:defRPr>
            </a:lvl1pPr>
          </a:lstStyle>
          <a:p>
            <a:pPr lvl="0"/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1378101273"/>
      </p:ext>
    </p:extLst>
  </p:cSld>
  <p:clrMapOvr>
    <a:masterClrMapping/>
  </p:clrMapOvr>
</p:sldLayout>
</file>

<file path=ppt/slideLayouts/slideLayout1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MAGE-Layout-9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icture Placeholder 2">
            <a:extLst>
              <a:ext uri="{FF2B5EF4-FFF2-40B4-BE49-F238E27FC236}">
                <a16:creationId xmlns:a16="http://schemas.microsoft.com/office/drawing/2014/main" id="{128F5896-9AFD-42E8-BB51-39D5D95DA27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 flipH="1">
            <a:off x="7851649" y="0"/>
            <a:ext cx="4340351" cy="6858000"/>
          </a:xfrm>
          <a:custGeom>
            <a:avLst/>
            <a:gdLst>
              <a:gd name="connsiteX0" fmla="*/ 0 w 6208775"/>
              <a:gd name="connsiteY0" fmla="*/ 0 h 10287000"/>
              <a:gd name="connsiteX1" fmla="*/ 6208775 w 6208775"/>
              <a:gd name="connsiteY1" fmla="*/ 0 h 10287000"/>
              <a:gd name="connsiteX2" fmla="*/ 6208775 w 6208775"/>
              <a:gd name="connsiteY2" fmla="*/ 10287000 h 10287000"/>
              <a:gd name="connsiteX3" fmla="*/ 0 w 6208775"/>
              <a:gd name="connsiteY3" fmla="*/ 10287000 h 10287000"/>
              <a:gd name="connsiteX4" fmla="*/ 0 w 6208775"/>
              <a:gd name="connsiteY4" fmla="*/ 0 h 10287000"/>
              <a:gd name="connsiteX0" fmla="*/ 0 w 6208775"/>
              <a:gd name="connsiteY0" fmla="*/ 0 h 10287000"/>
              <a:gd name="connsiteX1" fmla="*/ 3393004 w 6208775"/>
              <a:gd name="connsiteY1" fmla="*/ 0 h 10287000"/>
              <a:gd name="connsiteX2" fmla="*/ 6208775 w 6208775"/>
              <a:gd name="connsiteY2" fmla="*/ 10287000 h 10287000"/>
              <a:gd name="connsiteX3" fmla="*/ 0 w 6208775"/>
              <a:gd name="connsiteY3" fmla="*/ 10287000 h 10287000"/>
              <a:gd name="connsiteX4" fmla="*/ 0 w 6208775"/>
              <a:gd name="connsiteY4" fmla="*/ 0 h 10287000"/>
              <a:gd name="connsiteX0" fmla="*/ 0 w 6208775"/>
              <a:gd name="connsiteY0" fmla="*/ 0 h 10287000"/>
              <a:gd name="connsiteX1" fmla="*/ 4900870 w 6208775"/>
              <a:gd name="connsiteY1" fmla="*/ 19050 h 10287000"/>
              <a:gd name="connsiteX2" fmla="*/ 6208775 w 6208775"/>
              <a:gd name="connsiteY2" fmla="*/ 10287000 h 10287000"/>
              <a:gd name="connsiteX3" fmla="*/ 0 w 6208775"/>
              <a:gd name="connsiteY3" fmla="*/ 10287000 h 10287000"/>
              <a:gd name="connsiteX4" fmla="*/ 0 w 6208775"/>
              <a:gd name="connsiteY4" fmla="*/ 0 h 10287000"/>
              <a:gd name="connsiteX0" fmla="*/ 0 w 6208775"/>
              <a:gd name="connsiteY0" fmla="*/ 6350 h 10293350"/>
              <a:gd name="connsiteX1" fmla="*/ 4864536 w 6208775"/>
              <a:gd name="connsiteY1" fmla="*/ 0 h 10293350"/>
              <a:gd name="connsiteX2" fmla="*/ 6208775 w 6208775"/>
              <a:gd name="connsiteY2" fmla="*/ 10293350 h 10293350"/>
              <a:gd name="connsiteX3" fmla="*/ 0 w 6208775"/>
              <a:gd name="connsiteY3" fmla="*/ 10293350 h 10293350"/>
              <a:gd name="connsiteX4" fmla="*/ 0 w 6208775"/>
              <a:gd name="connsiteY4" fmla="*/ 6350 h 10293350"/>
              <a:gd name="connsiteX0" fmla="*/ 0 w 6208775"/>
              <a:gd name="connsiteY0" fmla="*/ 0 h 10287000"/>
              <a:gd name="connsiteX1" fmla="*/ 4876648 w 6208775"/>
              <a:gd name="connsiteY1" fmla="*/ 0 h 10287000"/>
              <a:gd name="connsiteX2" fmla="*/ 6208775 w 6208775"/>
              <a:gd name="connsiteY2" fmla="*/ 10287000 h 10287000"/>
              <a:gd name="connsiteX3" fmla="*/ 0 w 6208775"/>
              <a:gd name="connsiteY3" fmla="*/ 10287000 h 10287000"/>
              <a:gd name="connsiteX4" fmla="*/ 0 w 6208775"/>
              <a:gd name="connsiteY4" fmla="*/ 0 h 10287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208775" h="10287000">
                <a:moveTo>
                  <a:pt x="0" y="0"/>
                </a:moveTo>
                <a:lnTo>
                  <a:pt x="4876648" y="0"/>
                </a:lnTo>
                <a:lnTo>
                  <a:pt x="6208775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 dirty="0">
                <a:solidFill>
                  <a:schemeClr val="bg1"/>
                </a:solidFill>
              </a:defRPr>
            </a:lvl1pPr>
          </a:lstStyle>
          <a:p>
            <a:pPr lvl="0"/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40334282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</p:sldLayout>
</file>

<file path=ppt/slideLayouts/slideLayout1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MAGE-Layout-9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icture Placeholder 2"/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4340351" cy="6858000"/>
          </a:xfrm>
          <a:custGeom>
            <a:avLst/>
            <a:gdLst>
              <a:gd name="connsiteX0" fmla="*/ 0 w 6208775"/>
              <a:gd name="connsiteY0" fmla="*/ 0 h 10287000"/>
              <a:gd name="connsiteX1" fmla="*/ 6208775 w 6208775"/>
              <a:gd name="connsiteY1" fmla="*/ 0 h 10287000"/>
              <a:gd name="connsiteX2" fmla="*/ 6208775 w 6208775"/>
              <a:gd name="connsiteY2" fmla="*/ 10287000 h 10287000"/>
              <a:gd name="connsiteX3" fmla="*/ 0 w 6208775"/>
              <a:gd name="connsiteY3" fmla="*/ 10287000 h 10287000"/>
              <a:gd name="connsiteX4" fmla="*/ 0 w 6208775"/>
              <a:gd name="connsiteY4" fmla="*/ 0 h 10287000"/>
              <a:gd name="connsiteX0" fmla="*/ 0 w 6208775"/>
              <a:gd name="connsiteY0" fmla="*/ 0 h 10287000"/>
              <a:gd name="connsiteX1" fmla="*/ 3393004 w 6208775"/>
              <a:gd name="connsiteY1" fmla="*/ 0 h 10287000"/>
              <a:gd name="connsiteX2" fmla="*/ 6208775 w 6208775"/>
              <a:gd name="connsiteY2" fmla="*/ 10287000 h 10287000"/>
              <a:gd name="connsiteX3" fmla="*/ 0 w 6208775"/>
              <a:gd name="connsiteY3" fmla="*/ 10287000 h 10287000"/>
              <a:gd name="connsiteX4" fmla="*/ 0 w 6208775"/>
              <a:gd name="connsiteY4" fmla="*/ 0 h 10287000"/>
              <a:gd name="connsiteX0" fmla="*/ 0 w 6208775"/>
              <a:gd name="connsiteY0" fmla="*/ 0 h 10287000"/>
              <a:gd name="connsiteX1" fmla="*/ 4900870 w 6208775"/>
              <a:gd name="connsiteY1" fmla="*/ 19050 h 10287000"/>
              <a:gd name="connsiteX2" fmla="*/ 6208775 w 6208775"/>
              <a:gd name="connsiteY2" fmla="*/ 10287000 h 10287000"/>
              <a:gd name="connsiteX3" fmla="*/ 0 w 6208775"/>
              <a:gd name="connsiteY3" fmla="*/ 10287000 h 10287000"/>
              <a:gd name="connsiteX4" fmla="*/ 0 w 6208775"/>
              <a:gd name="connsiteY4" fmla="*/ 0 h 10287000"/>
              <a:gd name="connsiteX0" fmla="*/ 0 w 6208775"/>
              <a:gd name="connsiteY0" fmla="*/ 6350 h 10293350"/>
              <a:gd name="connsiteX1" fmla="*/ 4864536 w 6208775"/>
              <a:gd name="connsiteY1" fmla="*/ 0 h 10293350"/>
              <a:gd name="connsiteX2" fmla="*/ 6208775 w 6208775"/>
              <a:gd name="connsiteY2" fmla="*/ 10293350 h 10293350"/>
              <a:gd name="connsiteX3" fmla="*/ 0 w 6208775"/>
              <a:gd name="connsiteY3" fmla="*/ 10293350 h 10293350"/>
              <a:gd name="connsiteX4" fmla="*/ 0 w 6208775"/>
              <a:gd name="connsiteY4" fmla="*/ 6350 h 10293350"/>
              <a:gd name="connsiteX0" fmla="*/ 0 w 6208775"/>
              <a:gd name="connsiteY0" fmla="*/ 0 h 10287000"/>
              <a:gd name="connsiteX1" fmla="*/ 4876648 w 6208775"/>
              <a:gd name="connsiteY1" fmla="*/ 0 h 10287000"/>
              <a:gd name="connsiteX2" fmla="*/ 6208775 w 6208775"/>
              <a:gd name="connsiteY2" fmla="*/ 10287000 h 10287000"/>
              <a:gd name="connsiteX3" fmla="*/ 0 w 6208775"/>
              <a:gd name="connsiteY3" fmla="*/ 10287000 h 10287000"/>
              <a:gd name="connsiteX4" fmla="*/ 0 w 6208775"/>
              <a:gd name="connsiteY4" fmla="*/ 0 h 10287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208775" h="10287000">
                <a:moveTo>
                  <a:pt x="0" y="0"/>
                </a:moveTo>
                <a:lnTo>
                  <a:pt x="4876648" y="0"/>
                </a:lnTo>
                <a:lnTo>
                  <a:pt x="6208775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 dirty="0">
                <a:solidFill>
                  <a:schemeClr val="bg1"/>
                </a:solidFill>
              </a:defRPr>
            </a:lvl1pPr>
          </a:lstStyle>
          <a:p>
            <a:pPr lvl="0"/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17298217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</p:sldLayout>
</file>

<file path=ppt/slideLayouts/slideLayout1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IMAGE-Layout-9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3">
            <a:extLst>
              <a:ext uri="{FF2B5EF4-FFF2-40B4-BE49-F238E27FC236}">
                <a16:creationId xmlns:a16="http://schemas.microsoft.com/office/drawing/2014/main" id="{9FEC6B68-FA2A-4755-9330-C8332671BDE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" y="3429000"/>
            <a:ext cx="12191999" cy="34290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en-US" sz="1867">
                <a:solidFill>
                  <a:schemeClr val="bg1"/>
                </a:solidFill>
              </a:defRPr>
            </a:lvl1pPr>
          </a:lstStyle>
          <a:p>
            <a:pPr lvl="0"/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72DC03B-E2AF-40E5-9057-345DBC7818A6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732965" y="1700596"/>
            <a:ext cx="4328160" cy="4328160"/>
          </a:xfrm>
          <a:prstGeom prst="ellipse">
            <a:avLst/>
          </a:prstGeom>
          <a:solidFill>
            <a:schemeClr val="bg2">
              <a:lumMod val="25000"/>
            </a:schemeClr>
          </a:solidFill>
          <a:ln w="88900">
            <a:solidFill>
              <a:schemeClr val="bg1"/>
            </a:solidFill>
          </a:ln>
          <a:effectLst/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31740819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</p:sldLayout>
</file>

<file path=ppt/slideLayouts/slideLayout1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IMAGE-Layout-9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B1347B36-C170-4594-A4B8-DA33EA32E6AA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3543300"/>
            <a:ext cx="12192000" cy="3314700"/>
          </a:xfrm>
          <a:custGeom>
            <a:avLst/>
            <a:gdLst>
              <a:gd name="connsiteX0" fmla="*/ 0 w 18288000"/>
              <a:gd name="connsiteY0" fmla="*/ 0 h 4972050"/>
              <a:gd name="connsiteX1" fmla="*/ 431800 w 18288000"/>
              <a:gd name="connsiteY1" fmla="*/ 91500 h 4972050"/>
              <a:gd name="connsiteX2" fmla="*/ 2616200 w 18288000"/>
              <a:gd name="connsiteY2" fmla="*/ 737175 h 4972050"/>
              <a:gd name="connsiteX3" fmla="*/ 5219700 w 18288000"/>
              <a:gd name="connsiteY3" fmla="*/ 1657350 h 4972050"/>
              <a:gd name="connsiteX4" fmla="*/ 7835900 w 18288000"/>
              <a:gd name="connsiteY4" fmla="*/ 1013400 h 4972050"/>
              <a:gd name="connsiteX5" fmla="*/ 10452100 w 18288000"/>
              <a:gd name="connsiteY5" fmla="*/ 1657350 h 4972050"/>
              <a:gd name="connsiteX6" fmla="*/ 13068300 w 18288000"/>
              <a:gd name="connsiteY6" fmla="*/ 2762250 h 4972050"/>
              <a:gd name="connsiteX7" fmla="*/ 15671800 w 18288000"/>
              <a:gd name="connsiteY7" fmla="*/ 3223201 h 4972050"/>
              <a:gd name="connsiteX8" fmla="*/ 17852390 w 18288000"/>
              <a:gd name="connsiteY8" fmla="*/ 1565850 h 4972050"/>
              <a:gd name="connsiteX9" fmla="*/ 18288000 w 18288000"/>
              <a:gd name="connsiteY9" fmla="*/ 1104900 h 4972050"/>
              <a:gd name="connsiteX10" fmla="*/ 18288000 w 18288000"/>
              <a:gd name="connsiteY10" fmla="*/ 4972050 h 4972050"/>
              <a:gd name="connsiteX11" fmla="*/ 17856200 w 18288000"/>
              <a:gd name="connsiteY11" fmla="*/ 4972050 h 4972050"/>
              <a:gd name="connsiteX12" fmla="*/ 17670608 w 18288000"/>
              <a:gd name="connsiteY12" fmla="*/ 4972050 h 4972050"/>
              <a:gd name="connsiteX13" fmla="*/ 17450416 w 18288000"/>
              <a:gd name="connsiteY13" fmla="*/ 4972050 h 4972050"/>
              <a:gd name="connsiteX14" fmla="*/ 17200426 w 18288000"/>
              <a:gd name="connsiteY14" fmla="*/ 4972050 h 4972050"/>
              <a:gd name="connsiteX15" fmla="*/ 16925448 w 18288000"/>
              <a:gd name="connsiteY15" fmla="*/ 4972050 h 4972050"/>
              <a:gd name="connsiteX16" fmla="*/ 16630290 w 18288000"/>
              <a:gd name="connsiteY16" fmla="*/ 4972050 h 4972050"/>
              <a:gd name="connsiteX17" fmla="*/ 16319758 w 18288000"/>
              <a:gd name="connsiteY17" fmla="*/ 4972050 h 4972050"/>
              <a:gd name="connsiteX18" fmla="*/ 15671800 w 18288000"/>
              <a:gd name="connsiteY18" fmla="*/ 4972050 h 4972050"/>
              <a:gd name="connsiteX19" fmla="*/ 14370526 w 18288000"/>
              <a:gd name="connsiteY19" fmla="*/ 4972050 h 4972050"/>
              <a:gd name="connsiteX20" fmla="*/ 13068300 w 18288000"/>
              <a:gd name="connsiteY20" fmla="*/ 4972050 h 4972050"/>
              <a:gd name="connsiteX21" fmla="*/ 10452100 w 18288000"/>
              <a:gd name="connsiteY21" fmla="*/ 4972050 h 4972050"/>
              <a:gd name="connsiteX22" fmla="*/ 7835900 w 18288000"/>
              <a:gd name="connsiteY22" fmla="*/ 4972050 h 4972050"/>
              <a:gd name="connsiteX23" fmla="*/ 6532563 w 18288000"/>
              <a:gd name="connsiteY23" fmla="*/ 4972050 h 4972050"/>
              <a:gd name="connsiteX24" fmla="*/ 5219700 w 18288000"/>
              <a:gd name="connsiteY24" fmla="*/ 4972050 h 4972050"/>
              <a:gd name="connsiteX25" fmla="*/ 2616200 w 18288000"/>
              <a:gd name="connsiteY25" fmla="*/ 4972050 h 4972050"/>
              <a:gd name="connsiteX26" fmla="*/ 1967052 w 18288000"/>
              <a:gd name="connsiteY26" fmla="*/ 4972050 h 4972050"/>
              <a:gd name="connsiteX27" fmla="*/ 1656013 w 18288000"/>
              <a:gd name="connsiteY27" fmla="*/ 4972050 h 4972050"/>
              <a:gd name="connsiteX28" fmla="*/ 1360647 w 18288000"/>
              <a:gd name="connsiteY28" fmla="*/ 4972050 h 4972050"/>
              <a:gd name="connsiteX29" fmla="*/ 1085937 w 18288000"/>
              <a:gd name="connsiteY29" fmla="*/ 4972050 h 4972050"/>
              <a:gd name="connsiteX30" fmla="*/ 836871 w 18288000"/>
              <a:gd name="connsiteY30" fmla="*/ 4972050 h 4972050"/>
              <a:gd name="connsiteX31" fmla="*/ 618433 w 18288000"/>
              <a:gd name="connsiteY31" fmla="*/ 4972050 h 4972050"/>
              <a:gd name="connsiteX32" fmla="*/ 435610 w 18288000"/>
              <a:gd name="connsiteY32" fmla="*/ 4972050 h 4972050"/>
              <a:gd name="connsiteX33" fmla="*/ 0 w 18288000"/>
              <a:gd name="connsiteY33" fmla="*/ 4972050 h 4972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</a:cxnLst>
            <a:rect l="l" t="t" r="r" b="b"/>
            <a:pathLst>
              <a:path w="18288000" h="4972050">
                <a:moveTo>
                  <a:pt x="0" y="0"/>
                </a:moveTo>
                <a:lnTo>
                  <a:pt x="431800" y="91500"/>
                </a:lnTo>
                <a:cubicBezTo>
                  <a:pt x="876300" y="189905"/>
                  <a:pt x="1741170" y="362545"/>
                  <a:pt x="2616200" y="737175"/>
                </a:cubicBezTo>
                <a:cubicBezTo>
                  <a:pt x="3479801" y="1104900"/>
                  <a:pt x="4354830" y="1657350"/>
                  <a:pt x="5219700" y="1657350"/>
                </a:cubicBezTo>
                <a:cubicBezTo>
                  <a:pt x="6096000" y="1657350"/>
                  <a:pt x="6967221" y="1104900"/>
                  <a:pt x="7835900" y="1013400"/>
                </a:cubicBezTo>
                <a:cubicBezTo>
                  <a:pt x="8712200" y="914995"/>
                  <a:pt x="9579610" y="1294805"/>
                  <a:pt x="10452100" y="1657350"/>
                </a:cubicBezTo>
                <a:cubicBezTo>
                  <a:pt x="11315700" y="2019895"/>
                  <a:pt x="12192000" y="2399705"/>
                  <a:pt x="13068300" y="2762250"/>
                </a:cubicBezTo>
                <a:cubicBezTo>
                  <a:pt x="13931900" y="3124795"/>
                  <a:pt x="14804390" y="3504605"/>
                  <a:pt x="15671800" y="3223201"/>
                </a:cubicBezTo>
                <a:cubicBezTo>
                  <a:pt x="16548100" y="2952155"/>
                  <a:pt x="17416780" y="2019895"/>
                  <a:pt x="17852390" y="1565850"/>
                </a:cubicBezTo>
                <a:lnTo>
                  <a:pt x="18288000" y="1104900"/>
                </a:lnTo>
                <a:lnTo>
                  <a:pt x="18288000" y="4972050"/>
                </a:lnTo>
                <a:lnTo>
                  <a:pt x="17856200" y="4972050"/>
                </a:lnTo>
                <a:lnTo>
                  <a:pt x="17670608" y="4972050"/>
                </a:lnTo>
                <a:lnTo>
                  <a:pt x="17450416" y="4972050"/>
                </a:lnTo>
                <a:lnTo>
                  <a:pt x="17200426" y="4972050"/>
                </a:lnTo>
                <a:lnTo>
                  <a:pt x="16925448" y="4972050"/>
                </a:lnTo>
                <a:lnTo>
                  <a:pt x="16630290" y="4972050"/>
                </a:lnTo>
                <a:lnTo>
                  <a:pt x="16319758" y="4972050"/>
                </a:lnTo>
                <a:lnTo>
                  <a:pt x="15671800" y="4972050"/>
                </a:lnTo>
                <a:lnTo>
                  <a:pt x="14370526" y="4972050"/>
                </a:lnTo>
                <a:lnTo>
                  <a:pt x="13068300" y="4972050"/>
                </a:lnTo>
                <a:lnTo>
                  <a:pt x="10452100" y="4972050"/>
                </a:lnTo>
                <a:lnTo>
                  <a:pt x="7835900" y="4972050"/>
                </a:lnTo>
                <a:lnTo>
                  <a:pt x="6532563" y="4972050"/>
                </a:lnTo>
                <a:lnTo>
                  <a:pt x="5219700" y="4972050"/>
                </a:lnTo>
                <a:lnTo>
                  <a:pt x="2616200" y="4972050"/>
                </a:lnTo>
                <a:lnTo>
                  <a:pt x="1967052" y="4972050"/>
                </a:lnTo>
                <a:lnTo>
                  <a:pt x="1656013" y="4972050"/>
                </a:lnTo>
                <a:lnTo>
                  <a:pt x="1360647" y="4972050"/>
                </a:lnTo>
                <a:lnTo>
                  <a:pt x="1085937" y="4972050"/>
                </a:lnTo>
                <a:lnTo>
                  <a:pt x="836871" y="4972050"/>
                </a:lnTo>
                <a:lnTo>
                  <a:pt x="618433" y="4972050"/>
                </a:lnTo>
                <a:lnTo>
                  <a:pt x="435610" y="4972050"/>
                </a:lnTo>
                <a:lnTo>
                  <a:pt x="0" y="4972050"/>
                </a:lnTo>
                <a:close/>
              </a:path>
            </a:pathLst>
          </a:cu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en-US" sz="1867">
                <a:solidFill>
                  <a:schemeClr val="bg1"/>
                </a:solidFill>
              </a:defRPr>
            </a:lvl1pPr>
          </a:lstStyle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54162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</p:sldLayout>
</file>

<file path=ppt/slideLayouts/slideLayout1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MAGE-Layout-9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21C606D8-35EE-449B-9739-EED57E2B0C2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9003821" y="0"/>
            <a:ext cx="3188179" cy="68580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>
                <a:solidFill>
                  <a:schemeClr val="bg1"/>
                </a:solidFill>
              </a:defRPr>
            </a:lvl1pPr>
          </a:lstStyle>
          <a:p>
            <a:pPr lvl="0"/>
            <a:endParaRPr lang="uk-UA"/>
          </a:p>
        </p:txBody>
      </p:sp>
      <p:sp>
        <p:nvSpPr>
          <p:cNvPr id="9" name="Title 4">
            <a:extLst>
              <a:ext uri="{FF2B5EF4-FFF2-40B4-BE49-F238E27FC236}">
                <a16:creationId xmlns:a16="http://schemas.microsoft.com/office/drawing/2014/main" id="{FB5268E0-107A-4C2A-AE10-D7A100ECE33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204824"/>
            <a:ext cx="8585200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>
              <a:defRPr lang="en-US" sz="3200">
                <a:solidFill>
                  <a:schemeClr val="bg1"/>
                </a:solidFill>
                <a:ea typeface="+mn-ea"/>
                <a:cs typeface="+mn-cs"/>
              </a:defRPr>
            </a:lvl1pPr>
          </a:lstStyle>
          <a:p>
            <a:pPr marL="0" lvl="0"/>
            <a:r>
              <a:rPr lang="en-US" dirty="0"/>
              <a:t>ADD HERE YOUR TITLE</a:t>
            </a:r>
          </a:p>
        </p:txBody>
      </p:sp>
    </p:spTree>
    <p:extLst>
      <p:ext uri="{BB962C8B-B14F-4D97-AF65-F5344CB8AC3E}">
        <p14:creationId xmlns:p14="http://schemas.microsoft.com/office/powerpoint/2010/main" val="24922070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</p:sldLayout>
</file>

<file path=ppt/slideLayouts/slideLayout1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IMAGE-Layout-9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3">
            <a:extLst>
              <a:ext uri="{FF2B5EF4-FFF2-40B4-BE49-F238E27FC236}">
                <a16:creationId xmlns:a16="http://schemas.microsoft.com/office/drawing/2014/main" id="{10F00EBF-B287-4A97-94A2-58659FC12108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096000" y="627888"/>
            <a:ext cx="5486400" cy="5608320"/>
          </a:xfrm>
          <a:prstGeom prst="roundRect">
            <a:avLst>
              <a:gd name="adj" fmla="val 3164"/>
            </a:avLst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>
                <a:solidFill>
                  <a:schemeClr val="bg1"/>
                </a:solidFill>
              </a:defRPr>
            </a:lvl1pPr>
          </a:lstStyle>
          <a:p>
            <a:pPr lvl="0"/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533017045"/>
      </p:ext>
    </p:extLst>
  </p:cSld>
  <p:clrMapOvr>
    <a:masterClrMapping/>
  </p:clrMapOvr>
</p:sldLayout>
</file>

<file path=ppt/slideLayouts/slideLayout1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IMAGE-Layout-10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2"/>
          <p:cNvSpPr>
            <a:spLocks noGrp="1"/>
          </p:cNvSpPr>
          <p:nvPr>
            <p:ph type="pic" sz="quarter" idx="10"/>
          </p:nvPr>
        </p:nvSpPr>
        <p:spPr>
          <a:xfrm>
            <a:off x="2438400" y="1603248"/>
            <a:ext cx="3657600" cy="3657600"/>
          </a:xfrm>
          <a:prstGeom prst="ellipse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>
                <a:solidFill>
                  <a:schemeClr val="bg1"/>
                </a:solidFill>
              </a:defRPr>
            </a:lvl1pPr>
          </a:lstStyle>
          <a:p>
            <a:pPr lvl="0"/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411498904"/>
      </p:ext>
    </p:extLst>
  </p:cSld>
  <p:clrMapOvr>
    <a:masterClrMapping/>
  </p:clrMapOvr>
</p:sldLayout>
</file>

<file path=ppt/slideLayouts/slideLayout1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IMAGE-Layout-1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3">
            <a:extLst>
              <a:ext uri="{FF2B5EF4-FFF2-40B4-BE49-F238E27FC236}">
                <a16:creationId xmlns:a16="http://schemas.microsoft.com/office/drawing/2014/main" id="{BCD71B4B-B307-408C-AF40-6BE341328741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918960" y="2426742"/>
            <a:ext cx="4078223" cy="27432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 dirty="0">
                <a:solidFill>
                  <a:schemeClr val="bg1"/>
                </a:solidFill>
              </a:defRPr>
            </a:lvl1pPr>
          </a:lstStyle>
          <a:p>
            <a:pPr lvl="0"/>
            <a:endParaRPr lang="uk-UA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46991B3E-5992-4C30-9C53-3AB54D37F87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62000" y="774192"/>
            <a:ext cx="10668001" cy="609600"/>
          </a:xfrm>
          <a:prstGeom prst="rect">
            <a:avLst/>
          </a:prstGeom>
        </p:spPr>
        <p:txBody>
          <a:bodyPr anchor="ctr"/>
          <a:lstStyle>
            <a:lvl1pPr marL="0" algn="ctr" defTabSz="914446" rtl="0" eaLnBrk="1" latinLnBrk="0" hangingPunct="1">
              <a:defRPr lang="en-US" sz="4400" kern="1200" dirty="0">
                <a:solidFill>
                  <a:schemeClr val="bg1"/>
                </a:solidFill>
                <a:latin typeface="+mj-lt"/>
                <a:ea typeface="Source Sans Pro Black" panose="020B0803030403020204" pitchFamily="34" charset="0"/>
                <a:cs typeface="+mn-cs"/>
              </a:defRPr>
            </a:lvl1pPr>
          </a:lstStyle>
          <a:p>
            <a:pPr marL="0" lvl="0" indent="0" algn="ctr">
              <a:spcBef>
                <a:spcPts val="1000"/>
              </a:spcBef>
              <a:buFont typeface="Arial" panose="020B0604020202020204" pitchFamily="34" charset="0"/>
            </a:pPr>
            <a:r>
              <a:rPr lang="en-US" dirty="0"/>
              <a:t>YOUR TITLE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1BCF9BE1-EC04-4B8E-9B3A-8527507F725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073400" y="396240"/>
            <a:ext cx="6045200" cy="355601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lang="en-UA" sz="1867" kern="1200" spc="333" dirty="0">
                <a:solidFill>
                  <a:schemeClr val="tx2"/>
                </a:solidFill>
                <a:latin typeface="Montserrat" panose="00000500000000000000" pitchFamily="2" charset="0"/>
                <a:ea typeface="Roboto Thin" pitchFamily="2" charset="0"/>
                <a:cs typeface="+mn-cs"/>
              </a:defRPr>
            </a:lvl1pPr>
          </a:lstStyle>
          <a:p>
            <a:pPr marL="0" lvl="0" algn="ctr" defTabSz="914446" rtl="0" eaLnBrk="1" latinLnBrk="0" hangingPunct="1"/>
            <a:r>
              <a:rPr lang="en-UA" dirty="0"/>
              <a:t>YOUR SUBTITLE</a:t>
            </a:r>
          </a:p>
        </p:txBody>
      </p:sp>
    </p:spTree>
    <p:extLst>
      <p:ext uri="{BB962C8B-B14F-4D97-AF65-F5344CB8AC3E}">
        <p14:creationId xmlns:p14="http://schemas.microsoft.com/office/powerpoint/2010/main" val="38173714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</p:sldLayout>
</file>

<file path=ppt/slideLayouts/slideLayout1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IMAGE-Layout-1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3">
            <a:extLst>
              <a:ext uri="{FF2B5EF4-FFF2-40B4-BE49-F238E27FC236}">
                <a16:creationId xmlns:a16="http://schemas.microsoft.com/office/drawing/2014/main" id="{BCD71B4B-B307-408C-AF40-6BE341328741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1194817" y="2426742"/>
            <a:ext cx="4078223" cy="27432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 dirty="0">
                <a:solidFill>
                  <a:schemeClr val="bg1"/>
                </a:solidFill>
              </a:defRPr>
            </a:lvl1pPr>
          </a:lstStyle>
          <a:p>
            <a:pPr lvl="0"/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27243031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</p:sldLayout>
</file>

<file path=ppt/slideLayouts/slideLayout1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IMAGE-Layout-10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3">
            <a:extLst>
              <a:ext uri="{FF2B5EF4-FFF2-40B4-BE49-F238E27FC236}">
                <a16:creationId xmlns:a16="http://schemas.microsoft.com/office/drawing/2014/main" id="{19814AC4-74A4-493C-B3E1-FA832232AFF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2184403" y="3919381"/>
            <a:ext cx="3088637" cy="2077559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 dirty="0">
                <a:solidFill>
                  <a:schemeClr val="bg1"/>
                </a:solidFill>
              </a:defRPr>
            </a:lvl1pPr>
          </a:lstStyle>
          <a:p>
            <a:pPr lvl="0"/>
            <a:endParaRPr lang="uk-UA" dirty="0"/>
          </a:p>
        </p:txBody>
      </p:sp>
      <p:sp>
        <p:nvSpPr>
          <p:cNvPr id="9" name="Picture Placeholder 3">
            <a:extLst>
              <a:ext uri="{FF2B5EF4-FFF2-40B4-BE49-F238E27FC236}">
                <a16:creationId xmlns:a16="http://schemas.microsoft.com/office/drawing/2014/main" id="{CF8F8440-C5A5-4AF8-8F8A-3BA5B158F99F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918960" y="1127531"/>
            <a:ext cx="3088637" cy="2077559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 dirty="0">
                <a:solidFill>
                  <a:schemeClr val="bg1"/>
                </a:solidFill>
              </a:defRPr>
            </a:lvl1pPr>
          </a:lstStyle>
          <a:p>
            <a:pPr lvl="0"/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4386242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</p:sldLayout>
</file>

<file path=ppt/slideLayouts/slideLayout1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IMAGE-Layout-10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3">
            <a:extLst>
              <a:ext uri="{FF2B5EF4-FFF2-40B4-BE49-F238E27FC236}">
                <a16:creationId xmlns:a16="http://schemas.microsoft.com/office/drawing/2014/main" id="{2420CF65-F5F8-4E58-88D4-96A7FF8EDE3F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096000" y="627888"/>
            <a:ext cx="5486400" cy="5608320"/>
          </a:xfrm>
          <a:prstGeom prst="roundRect">
            <a:avLst>
              <a:gd name="adj" fmla="val 3673"/>
            </a:avLst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>
                <a:solidFill>
                  <a:schemeClr val="bg1"/>
                </a:solidFill>
              </a:defRPr>
            </a:lvl1pPr>
          </a:lstStyle>
          <a:p>
            <a:pPr lvl="0"/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117330575"/>
      </p:ext>
    </p:extLst>
  </p:cSld>
  <p:clrMapOvr>
    <a:masterClrMapping/>
  </p:clrMapOvr>
</p:sldLayout>
</file>

<file path=ppt/slideLayouts/slideLayout1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MAGE-Layout-10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2"/>
          <p:cNvSpPr>
            <a:spLocks noGrp="1"/>
          </p:cNvSpPr>
          <p:nvPr>
            <p:ph type="pic" sz="quarter" idx="11"/>
          </p:nvPr>
        </p:nvSpPr>
        <p:spPr>
          <a:xfrm>
            <a:off x="1688592" y="1675384"/>
            <a:ext cx="1804416" cy="1804416"/>
          </a:xfrm>
          <a:prstGeom prst="roundRect">
            <a:avLst>
              <a:gd name="adj" fmla="val 8925"/>
            </a:avLst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>
                <a:solidFill>
                  <a:schemeClr val="bg1"/>
                </a:solidFill>
              </a:defRPr>
            </a:lvl1pPr>
          </a:lstStyle>
          <a:p>
            <a:pPr lvl="0"/>
            <a:endParaRPr lang="uk-UA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1F63D903-2C79-4845-B9F0-F48F4CAC910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204824"/>
            <a:ext cx="8585200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>
              <a:defRPr lang="en-US" sz="3200">
                <a:solidFill>
                  <a:schemeClr val="bg1"/>
                </a:solidFill>
                <a:ea typeface="+mn-ea"/>
                <a:cs typeface="+mn-cs"/>
              </a:defRPr>
            </a:lvl1pPr>
          </a:lstStyle>
          <a:p>
            <a:pPr marL="0" lvl="0"/>
            <a:r>
              <a:rPr lang="en-US" dirty="0"/>
              <a:t>ADD HERE YOUR TITLE</a:t>
            </a:r>
          </a:p>
        </p:txBody>
      </p:sp>
    </p:spTree>
    <p:extLst>
      <p:ext uri="{BB962C8B-B14F-4D97-AF65-F5344CB8AC3E}">
        <p14:creationId xmlns:p14="http://schemas.microsoft.com/office/powerpoint/2010/main" val="3461735694"/>
      </p:ext>
    </p:extLst>
  </p:cSld>
  <p:clrMapOvr>
    <a:masterClrMapping/>
  </p:clrMapOvr>
</p:sldLayout>
</file>

<file path=ppt/slideLayouts/slideLayout12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MAGE-Layout-10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2">
            <a:extLst>
              <a:ext uri="{FF2B5EF4-FFF2-40B4-BE49-F238E27FC236}">
                <a16:creationId xmlns:a16="http://schemas.microsoft.com/office/drawing/2014/main" id="{2DB4F3EC-6FA6-4607-B645-7D3F2258AE21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5206100" y="2539400"/>
            <a:ext cx="1779800" cy="1779800"/>
          </a:xfrm>
          <a:prstGeom prst="ellipse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>
                <a:solidFill>
                  <a:schemeClr val="bg1"/>
                </a:solidFill>
              </a:defRPr>
            </a:lvl1pPr>
          </a:lstStyle>
          <a:p>
            <a:pPr lvl="0"/>
            <a:endParaRPr lang="uk-UA"/>
          </a:p>
        </p:txBody>
      </p:sp>
      <p:sp>
        <p:nvSpPr>
          <p:cNvPr id="7" name="Picture Placeholder 2">
            <a:extLst>
              <a:ext uri="{FF2B5EF4-FFF2-40B4-BE49-F238E27FC236}">
                <a16:creationId xmlns:a16="http://schemas.microsoft.com/office/drawing/2014/main" id="{896841DE-F57D-4FFA-B2B4-844AE25D7DD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433250" y="2539400"/>
            <a:ext cx="1779800" cy="1779800"/>
          </a:xfrm>
          <a:prstGeom prst="ellipse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>
                <a:solidFill>
                  <a:schemeClr val="bg1"/>
                </a:solidFill>
              </a:defRPr>
            </a:lvl1pPr>
          </a:lstStyle>
          <a:p>
            <a:pPr lvl="0"/>
            <a:endParaRPr lang="uk-UA"/>
          </a:p>
        </p:txBody>
      </p:sp>
      <p:sp>
        <p:nvSpPr>
          <p:cNvPr id="8" name="Picture Placeholder 2">
            <a:extLst>
              <a:ext uri="{FF2B5EF4-FFF2-40B4-BE49-F238E27FC236}">
                <a16:creationId xmlns:a16="http://schemas.microsoft.com/office/drawing/2014/main" id="{A96FD531-41C1-429F-981E-C03DFE4D2EA5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1978950" y="2539400"/>
            <a:ext cx="1779800" cy="1779800"/>
          </a:xfrm>
          <a:prstGeom prst="ellipse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>
                <a:solidFill>
                  <a:schemeClr val="bg1"/>
                </a:solidFill>
              </a:defRPr>
            </a:lvl1pPr>
          </a:lstStyle>
          <a:p>
            <a:pPr lvl="0"/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146562478"/>
      </p:ext>
    </p:extLst>
  </p:cSld>
  <p:clrMapOvr>
    <a:masterClrMapping/>
  </p:clrMapOvr>
</p:sldLayout>
</file>

<file path=ppt/slideLayouts/slideLayout1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IMAGE-Layout-10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3">
            <a:extLst>
              <a:ext uri="{FF2B5EF4-FFF2-40B4-BE49-F238E27FC236}">
                <a16:creationId xmlns:a16="http://schemas.microsoft.com/office/drawing/2014/main" id="{3C9C7632-F851-49E5-B077-28366D421B38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09599" y="627888"/>
            <a:ext cx="5486400" cy="5608320"/>
          </a:xfrm>
          <a:prstGeom prst="roundRect">
            <a:avLst>
              <a:gd name="adj" fmla="val 3673"/>
            </a:avLst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>
                <a:solidFill>
                  <a:schemeClr val="bg1"/>
                </a:solidFill>
              </a:defRPr>
            </a:lvl1pPr>
          </a:lstStyle>
          <a:p>
            <a:pPr lvl="0"/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227692624"/>
      </p:ext>
    </p:extLst>
  </p:cSld>
  <p:clrMapOvr>
    <a:masterClrMapping/>
  </p:clrMapOvr>
</p:sldLayout>
</file>

<file path=ppt/slideLayouts/slideLayout12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MAGE-Layout-10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12"/>
          <p:cNvSpPr>
            <a:spLocks noGrp="1"/>
          </p:cNvSpPr>
          <p:nvPr>
            <p:ph type="pic" sz="quarter" idx="11"/>
          </p:nvPr>
        </p:nvSpPr>
        <p:spPr>
          <a:xfrm>
            <a:off x="2182368" y="1752600"/>
            <a:ext cx="963168" cy="963168"/>
          </a:xfrm>
          <a:prstGeom prst="ellipse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 dirty="0">
                <a:solidFill>
                  <a:schemeClr val="bg1"/>
                </a:solidFill>
              </a:defRPr>
            </a:lvl1pPr>
          </a:lstStyle>
          <a:p>
            <a:pPr lvl="0"/>
            <a:endParaRPr lang="uk-UA" dirty="0"/>
          </a:p>
        </p:txBody>
      </p:sp>
      <p:sp>
        <p:nvSpPr>
          <p:cNvPr id="14" name="Picture Placeholder 12"/>
          <p:cNvSpPr>
            <a:spLocks noGrp="1"/>
          </p:cNvSpPr>
          <p:nvPr>
            <p:ph type="pic" sz="quarter" idx="12"/>
          </p:nvPr>
        </p:nvSpPr>
        <p:spPr>
          <a:xfrm>
            <a:off x="9186672" y="3752088"/>
            <a:ext cx="963168" cy="963168"/>
          </a:xfrm>
          <a:prstGeom prst="ellipse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>
                <a:solidFill>
                  <a:schemeClr val="bg1"/>
                </a:solidFill>
              </a:defRPr>
            </a:lvl1pPr>
          </a:lstStyle>
          <a:p>
            <a:pPr lvl="0"/>
            <a:endParaRPr lang="uk-UA"/>
          </a:p>
        </p:txBody>
      </p:sp>
      <p:sp>
        <p:nvSpPr>
          <p:cNvPr id="6" name="Title 4">
            <a:extLst>
              <a:ext uri="{FF2B5EF4-FFF2-40B4-BE49-F238E27FC236}">
                <a16:creationId xmlns:a16="http://schemas.microsoft.com/office/drawing/2014/main" id="{40895BE1-F501-4DA6-BAC7-1628FD1F775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204824"/>
            <a:ext cx="8585200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>
              <a:defRPr lang="en-US" sz="3200">
                <a:solidFill>
                  <a:schemeClr val="bg1"/>
                </a:solidFill>
                <a:ea typeface="+mn-ea"/>
                <a:cs typeface="+mn-cs"/>
              </a:defRPr>
            </a:lvl1pPr>
          </a:lstStyle>
          <a:p>
            <a:pPr marL="0" lvl="0"/>
            <a:r>
              <a:rPr lang="en-US" dirty="0"/>
              <a:t>ADD HERE YOUR TITLE</a:t>
            </a:r>
          </a:p>
        </p:txBody>
      </p:sp>
    </p:spTree>
    <p:extLst>
      <p:ext uri="{BB962C8B-B14F-4D97-AF65-F5344CB8AC3E}">
        <p14:creationId xmlns:p14="http://schemas.microsoft.com/office/powerpoint/2010/main" val="2077795669"/>
      </p:ext>
    </p:extLst>
  </p:cSld>
  <p:clrMapOvr>
    <a:masterClrMapping/>
  </p:clrMapOvr>
</p:sldLayout>
</file>

<file path=ppt/slideLayouts/slideLayout12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MAGE-Layout-1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icture Placeholder 2"/>
          <p:cNvSpPr>
            <a:spLocks noGrp="1"/>
          </p:cNvSpPr>
          <p:nvPr>
            <p:ph type="pic" sz="quarter" idx="11"/>
          </p:nvPr>
        </p:nvSpPr>
        <p:spPr>
          <a:xfrm>
            <a:off x="1853184" y="2151888"/>
            <a:ext cx="1219200" cy="1219200"/>
          </a:xfrm>
          <a:prstGeom prst="ellipse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>
                <a:solidFill>
                  <a:schemeClr val="bg1"/>
                </a:solidFill>
              </a:defRPr>
            </a:lvl1pPr>
          </a:lstStyle>
          <a:p>
            <a:pPr lvl="0"/>
            <a:endParaRPr lang="uk-UA"/>
          </a:p>
        </p:txBody>
      </p:sp>
      <p:sp>
        <p:nvSpPr>
          <p:cNvPr id="19" name="Picture Placeholder 2"/>
          <p:cNvSpPr>
            <a:spLocks noGrp="1"/>
          </p:cNvSpPr>
          <p:nvPr>
            <p:ph type="pic" sz="quarter" idx="12"/>
          </p:nvPr>
        </p:nvSpPr>
        <p:spPr>
          <a:xfrm>
            <a:off x="6742176" y="2151888"/>
            <a:ext cx="1219200" cy="1219200"/>
          </a:xfrm>
          <a:prstGeom prst="ellipse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>
                <a:solidFill>
                  <a:schemeClr val="bg1"/>
                </a:solidFill>
              </a:defRPr>
            </a:lvl1pPr>
          </a:lstStyle>
          <a:p>
            <a:pPr lvl="0"/>
            <a:endParaRPr lang="uk-UA"/>
          </a:p>
        </p:txBody>
      </p:sp>
      <p:sp>
        <p:nvSpPr>
          <p:cNvPr id="6" name="Title 4">
            <a:extLst>
              <a:ext uri="{FF2B5EF4-FFF2-40B4-BE49-F238E27FC236}">
                <a16:creationId xmlns:a16="http://schemas.microsoft.com/office/drawing/2014/main" id="{23153593-CEED-43D7-8481-1C18D9F0B6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204824"/>
            <a:ext cx="8585200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>
              <a:defRPr lang="en-US" sz="3200">
                <a:solidFill>
                  <a:schemeClr val="bg1"/>
                </a:solidFill>
                <a:ea typeface="+mn-ea"/>
                <a:cs typeface="+mn-cs"/>
              </a:defRPr>
            </a:lvl1pPr>
          </a:lstStyle>
          <a:p>
            <a:pPr marL="0" lvl="0"/>
            <a:r>
              <a:rPr lang="en-US" dirty="0"/>
              <a:t>ADD HERE YOUR TITLE</a:t>
            </a:r>
          </a:p>
        </p:txBody>
      </p:sp>
    </p:spTree>
    <p:extLst>
      <p:ext uri="{BB962C8B-B14F-4D97-AF65-F5344CB8AC3E}">
        <p14:creationId xmlns:p14="http://schemas.microsoft.com/office/powerpoint/2010/main" val="3654258443"/>
      </p:ext>
    </p:extLst>
  </p:cSld>
  <p:clrMapOvr>
    <a:masterClrMapping/>
  </p:clrMapOvr>
</p:sldLayout>
</file>

<file path=ppt/slideLayouts/slideLayout12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MAGE-Layout-1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icture Placeholder 2"/>
          <p:cNvSpPr>
            <a:spLocks noGrp="1"/>
          </p:cNvSpPr>
          <p:nvPr>
            <p:ph type="pic" sz="quarter" idx="11"/>
          </p:nvPr>
        </p:nvSpPr>
        <p:spPr>
          <a:xfrm>
            <a:off x="1773936" y="1432560"/>
            <a:ext cx="1828800" cy="1828800"/>
          </a:xfrm>
          <a:prstGeom prst="ellipse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>
                <a:solidFill>
                  <a:schemeClr val="bg1"/>
                </a:solidFill>
              </a:defRPr>
            </a:lvl1pPr>
          </a:lstStyle>
          <a:p>
            <a:pPr lvl="0"/>
            <a:endParaRPr lang="uk-UA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28095E9E-7213-4071-833B-F76EE6B46E6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204824"/>
            <a:ext cx="8585200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>
              <a:defRPr lang="en-US" sz="3200">
                <a:solidFill>
                  <a:schemeClr val="bg1"/>
                </a:solidFill>
                <a:ea typeface="+mn-ea"/>
                <a:cs typeface="+mn-cs"/>
              </a:defRPr>
            </a:lvl1pPr>
          </a:lstStyle>
          <a:p>
            <a:pPr marL="0" lvl="0"/>
            <a:r>
              <a:rPr lang="en-US" dirty="0"/>
              <a:t>ADD HERE YOUR TITLE</a:t>
            </a:r>
          </a:p>
        </p:txBody>
      </p:sp>
    </p:spTree>
    <p:extLst>
      <p:ext uri="{BB962C8B-B14F-4D97-AF65-F5344CB8AC3E}">
        <p14:creationId xmlns:p14="http://schemas.microsoft.com/office/powerpoint/2010/main" val="3522537824"/>
      </p:ext>
    </p:extLst>
  </p:cSld>
  <p:clrMapOvr>
    <a:masterClrMapping/>
  </p:clrMapOvr>
</p:sldLayout>
</file>

<file path=ppt/slideLayouts/slideLayout12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MAGE-Layout-1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5"/>
          <p:cNvSpPr>
            <a:spLocks noGrp="1"/>
          </p:cNvSpPr>
          <p:nvPr>
            <p:ph type="pic" sz="quarter" idx="11"/>
          </p:nvPr>
        </p:nvSpPr>
        <p:spPr>
          <a:xfrm>
            <a:off x="0" y="1"/>
            <a:ext cx="12192000" cy="3425371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>
                <a:solidFill>
                  <a:schemeClr val="bg1"/>
                </a:solidFill>
              </a:defRPr>
            </a:lvl1pPr>
          </a:lstStyle>
          <a:p>
            <a:pPr lvl="0"/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4179935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</p:sldLayout>
</file>

<file path=ppt/slideLayouts/slideLayout1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IMAGE-Layout-1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21C606D8-35EE-449B-9739-EED57E2B0C2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136000" y="0"/>
            <a:ext cx="4056000" cy="68580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>
                <a:solidFill>
                  <a:schemeClr val="bg1"/>
                </a:solidFill>
              </a:defRPr>
            </a:lvl1pPr>
          </a:lstStyle>
          <a:p>
            <a:pPr lvl="0"/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4270617389"/>
      </p:ext>
    </p:extLst>
  </p:cSld>
  <p:clrMapOvr>
    <a:masterClrMapping/>
  </p:clrMapOvr>
</p:sldLayout>
</file>

<file path=ppt/slideLayouts/slideLayout1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IMAGE-Layout-1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5"/>
          <p:cNvSpPr>
            <a:spLocks noGrp="1"/>
          </p:cNvSpPr>
          <p:nvPr>
            <p:ph type="pic" sz="quarter" idx="11"/>
          </p:nvPr>
        </p:nvSpPr>
        <p:spPr>
          <a:xfrm>
            <a:off x="0" y="1"/>
            <a:ext cx="12192000" cy="3425371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>
                <a:solidFill>
                  <a:schemeClr val="bg1"/>
                </a:solidFill>
              </a:defRPr>
            </a:lvl1pPr>
          </a:lstStyle>
          <a:p>
            <a:pPr lvl="0"/>
            <a:endParaRPr lang="uk-UA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07546306-BB2E-C745-BE62-0F61AFAAA16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79500" y="1596153"/>
            <a:ext cx="10033000" cy="609600"/>
          </a:xfrm>
          <a:prstGeom prst="rect">
            <a:avLst/>
          </a:prstGeom>
        </p:spPr>
        <p:txBody>
          <a:bodyPr anchor="ctr"/>
          <a:lstStyle>
            <a:lvl1pPr marL="0" algn="ctr" defTabSz="914446" rtl="0" eaLnBrk="1" latinLnBrk="0" hangingPunct="1">
              <a:defRPr lang="en-US" sz="4400" kern="1200" dirty="0">
                <a:solidFill>
                  <a:schemeClr val="tx1"/>
                </a:solidFill>
                <a:latin typeface="+mj-lt"/>
                <a:ea typeface="Source Sans Pro Black" panose="020B0803030403020204" pitchFamily="34" charset="0"/>
                <a:cs typeface="+mn-cs"/>
              </a:defRPr>
            </a:lvl1pPr>
          </a:lstStyle>
          <a:p>
            <a:pPr marL="0" lvl="0" indent="0" algn="ctr">
              <a:spcBef>
                <a:spcPts val="1000"/>
              </a:spcBef>
              <a:buFont typeface="Arial" panose="020B0604020202020204" pitchFamily="34" charset="0"/>
            </a:pPr>
            <a:r>
              <a:rPr lang="en-US" dirty="0"/>
              <a:t>YOUR TITLE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2C02C6C-381F-CE48-B1C7-45378DCAA98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079500" y="1218201"/>
            <a:ext cx="10033000" cy="355601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lang="en-UA" sz="1867" kern="1200" spc="333" dirty="0">
                <a:solidFill>
                  <a:srgbClr val="858591"/>
                </a:solidFill>
                <a:latin typeface="Montserrat" panose="00000500000000000000" pitchFamily="2" charset="0"/>
                <a:ea typeface="Roboto Thin" pitchFamily="2" charset="0"/>
                <a:cs typeface="+mn-cs"/>
              </a:defRPr>
            </a:lvl1pPr>
          </a:lstStyle>
          <a:p>
            <a:pPr marL="0" lvl="0" algn="ctr" defTabSz="914446" rtl="0" eaLnBrk="1" latinLnBrk="0" hangingPunct="1"/>
            <a:r>
              <a:rPr lang="en-UA" dirty="0"/>
              <a:t>YOUR SUBTITLE</a:t>
            </a:r>
          </a:p>
        </p:txBody>
      </p:sp>
    </p:spTree>
    <p:extLst>
      <p:ext uri="{BB962C8B-B14F-4D97-AF65-F5344CB8AC3E}">
        <p14:creationId xmlns:p14="http://schemas.microsoft.com/office/powerpoint/2010/main" val="608625119"/>
      </p:ext>
    </p:extLst>
  </p:cSld>
  <p:clrMapOvr>
    <a:masterClrMapping/>
  </p:clrMapOvr>
</p:sldLayout>
</file>

<file path=ppt/slideLayouts/slideLayout13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IMAGE-Layout-1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388B5C77-6E87-4CF4-9817-CE6C928B7F8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" y="0"/>
            <a:ext cx="12191999" cy="39370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en-US" sz="1867">
                <a:solidFill>
                  <a:schemeClr val="bg1"/>
                </a:solidFill>
              </a:defRPr>
            </a:lvl1pPr>
          </a:lstStyle>
          <a:p>
            <a:pPr lvl="0"/>
            <a:endParaRPr lang="en-US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5153F44B-F8DD-4AF0-9746-A6E6D1B4BA7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71600" y="1521149"/>
            <a:ext cx="9499600" cy="609600"/>
          </a:xfrm>
          <a:prstGeom prst="rect">
            <a:avLst/>
          </a:prstGeom>
        </p:spPr>
        <p:txBody>
          <a:bodyPr anchor="ctr"/>
          <a:lstStyle>
            <a:lvl1pPr marL="0" algn="l" defTabSz="914446" rtl="0" eaLnBrk="1" latinLnBrk="0" hangingPunct="1">
              <a:defRPr lang="en-US" sz="4400" kern="1200" dirty="0">
                <a:solidFill>
                  <a:schemeClr val="tx1"/>
                </a:solidFill>
                <a:latin typeface="+mj-lt"/>
                <a:ea typeface="Source Sans Pro Black" panose="020B0803030403020204" pitchFamily="34" charset="0"/>
                <a:cs typeface="+mn-cs"/>
              </a:defRPr>
            </a:lvl1pPr>
          </a:lstStyle>
          <a:p>
            <a:pPr marL="0" lvl="0" indent="0" algn="ctr">
              <a:spcBef>
                <a:spcPts val="1000"/>
              </a:spcBef>
              <a:buFont typeface="Arial" panose="020B0604020202020204" pitchFamily="34" charset="0"/>
            </a:pPr>
            <a:r>
              <a:rPr lang="en-US" dirty="0"/>
              <a:t>YOUR TITLE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FC0693EC-ECEC-45D9-A0CD-3062924AC7B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371600" y="1143197"/>
            <a:ext cx="9499600" cy="355601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lang="en-UA" sz="1867" kern="1200" spc="333" dirty="0">
                <a:solidFill>
                  <a:srgbClr val="858591"/>
                </a:solidFill>
                <a:latin typeface="Montserrat" panose="00000500000000000000" pitchFamily="2" charset="0"/>
                <a:ea typeface="Roboto Thin" pitchFamily="2" charset="0"/>
                <a:cs typeface="+mn-cs"/>
              </a:defRPr>
            </a:lvl1pPr>
          </a:lstStyle>
          <a:p>
            <a:pPr marL="0" lvl="0" algn="ctr" defTabSz="914446" rtl="0" eaLnBrk="1" latinLnBrk="0" hangingPunct="1"/>
            <a:r>
              <a:rPr lang="en-UA" dirty="0"/>
              <a:t>YOUR SUBTITLE</a:t>
            </a:r>
          </a:p>
        </p:txBody>
      </p:sp>
    </p:spTree>
    <p:extLst>
      <p:ext uri="{BB962C8B-B14F-4D97-AF65-F5344CB8AC3E}">
        <p14:creationId xmlns:p14="http://schemas.microsoft.com/office/powerpoint/2010/main" val="1439923062"/>
      </p:ext>
    </p:extLst>
  </p:cSld>
  <p:clrMapOvr>
    <a:masterClrMapping/>
  </p:clrMapOvr>
</p:sldLayout>
</file>

<file path=ppt/slideLayouts/slideLayout13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MAGE-Layout-1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icture Placeholder 5"/>
          <p:cNvSpPr>
            <a:spLocks noGrp="1"/>
          </p:cNvSpPr>
          <p:nvPr>
            <p:ph type="pic" sz="quarter" idx="11"/>
          </p:nvPr>
        </p:nvSpPr>
        <p:spPr>
          <a:xfrm>
            <a:off x="0" y="1725168"/>
            <a:ext cx="12192000" cy="231648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>
                <a:solidFill>
                  <a:schemeClr val="bg1"/>
                </a:solidFill>
              </a:defRPr>
            </a:lvl1pPr>
          </a:lstStyle>
          <a:p>
            <a:pPr lvl="0"/>
            <a:endParaRPr lang="uk-UA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B5B7ED05-6BE5-404E-B123-A15F21DCA52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62000" y="774192"/>
            <a:ext cx="10668001" cy="609600"/>
          </a:xfrm>
          <a:prstGeom prst="rect">
            <a:avLst/>
          </a:prstGeom>
        </p:spPr>
        <p:txBody>
          <a:bodyPr anchor="ctr"/>
          <a:lstStyle>
            <a:lvl1pPr marL="0" algn="ctr" defTabSz="914446" rtl="0" eaLnBrk="1" latinLnBrk="0" hangingPunct="1">
              <a:defRPr lang="en-US" sz="4400" kern="1200" dirty="0">
                <a:solidFill>
                  <a:schemeClr val="bg1"/>
                </a:solidFill>
                <a:latin typeface="+mj-lt"/>
                <a:ea typeface="Source Sans Pro Black" panose="020B0803030403020204" pitchFamily="34" charset="0"/>
                <a:cs typeface="+mn-cs"/>
              </a:defRPr>
            </a:lvl1pPr>
          </a:lstStyle>
          <a:p>
            <a:pPr marL="0" lvl="0" indent="0" algn="ctr">
              <a:spcBef>
                <a:spcPts val="1000"/>
              </a:spcBef>
              <a:buFont typeface="Arial" panose="020B0604020202020204" pitchFamily="34" charset="0"/>
            </a:pPr>
            <a:r>
              <a:rPr lang="en-US" dirty="0"/>
              <a:t>YOUR TITLE</a:t>
            </a:r>
          </a:p>
        </p:txBody>
      </p: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29C676B4-FAF3-0D4E-83C5-9499FF8D7F9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62000" y="396240"/>
            <a:ext cx="10668001" cy="355601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lang="en-UA" sz="1867" kern="1200" spc="333" dirty="0">
                <a:solidFill>
                  <a:schemeClr val="accent1"/>
                </a:solidFill>
                <a:latin typeface="Montserrat" panose="00000500000000000000" pitchFamily="2" charset="0"/>
                <a:ea typeface="Roboto Thin" pitchFamily="2" charset="0"/>
                <a:cs typeface="+mn-cs"/>
              </a:defRPr>
            </a:lvl1pPr>
          </a:lstStyle>
          <a:p>
            <a:pPr marL="0" lvl="0" algn="ctr" defTabSz="914446" rtl="0" eaLnBrk="1" latinLnBrk="0" hangingPunct="1"/>
            <a:r>
              <a:rPr lang="en-UA" dirty="0"/>
              <a:t>YOUR SUBTITLE</a:t>
            </a:r>
          </a:p>
        </p:txBody>
      </p:sp>
    </p:spTree>
    <p:extLst>
      <p:ext uri="{BB962C8B-B14F-4D97-AF65-F5344CB8AC3E}">
        <p14:creationId xmlns:p14="http://schemas.microsoft.com/office/powerpoint/2010/main" val="3950429371"/>
      </p:ext>
    </p:extLst>
  </p:cSld>
  <p:clrMapOvr>
    <a:masterClrMapping/>
  </p:clrMapOvr>
</p:sldLayout>
</file>

<file path=ppt/slideLayouts/slideLayout13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IMAGE-Layout-1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3">
            <a:extLst>
              <a:ext uri="{FF2B5EF4-FFF2-40B4-BE49-F238E27FC236}">
                <a16:creationId xmlns:a16="http://schemas.microsoft.com/office/drawing/2014/main" id="{5CEA750A-677F-43CA-8A48-7AE6C2E65812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724400" y="624840"/>
            <a:ext cx="6858000" cy="5608320"/>
          </a:xfrm>
          <a:prstGeom prst="roundRect">
            <a:avLst>
              <a:gd name="adj" fmla="val 3727"/>
            </a:avLst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>
                <a:solidFill>
                  <a:schemeClr val="bg1"/>
                </a:solidFill>
              </a:defRPr>
            </a:lvl1pPr>
          </a:lstStyle>
          <a:p>
            <a:pPr lvl="0"/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950135843"/>
      </p:ext>
    </p:extLst>
  </p:cSld>
  <p:clrMapOvr>
    <a:masterClrMapping/>
  </p:clrMapOvr>
</p:sldLayout>
</file>

<file path=ppt/slideLayouts/slideLayout13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IMAGE-Layout-1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E7A86A2D-80E2-48E5-B1F6-4F8C81EE1343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09600" y="624840"/>
            <a:ext cx="6858000" cy="5608320"/>
          </a:xfrm>
          <a:prstGeom prst="roundRect">
            <a:avLst>
              <a:gd name="adj" fmla="val 3555"/>
            </a:avLst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>
                <a:solidFill>
                  <a:schemeClr val="bg1"/>
                </a:solidFill>
              </a:defRPr>
            </a:lvl1pPr>
          </a:lstStyle>
          <a:p>
            <a:pPr lvl="0"/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350245110"/>
      </p:ext>
    </p:extLst>
  </p:cSld>
  <p:clrMapOvr>
    <a:masterClrMapping/>
  </p:clrMapOvr>
</p:sldLayout>
</file>

<file path=ppt/slideLayouts/slideLayout13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IMAGE-Layout-1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3">
            <a:extLst>
              <a:ext uri="{FF2B5EF4-FFF2-40B4-BE49-F238E27FC236}">
                <a16:creationId xmlns:a16="http://schemas.microsoft.com/office/drawing/2014/main" id="{656E0239-9422-4FA9-9150-3458629F0DC1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724400" y="627888"/>
            <a:ext cx="6858000" cy="5608320"/>
          </a:xfrm>
          <a:prstGeom prst="roundRect">
            <a:avLst>
              <a:gd name="adj" fmla="val 3727"/>
            </a:avLst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>
                <a:solidFill>
                  <a:schemeClr val="bg1"/>
                </a:solidFill>
              </a:defRPr>
            </a:lvl1pPr>
          </a:lstStyle>
          <a:p>
            <a:pPr lvl="0"/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43623562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240">
          <p15:clr>
            <a:srgbClr val="FBAE40"/>
          </p15:clr>
        </p15:guide>
        <p15:guide id="2" pos="5760">
          <p15:clr>
            <a:srgbClr val="FBAE40"/>
          </p15:clr>
        </p15:guide>
        <p15:guide id="3" pos="4464">
          <p15:clr>
            <a:srgbClr val="FBAE40"/>
          </p15:clr>
        </p15:guide>
        <p15:guide id="4" pos="3888">
          <p15:clr>
            <a:srgbClr val="FBAE40"/>
          </p15:clr>
        </p15:guide>
      </p15:sldGuideLst>
    </p:ext>
  </p:extLst>
</p:sldLayout>
</file>

<file path=ppt/slideLayouts/slideLayout13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IMAGE-Layout-1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3">
            <a:extLst>
              <a:ext uri="{FF2B5EF4-FFF2-40B4-BE49-F238E27FC236}">
                <a16:creationId xmlns:a16="http://schemas.microsoft.com/office/drawing/2014/main" id="{656E0239-9422-4FA9-9150-3458629F0DC1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09600" y="627888"/>
            <a:ext cx="6858000" cy="5614416"/>
          </a:xfrm>
          <a:prstGeom prst="roundRect">
            <a:avLst>
              <a:gd name="adj" fmla="val 3569"/>
            </a:avLst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>
                <a:solidFill>
                  <a:schemeClr val="bg1"/>
                </a:solidFill>
              </a:defRPr>
            </a:lvl1pPr>
          </a:lstStyle>
          <a:p>
            <a:pPr lvl="0"/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66347607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240">
          <p15:clr>
            <a:srgbClr val="FBAE40"/>
          </p15:clr>
        </p15:guide>
        <p15:guide id="2" pos="5760">
          <p15:clr>
            <a:srgbClr val="FBAE40"/>
          </p15:clr>
        </p15:guide>
        <p15:guide id="3" pos="7056">
          <p15:clr>
            <a:srgbClr val="FBAE40"/>
          </p15:clr>
        </p15:guide>
        <p15:guide id="4" pos="4464">
          <p15:clr>
            <a:srgbClr val="FBAE40"/>
          </p15:clr>
        </p15:guide>
        <p15:guide id="5" pos="4896">
          <p15:clr>
            <a:srgbClr val="FBAE40"/>
          </p15:clr>
        </p15:guide>
        <p15:guide id="6" pos="6624">
          <p15:clr>
            <a:srgbClr val="FBAE40"/>
          </p15:clr>
        </p15:guide>
        <p15:guide id="7" pos="7632">
          <p15:clr>
            <a:srgbClr val="FBAE40"/>
          </p15:clr>
        </p15:guide>
        <p15:guide id="8" pos="3888">
          <p15:clr>
            <a:srgbClr val="FBAE40"/>
          </p15:clr>
        </p15:guide>
      </p15:sldGuideLst>
    </p:ext>
  </p:extLst>
</p:sldLayout>
</file>

<file path=ppt/slideLayouts/slideLayout13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MAGE-Layout-1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2">
            <a:extLst>
              <a:ext uri="{FF2B5EF4-FFF2-40B4-BE49-F238E27FC236}">
                <a16:creationId xmlns:a16="http://schemas.microsoft.com/office/drawing/2014/main" id="{1C3E2DFA-1AA1-3047-A37A-1FEEBC864A21}"/>
              </a:ext>
            </a:extLst>
          </p:cNvPr>
          <p:cNvSpPr>
            <a:spLocks noGrp="1" noChangeAspect="1"/>
          </p:cNvSpPr>
          <p:nvPr>
            <p:ph type="pic" sz="quarter" idx="11"/>
          </p:nvPr>
        </p:nvSpPr>
        <p:spPr>
          <a:xfrm>
            <a:off x="1752848" y="2254207"/>
            <a:ext cx="2346960" cy="2346960"/>
          </a:xfrm>
          <a:prstGeom prst="ellipse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 dirty="0">
                <a:solidFill>
                  <a:schemeClr val="bg1"/>
                </a:solidFill>
              </a:defRPr>
            </a:lvl1pPr>
          </a:lstStyle>
          <a:p>
            <a:pPr lvl="0"/>
            <a:endParaRPr lang="uk-UA" dirty="0"/>
          </a:p>
        </p:txBody>
      </p:sp>
      <p:sp>
        <p:nvSpPr>
          <p:cNvPr id="4" name="Title 4">
            <a:extLst>
              <a:ext uri="{FF2B5EF4-FFF2-40B4-BE49-F238E27FC236}">
                <a16:creationId xmlns:a16="http://schemas.microsoft.com/office/drawing/2014/main" id="{C9614C9E-3D8C-47CB-8BCB-66D98B2EC0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204824"/>
            <a:ext cx="8585200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>
              <a:defRPr lang="en-US" sz="3200">
                <a:solidFill>
                  <a:schemeClr val="bg1"/>
                </a:solidFill>
                <a:ea typeface="+mn-ea"/>
                <a:cs typeface="+mn-cs"/>
              </a:defRPr>
            </a:lvl1pPr>
          </a:lstStyle>
          <a:p>
            <a:pPr marL="0" lvl="0"/>
            <a:r>
              <a:rPr lang="en-US" dirty="0"/>
              <a:t>ADD HERE YOUR TITLE</a:t>
            </a:r>
          </a:p>
        </p:txBody>
      </p:sp>
    </p:spTree>
    <p:extLst>
      <p:ext uri="{BB962C8B-B14F-4D97-AF65-F5344CB8AC3E}">
        <p14:creationId xmlns:p14="http://schemas.microsoft.com/office/powerpoint/2010/main" val="3220630687"/>
      </p:ext>
    </p:extLst>
  </p:cSld>
  <p:clrMapOvr>
    <a:masterClrMapping/>
  </p:clrMapOvr>
</p:sldLayout>
</file>

<file path=ppt/slideLayouts/slideLayout13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MAGE-Layout-1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2">
            <a:extLst>
              <a:ext uri="{FF2B5EF4-FFF2-40B4-BE49-F238E27FC236}">
                <a16:creationId xmlns:a16="http://schemas.microsoft.com/office/drawing/2014/main" id="{D0906F3F-9F31-494A-9B02-61233BD7CCBD}"/>
              </a:ext>
            </a:extLst>
          </p:cNvPr>
          <p:cNvSpPr>
            <a:spLocks noGrp="1" noChangeAspect="1"/>
          </p:cNvSpPr>
          <p:nvPr>
            <p:ph type="pic" sz="quarter" idx="12"/>
          </p:nvPr>
        </p:nvSpPr>
        <p:spPr>
          <a:xfrm>
            <a:off x="1905000" y="1622701"/>
            <a:ext cx="1524000" cy="1524000"/>
          </a:xfrm>
          <a:prstGeom prst="ellipse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 dirty="0">
                <a:solidFill>
                  <a:schemeClr val="bg1"/>
                </a:solidFill>
              </a:defRPr>
            </a:lvl1pPr>
          </a:lstStyle>
          <a:p>
            <a:pPr lvl="0"/>
            <a:endParaRPr lang="uk-UA" dirty="0"/>
          </a:p>
        </p:txBody>
      </p:sp>
      <p:sp>
        <p:nvSpPr>
          <p:cNvPr id="5" name="Picture Placeholder 2">
            <a:extLst>
              <a:ext uri="{FF2B5EF4-FFF2-40B4-BE49-F238E27FC236}">
                <a16:creationId xmlns:a16="http://schemas.microsoft.com/office/drawing/2014/main" id="{1C3E2DFA-1AA1-3047-A37A-1FEEBC864A21}"/>
              </a:ext>
            </a:extLst>
          </p:cNvPr>
          <p:cNvSpPr>
            <a:spLocks noGrp="1" noChangeAspect="1"/>
          </p:cNvSpPr>
          <p:nvPr>
            <p:ph type="pic" sz="quarter" idx="11"/>
          </p:nvPr>
        </p:nvSpPr>
        <p:spPr>
          <a:xfrm>
            <a:off x="1905000" y="3711299"/>
            <a:ext cx="1524000" cy="1524000"/>
          </a:xfrm>
          <a:prstGeom prst="ellipse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 dirty="0">
                <a:solidFill>
                  <a:schemeClr val="bg1"/>
                </a:solidFill>
              </a:defRPr>
            </a:lvl1pPr>
          </a:lstStyle>
          <a:p>
            <a:pPr lvl="0"/>
            <a:endParaRPr lang="uk-UA" dirty="0"/>
          </a:p>
        </p:txBody>
      </p:sp>
      <p:sp>
        <p:nvSpPr>
          <p:cNvPr id="6" name="Title 4">
            <a:extLst>
              <a:ext uri="{FF2B5EF4-FFF2-40B4-BE49-F238E27FC236}">
                <a16:creationId xmlns:a16="http://schemas.microsoft.com/office/drawing/2014/main" id="{510F5D02-55ED-4EA4-B7B3-347E9514039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204824"/>
            <a:ext cx="8585200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>
              <a:defRPr lang="en-US" sz="3200">
                <a:solidFill>
                  <a:schemeClr val="bg1"/>
                </a:solidFill>
                <a:ea typeface="+mn-ea"/>
                <a:cs typeface="+mn-cs"/>
              </a:defRPr>
            </a:lvl1pPr>
          </a:lstStyle>
          <a:p>
            <a:pPr marL="0" lvl="0"/>
            <a:r>
              <a:rPr lang="en-US" dirty="0"/>
              <a:t>ADD HERE YOUR TITLE</a:t>
            </a:r>
          </a:p>
        </p:txBody>
      </p:sp>
    </p:spTree>
    <p:extLst>
      <p:ext uri="{BB962C8B-B14F-4D97-AF65-F5344CB8AC3E}">
        <p14:creationId xmlns:p14="http://schemas.microsoft.com/office/powerpoint/2010/main" val="3962855547"/>
      </p:ext>
    </p:extLst>
  </p:cSld>
  <p:clrMapOvr>
    <a:masterClrMapping/>
  </p:clrMapOvr>
</p:sldLayout>
</file>

<file path=ppt/slideLayouts/slideLayout14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MAGE-Layout-1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2">
            <a:extLst>
              <a:ext uri="{FF2B5EF4-FFF2-40B4-BE49-F238E27FC236}">
                <a16:creationId xmlns:a16="http://schemas.microsoft.com/office/drawing/2014/main" id="{6EDA7AB7-33DF-BD46-AB8B-02E37949E421}"/>
              </a:ext>
            </a:extLst>
          </p:cNvPr>
          <p:cNvSpPr>
            <a:spLocks noGrp="1" noChangeAspect="1"/>
          </p:cNvSpPr>
          <p:nvPr>
            <p:ph type="pic" sz="quarter" idx="13"/>
          </p:nvPr>
        </p:nvSpPr>
        <p:spPr>
          <a:xfrm>
            <a:off x="1165693" y="2801874"/>
            <a:ext cx="1255776" cy="1255776"/>
          </a:xfrm>
          <a:prstGeom prst="ellipse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 dirty="0">
                <a:solidFill>
                  <a:schemeClr val="bg1"/>
                </a:solidFill>
              </a:defRPr>
            </a:lvl1pPr>
          </a:lstStyle>
          <a:p>
            <a:pPr lvl="0"/>
            <a:endParaRPr lang="uk-UA" dirty="0"/>
          </a:p>
        </p:txBody>
      </p:sp>
      <p:sp>
        <p:nvSpPr>
          <p:cNvPr id="11" name="Picture Placeholder 2">
            <a:extLst>
              <a:ext uri="{FF2B5EF4-FFF2-40B4-BE49-F238E27FC236}">
                <a16:creationId xmlns:a16="http://schemas.microsoft.com/office/drawing/2014/main" id="{16B7D76E-9414-3045-81FD-7BEF4A9AEA78}"/>
              </a:ext>
            </a:extLst>
          </p:cNvPr>
          <p:cNvSpPr>
            <a:spLocks noGrp="1" noChangeAspect="1"/>
          </p:cNvSpPr>
          <p:nvPr>
            <p:ph type="pic" sz="quarter" idx="14"/>
          </p:nvPr>
        </p:nvSpPr>
        <p:spPr>
          <a:xfrm>
            <a:off x="1165693" y="4356033"/>
            <a:ext cx="1255776" cy="1255776"/>
          </a:xfrm>
          <a:prstGeom prst="ellipse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 dirty="0">
                <a:solidFill>
                  <a:schemeClr val="bg1"/>
                </a:solidFill>
              </a:defRPr>
            </a:lvl1pPr>
          </a:lstStyle>
          <a:p>
            <a:pPr lvl="0"/>
            <a:endParaRPr lang="uk-UA" dirty="0"/>
          </a:p>
        </p:txBody>
      </p:sp>
      <p:sp>
        <p:nvSpPr>
          <p:cNvPr id="7" name="Picture Placeholder 2">
            <a:extLst>
              <a:ext uri="{FF2B5EF4-FFF2-40B4-BE49-F238E27FC236}">
                <a16:creationId xmlns:a16="http://schemas.microsoft.com/office/drawing/2014/main" id="{D0906F3F-9F31-494A-9B02-61233BD7CCBD}"/>
              </a:ext>
            </a:extLst>
          </p:cNvPr>
          <p:cNvSpPr>
            <a:spLocks noGrp="1" noChangeAspect="1"/>
          </p:cNvSpPr>
          <p:nvPr>
            <p:ph type="pic" sz="quarter" idx="12"/>
          </p:nvPr>
        </p:nvSpPr>
        <p:spPr>
          <a:xfrm>
            <a:off x="1165693" y="1246192"/>
            <a:ext cx="1255776" cy="1255776"/>
          </a:xfrm>
          <a:prstGeom prst="ellipse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 dirty="0">
                <a:solidFill>
                  <a:schemeClr val="bg1"/>
                </a:solidFill>
              </a:defRPr>
            </a:lvl1pPr>
          </a:lstStyle>
          <a:p>
            <a:pPr lvl="0"/>
            <a:endParaRPr lang="uk-UA" dirty="0"/>
          </a:p>
        </p:txBody>
      </p:sp>
      <p:sp>
        <p:nvSpPr>
          <p:cNvPr id="6" name="Title 4">
            <a:extLst>
              <a:ext uri="{FF2B5EF4-FFF2-40B4-BE49-F238E27FC236}">
                <a16:creationId xmlns:a16="http://schemas.microsoft.com/office/drawing/2014/main" id="{2B903F16-A6BA-4DF7-ABFF-05463A2A300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204824"/>
            <a:ext cx="8585200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>
              <a:defRPr lang="en-US" sz="3200">
                <a:solidFill>
                  <a:schemeClr val="bg1"/>
                </a:solidFill>
                <a:ea typeface="+mn-ea"/>
                <a:cs typeface="+mn-cs"/>
              </a:defRPr>
            </a:lvl1pPr>
          </a:lstStyle>
          <a:p>
            <a:pPr marL="0" lvl="0"/>
            <a:r>
              <a:rPr lang="en-US" dirty="0"/>
              <a:t>ADD HERE YOUR TITLE</a:t>
            </a:r>
          </a:p>
        </p:txBody>
      </p:sp>
    </p:spTree>
    <p:extLst>
      <p:ext uri="{BB962C8B-B14F-4D97-AF65-F5344CB8AC3E}">
        <p14:creationId xmlns:p14="http://schemas.microsoft.com/office/powerpoint/2010/main" val="3704837768"/>
      </p:ext>
    </p:extLst>
  </p:cSld>
  <p:clrMapOvr>
    <a:masterClrMapping/>
  </p:clrMapOvr>
</p:sldLayout>
</file>

<file path=ppt/slideLayouts/slideLayout14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MAGE-Layout-1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2">
            <a:extLst>
              <a:ext uri="{FF2B5EF4-FFF2-40B4-BE49-F238E27FC236}">
                <a16:creationId xmlns:a16="http://schemas.microsoft.com/office/drawing/2014/main" id="{1C3E2DFA-1AA1-3047-A37A-1FEEBC864A21}"/>
              </a:ext>
            </a:extLst>
          </p:cNvPr>
          <p:cNvSpPr>
            <a:spLocks noGrp="1" noChangeAspect="1"/>
          </p:cNvSpPr>
          <p:nvPr>
            <p:ph type="pic" sz="quarter" idx="11"/>
          </p:nvPr>
        </p:nvSpPr>
        <p:spPr>
          <a:xfrm>
            <a:off x="2520293" y="1669806"/>
            <a:ext cx="2023872" cy="2023872"/>
          </a:xfrm>
          <a:prstGeom prst="ellipse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 dirty="0">
                <a:solidFill>
                  <a:schemeClr val="bg1"/>
                </a:solidFill>
              </a:defRPr>
            </a:lvl1pPr>
          </a:lstStyle>
          <a:p>
            <a:pPr lvl="0"/>
            <a:endParaRPr lang="uk-UA" dirty="0"/>
          </a:p>
        </p:txBody>
      </p:sp>
      <p:sp>
        <p:nvSpPr>
          <p:cNvPr id="7" name="Picture Placeholder 2">
            <a:extLst>
              <a:ext uri="{FF2B5EF4-FFF2-40B4-BE49-F238E27FC236}">
                <a16:creationId xmlns:a16="http://schemas.microsoft.com/office/drawing/2014/main" id="{AD3264B4-0A33-0F42-B162-461C536D5376}"/>
              </a:ext>
            </a:extLst>
          </p:cNvPr>
          <p:cNvSpPr>
            <a:spLocks noGrp="1" noChangeAspect="1"/>
          </p:cNvSpPr>
          <p:nvPr>
            <p:ph type="pic" sz="quarter" idx="12"/>
          </p:nvPr>
        </p:nvSpPr>
        <p:spPr>
          <a:xfrm>
            <a:off x="7337259" y="1669806"/>
            <a:ext cx="2023872" cy="2023872"/>
          </a:xfrm>
          <a:prstGeom prst="ellipse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 dirty="0">
                <a:solidFill>
                  <a:schemeClr val="bg1"/>
                </a:solidFill>
              </a:defRPr>
            </a:lvl1pPr>
          </a:lstStyle>
          <a:p>
            <a:pPr lvl="0"/>
            <a:endParaRPr lang="uk-UA" dirty="0"/>
          </a:p>
        </p:txBody>
      </p:sp>
      <p:sp>
        <p:nvSpPr>
          <p:cNvPr id="6" name="Title 4">
            <a:extLst>
              <a:ext uri="{FF2B5EF4-FFF2-40B4-BE49-F238E27FC236}">
                <a16:creationId xmlns:a16="http://schemas.microsoft.com/office/drawing/2014/main" id="{0582B724-2DE7-4DD8-8B83-2D7CA97BFCC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204824"/>
            <a:ext cx="8585200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>
              <a:defRPr lang="en-US" sz="3200">
                <a:solidFill>
                  <a:schemeClr val="bg1"/>
                </a:solidFill>
                <a:ea typeface="+mn-ea"/>
                <a:cs typeface="+mn-cs"/>
              </a:defRPr>
            </a:lvl1pPr>
          </a:lstStyle>
          <a:p>
            <a:pPr marL="0" lvl="0"/>
            <a:r>
              <a:rPr lang="en-US" dirty="0"/>
              <a:t>ADD HERE YOUR TITLE</a:t>
            </a:r>
          </a:p>
        </p:txBody>
      </p:sp>
    </p:spTree>
    <p:extLst>
      <p:ext uri="{BB962C8B-B14F-4D97-AF65-F5344CB8AC3E}">
        <p14:creationId xmlns:p14="http://schemas.microsoft.com/office/powerpoint/2010/main" val="3453015789"/>
      </p:ext>
    </p:extLst>
  </p:cSld>
  <p:clrMapOvr>
    <a:masterClrMapping/>
  </p:clrMapOvr>
</p:sldLayout>
</file>

<file path=ppt/slideLayouts/slideLayout14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MAGE-Layout-1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2">
            <a:extLst>
              <a:ext uri="{FF2B5EF4-FFF2-40B4-BE49-F238E27FC236}">
                <a16:creationId xmlns:a16="http://schemas.microsoft.com/office/drawing/2014/main" id="{1C3E2DFA-1AA1-3047-A37A-1FEEBC864A21}"/>
              </a:ext>
            </a:extLst>
          </p:cNvPr>
          <p:cNvSpPr>
            <a:spLocks noGrp="1" noChangeAspect="1"/>
          </p:cNvSpPr>
          <p:nvPr>
            <p:ph type="pic" sz="quarter" idx="11"/>
          </p:nvPr>
        </p:nvSpPr>
        <p:spPr>
          <a:xfrm>
            <a:off x="1787160" y="1643817"/>
            <a:ext cx="1828800" cy="1828800"/>
          </a:xfrm>
          <a:prstGeom prst="ellipse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 dirty="0">
                <a:solidFill>
                  <a:schemeClr val="bg1"/>
                </a:solidFill>
              </a:defRPr>
            </a:lvl1pPr>
          </a:lstStyle>
          <a:p>
            <a:pPr lvl="0"/>
            <a:endParaRPr lang="uk-UA" dirty="0"/>
          </a:p>
        </p:txBody>
      </p:sp>
      <p:sp>
        <p:nvSpPr>
          <p:cNvPr id="8" name="Picture Placeholder 2">
            <a:extLst>
              <a:ext uri="{FF2B5EF4-FFF2-40B4-BE49-F238E27FC236}">
                <a16:creationId xmlns:a16="http://schemas.microsoft.com/office/drawing/2014/main" id="{00D1B728-F65B-1049-A423-4018D50F1E2D}"/>
              </a:ext>
            </a:extLst>
          </p:cNvPr>
          <p:cNvSpPr>
            <a:spLocks noGrp="1" noChangeAspect="1"/>
          </p:cNvSpPr>
          <p:nvPr>
            <p:ph type="pic" sz="quarter" idx="12"/>
          </p:nvPr>
        </p:nvSpPr>
        <p:spPr>
          <a:xfrm>
            <a:off x="5139455" y="1643817"/>
            <a:ext cx="1828800" cy="1828800"/>
          </a:xfrm>
          <a:prstGeom prst="ellipse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 dirty="0">
                <a:solidFill>
                  <a:schemeClr val="bg1"/>
                </a:solidFill>
              </a:defRPr>
            </a:lvl1pPr>
          </a:lstStyle>
          <a:p>
            <a:pPr lvl="0"/>
            <a:endParaRPr lang="uk-UA" dirty="0"/>
          </a:p>
        </p:txBody>
      </p:sp>
      <p:sp>
        <p:nvSpPr>
          <p:cNvPr id="9" name="Picture Placeholder 2">
            <a:extLst>
              <a:ext uri="{FF2B5EF4-FFF2-40B4-BE49-F238E27FC236}">
                <a16:creationId xmlns:a16="http://schemas.microsoft.com/office/drawing/2014/main" id="{2E925699-281D-D34C-8E74-602EA1212DED}"/>
              </a:ext>
            </a:extLst>
          </p:cNvPr>
          <p:cNvSpPr>
            <a:spLocks noGrp="1" noChangeAspect="1"/>
          </p:cNvSpPr>
          <p:nvPr>
            <p:ph type="pic" sz="quarter" idx="13"/>
          </p:nvPr>
        </p:nvSpPr>
        <p:spPr>
          <a:xfrm>
            <a:off x="8529155" y="1643817"/>
            <a:ext cx="1828800" cy="1828800"/>
          </a:xfrm>
          <a:prstGeom prst="ellipse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 dirty="0">
                <a:solidFill>
                  <a:schemeClr val="bg1"/>
                </a:solidFill>
              </a:defRPr>
            </a:lvl1pPr>
          </a:lstStyle>
          <a:p>
            <a:pPr lvl="0"/>
            <a:endParaRPr lang="uk-UA" dirty="0"/>
          </a:p>
        </p:txBody>
      </p:sp>
      <p:sp>
        <p:nvSpPr>
          <p:cNvPr id="6" name="Title 4">
            <a:extLst>
              <a:ext uri="{FF2B5EF4-FFF2-40B4-BE49-F238E27FC236}">
                <a16:creationId xmlns:a16="http://schemas.microsoft.com/office/drawing/2014/main" id="{279620E3-E26D-468F-A5AA-E9B9AE5E97F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204824"/>
            <a:ext cx="8585200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>
              <a:defRPr lang="en-US" sz="3200">
                <a:solidFill>
                  <a:schemeClr val="bg1"/>
                </a:solidFill>
                <a:ea typeface="+mn-ea"/>
                <a:cs typeface="+mn-cs"/>
              </a:defRPr>
            </a:lvl1pPr>
          </a:lstStyle>
          <a:p>
            <a:pPr marL="0" lvl="0"/>
            <a:r>
              <a:rPr lang="en-US" dirty="0"/>
              <a:t>ADD HERE YOUR TITLE</a:t>
            </a:r>
          </a:p>
        </p:txBody>
      </p:sp>
    </p:spTree>
    <p:extLst>
      <p:ext uri="{BB962C8B-B14F-4D97-AF65-F5344CB8AC3E}">
        <p14:creationId xmlns:p14="http://schemas.microsoft.com/office/powerpoint/2010/main" val="2172078186"/>
      </p:ext>
    </p:extLst>
  </p:cSld>
  <p:clrMapOvr>
    <a:masterClrMapping/>
  </p:clrMapOvr>
</p:sldLayout>
</file>

<file path=ppt/slideLayouts/slideLayout14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MAGE-Layout-1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2">
            <a:extLst>
              <a:ext uri="{FF2B5EF4-FFF2-40B4-BE49-F238E27FC236}">
                <a16:creationId xmlns:a16="http://schemas.microsoft.com/office/drawing/2014/main" id="{02B1CD80-073E-FC48-97A5-FEE449811055}"/>
              </a:ext>
            </a:extLst>
          </p:cNvPr>
          <p:cNvSpPr>
            <a:spLocks noGrp="1" noChangeAspect="1"/>
          </p:cNvSpPr>
          <p:nvPr>
            <p:ph type="pic" sz="quarter" idx="11"/>
          </p:nvPr>
        </p:nvSpPr>
        <p:spPr>
          <a:xfrm>
            <a:off x="1167871" y="1880074"/>
            <a:ext cx="1828800" cy="1828800"/>
          </a:xfrm>
          <a:prstGeom prst="ellipse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 dirty="0">
                <a:solidFill>
                  <a:schemeClr val="bg1"/>
                </a:solidFill>
              </a:defRPr>
            </a:lvl1pPr>
          </a:lstStyle>
          <a:p>
            <a:pPr lvl="0"/>
            <a:endParaRPr lang="uk-UA" dirty="0"/>
          </a:p>
        </p:txBody>
      </p:sp>
      <p:sp>
        <p:nvSpPr>
          <p:cNvPr id="10" name="Picture Placeholder 2">
            <a:extLst>
              <a:ext uri="{FF2B5EF4-FFF2-40B4-BE49-F238E27FC236}">
                <a16:creationId xmlns:a16="http://schemas.microsoft.com/office/drawing/2014/main" id="{3461EC8E-8C72-EE43-B452-AB416A04E632}"/>
              </a:ext>
            </a:extLst>
          </p:cNvPr>
          <p:cNvSpPr>
            <a:spLocks noGrp="1" noChangeAspect="1"/>
          </p:cNvSpPr>
          <p:nvPr>
            <p:ph type="pic" sz="quarter" idx="12"/>
          </p:nvPr>
        </p:nvSpPr>
        <p:spPr>
          <a:xfrm>
            <a:off x="3843691" y="1880074"/>
            <a:ext cx="1828800" cy="1828800"/>
          </a:xfrm>
          <a:prstGeom prst="ellipse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 dirty="0">
                <a:solidFill>
                  <a:schemeClr val="bg1"/>
                </a:solidFill>
              </a:defRPr>
            </a:lvl1pPr>
          </a:lstStyle>
          <a:p>
            <a:pPr lvl="0"/>
            <a:endParaRPr lang="uk-UA" dirty="0"/>
          </a:p>
        </p:txBody>
      </p:sp>
      <p:sp>
        <p:nvSpPr>
          <p:cNvPr id="11" name="Picture Placeholder 2">
            <a:extLst>
              <a:ext uri="{FF2B5EF4-FFF2-40B4-BE49-F238E27FC236}">
                <a16:creationId xmlns:a16="http://schemas.microsoft.com/office/drawing/2014/main" id="{2754217B-17E2-0C41-BF2A-2295F77DD588}"/>
              </a:ext>
            </a:extLst>
          </p:cNvPr>
          <p:cNvSpPr>
            <a:spLocks noGrp="1" noChangeAspect="1"/>
          </p:cNvSpPr>
          <p:nvPr>
            <p:ph type="pic" sz="quarter" idx="13"/>
          </p:nvPr>
        </p:nvSpPr>
        <p:spPr>
          <a:xfrm>
            <a:off x="6519510" y="1880074"/>
            <a:ext cx="1828800" cy="1828800"/>
          </a:xfrm>
          <a:prstGeom prst="ellipse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 dirty="0">
                <a:solidFill>
                  <a:schemeClr val="bg1"/>
                </a:solidFill>
              </a:defRPr>
            </a:lvl1pPr>
          </a:lstStyle>
          <a:p>
            <a:pPr lvl="0"/>
            <a:endParaRPr lang="uk-UA" dirty="0"/>
          </a:p>
        </p:txBody>
      </p:sp>
      <p:sp>
        <p:nvSpPr>
          <p:cNvPr id="12" name="Picture Placeholder 2">
            <a:extLst>
              <a:ext uri="{FF2B5EF4-FFF2-40B4-BE49-F238E27FC236}">
                <a16:creationId xmlns:a16="http://schemas.microsoft.com/office/drawing/2014/main" id="{6A1C50D3-A699-074D-961E-9E2391BED581}"/>
              </a:ext>
            </a:extLst>
          </p:cNvPr>
          <p:cNvSpPr>
            <a:spLocks noGrp="1" noChangeAspect="1"/>
          </p:cNvSpPr>
          <p:nvPr>
            <p:ph type="pic" sz="quarter" idx="14"/>
          </p:nvPr>
        </p:nvSpPr>
        <p:spPr>
          <a:xfrm>
            <a:off x="9195329" y="1880074"/>
            <a:ext cx="1828800" cy="1828800"/>
          </a:xfrm>
          <a:prstGeom prst="ellipse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 dirty="0">
                <a:solidFill>
                  <a:schemeClr val="bg1"/>
                </a:solidFill>
              </a:defRPr>
            </a:lvl1pPr>
          </a:lstStyle>
          <a:p>
            <a:pPr lvl="0"/>
            <a:endParaRPr lang="uk-UA" dirty="0"/>
          </a:p>
        </p:txBody>
      </p:sp>
      <p:sp>
        <p:nvSpPr>
          <p:cNvPr id="7" name="Title 4">
            <a:extLst>
              <a:ext uri="{FF2B5EF4-FFF2-40B4-BE49-F238E27FC236}">
                <a16:creationId xmlns:a16="http://schemas.microsoft.com/office/drawing/2014/main" id="{A160751B-E67B-4E08-9503-4B1526F2528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204824"/>
            <a:ext cx="8585200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>
              <a:defRPr lang="en-US" sz="3200">
                <a:solidFill>
                  <a:schemeClr val="bg1"/>
                </a:solidFill>
                <a:ea typeface="+mn-ea"/>
                <a:cs typeface="+mn-cs"/>
              </a:defRPr>
            </a:lvl1pPr>
          </a:lstStyle>
          <a:p>
            <a:pPr marL="0" lvl="0"/>
            <a:r>
              <a:rPr lang="en-US" dirty="0"/>
              <a:t>ADD HERE YOUR TITLE</a:t>
            </a:r>
          </a:p>
        </p:txBody>
      </p:sp>
    </p:spTree>
    <p:extLst>
      <p:ext uri="{BB962C8B-B14F-4D97-AF65-F5344CB8AC3E}">
        <p14:creationId xmlns:p14="http://schemas.microsoft.com/office/powerpoint/2010/main" val="3340659721"/>
      </p:ext>
    </p:extLst>
  </p:cSld>
  <p:clrMapOvr>
    <a:masterClrMapping/>
  </p:clrMapOvr>
</p:sldLayout>
</file>

<file path=ppt/slideLayouts/slideLayout14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MAGE-Layout-1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2">
            <a:extLst>
              <a:ext uri="{FF2B5EF4-FFF2-40B4-BE49-F238E27FC236}">
                <a16:creationId xmlns:a16="http://schemas.microsoft.com/office/drawing/2014/main" id="{7217D4CB-A698-D74A-A732-CB04DCE47B70}"/>
              </a:ext>
            </a:extLst>
          </p:cNvPr>
          <p:cNvSpPr>
            <a:spLocks noGrp="1" noChangeAspect="1"/>
          </p:cNvSpPr>
          <p:nvPr>
            <p:ph type="pic" sz="quarter" idx="13"/>
          </p:nvPr>
        </p:nvSpPr>
        <p:spPr>
          <a:xfrm>
            <a:off x="1473661" y="3649240"/>
            <a:ext cx="1450848" cy="1450848"/>
          </a:xfrm>
          <a:prstGeom prst="ellipse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 dirty="0">
                <a:solidFill>
                  <a:schemeClr val="bg1"/>
                </a:solidFill>
              </a:defRPr>
            </a:lvl1pPr>
          </a:lstStyle>
          <a:p>
            <a:pPr lvl="0"/>
            <a:endParaRPr lang="uk-UA" dirty="0"/>
          </a:p>
        </p:txBody>
      </p:sp>
      <p:sp>
        <p:nvSpPr>
          <p:cNvPr id="14" name="Picture Placeholder 2">
            <a:extLst>
              <a:ext uri="{FF2B5EF4-FFF2-40B4-BE49-F238E27FC236}">
                <a16:creationId xmlns:a16="http://schemas.microsoft.com/office/drawing/2014/main" id="{A0A7330D-6470-8E48-AB41-17C032110911}"/>
              </a:ext>
            </a:extLst>
          </p:cNvPr>
          <p:cNvSpPr>
            <a:spLocks noGrp="1" noChangeAspect="1"/>
          </p:cNvSpPr>
          <p:nvPr>
            <p:ph type="pic" sz="quarter" idx="14"/>
          </p:nvPr>
        </p:nvSpPr>
        <p:spPr>
          <a:xfrm>
            <a:off x="6463790" y="1757912"/>
            <a:ext cx="1450848" cy="1450848"/>
          </a:xfrm>
          <a:prstGeom prst="ellipse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 dirty="0">
                <a:solidFill>
                  <a:schemeClr val="bg1"/>
                </a:solidFill>
              </a:defRPr>
            </a:lvl1pPr>
          </a:lstStyle>
          <a:p>
            <a:pPr lvl="0"/>
            <a:endParaRPr lang="uk-UA" dirty="0"/>
          </a:p>
        </p:txBody>
      </p:sp>
      <p:sp>
        <p:nvSpPr>
          <p:cNvPr id="15" name="Picture Placeholder 2">
            <a:extLst>
              <a:ext uri="{FF2B5EF4-FFF2-40B4-BE49-F238E27FC236}">
                <a16:creationId xmlns:a16="http://schemas.microsoft.com/office/drawing/2014/main" id="{D340C943-4790-9348-93AD-9486360732E2}"/>
              </a:ext>
            </a:extLst>
          </p:cNvPr>
          <p:cNvSpPr>
            <a:spLocks noGrp="1" noChangeAspect="1"/>
          </p:cNvSpPr>
          <p:nvPr>
            <p:ph type="pic" sz="quarter" idx="15"/>
          </p:nvPr>
        </p:nvSpPr>
        <p:spPr>
          <a:xfrm>
            <a:off x="6463790" y="3649240"/>
            <a:ext cx="1450848" cy="1450848"/>
          </a:xfrm>
          <a:prstGeom prst="ellipse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 dirty="0">
                <a:solidFill>
                  <a:schemeClr val="bg1"/>
                </a:solidFill>
              </a:defRPr>
            </a:lvl1pPr>
          </a:lstStyle>
          <a:p>
            <a:pPr lvl="0"/>
            <a:endParaRPr lang="uk-UA" dirty="0"/>
          </a:p>
        </p:txBody>
      </p:sp>
      <p:sp>
        <p:nvSpPr>
          <p:cNvPr id="7" name="Picture Placeholder 2">
            <a:extLst>
              <a:ext uri="{FF2B5EF4-FFF2-40B4-BE49-F238E27FC236}">
                <a16:creationId xmlns:a16="http://schemas.microsoft.com/office/drawing/2014/main" id="{D0906F3F-9F31-494A-9B02-61233BD7CCBD}"/>
              </a:ext>
            </a:extLst>
          </p:cNvPr>
          <p:cNvSpPr>
            <a:spLocks noGrp="1" noChangeAspect="1"/>
          </p:cNvSpPr>
          <p:nvPr>
            <p:ph type="pic" sz="quarter" idx="12"/>
          </p:nvPr>
        </p:nvSpPr>
        <p:spPr>
          <a:xfrm>
            <a:off x="1473661" y="1757912"/>
            <a:ext cx="1450848" cy="1450848"/>
          </a:xfrm>
          <a:prstGeom prst="ellipse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 dirty="0">
                <a:solidFill>
                  <a:schemeClr val="bg1"/>
                </a:solidFill>
              </a:defRPr>
            </a:lvl1pPr>
          </a:lstStyle>
          <a:p>
            <a:pPr lvl="0"/>
            <a:endParaRPr lang="uk-UA" dirty="0"/>
          </a:p>
        </p:txBody>
      </p:sp>
      <p:sp>
        <p:nvSpPr>
          <p:cNvPr id="8" name="Title 4">
            <a:extLst>
              <a:ext uri="{FF2B5EF4-FFF2-40B4-BE49-F238E27FC236}">
                <a16:creationId xmlns:a16="http://schemas.microsoft.com/office/drawing/2014/main" id="{7E9D3BE8-D975-43CB-A997-BE76A4E2420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204824"/>
            <a:ext cx="8585200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>
              <a:defRPr lang="en-US" sz="3200">
                <a:solidFill>
                  <a:schemeClr val="bg1"/>
                </a:solidFill>
                <a:ea typeface="+mn-ea"/>
                <a:cs typeface="+mn-cs"/>
              </a:defRPr>
            </a:lvl1pPr>
          </a:lstStyle>
          <a:p>
            <a:pPr marL="0" lvl="0"/>
            <a:r>
              <a:rPr lang="en-US" dirty="0"/>
              <a:t>ADD HERE YOUR TITLE</a:t>
            </a:r>
          </a:p>
        </p:txBody>
      </p:sp>
    </p:spTree>
    <p:extLst>
      <p:ext uri="{BB962C8B-B14F-4D97-AF65-F5344CB8AC3E}">
        <p14:creationId xmlns:p14="http://schemas.microsoft.com/office/powerpoint/2010/main" val="2679341595"/>
      </p:ext>
    </p:extLst>
  </p:cSld>
  <p:clrMapOvr>
    <a:masterClrMapping/>
  </p:clrMapOvr>
</p:sldLayout>
</file>

<file path=ppt/slideLayouts/slideLayout14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MAGE-Layout-1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icture Placeholder 2">
            <a:extLst>
              <a:ext uri="{FF2B5EF4-FFF2-40B4-BE49-F238E27FC236}">
                <a16:creationId xmlns:a16="http://schemas.microsoft.com/office/drawing/2014/main" id="{331383DF-C87E-DD43-9830-5DB32A4F8CAA}"/>
              </a:ext>
            </a:extLst>
          </p:cNvPr>
          <p:cNvSpPr>
            <a:spLocks noGrp="1" noChangeAspect="1"/>
          </p:cNvSpPr>
          <p:nvPr>
            <p:ph type="pic" sz="quarter" idx="13"/>
          </p:nvPr>
        </p:nvSpPr>
        <p:spPr>
          <a:xfrm>
            <a:off x="5583323" y="1279273"/>
            <a:ext cx="1018032" cy="1018032"/>
          </a:xfrm>
          <a:prstGeom prst="ellipse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 dirty="0">
                <a:solidFill>
                  <a:schemeClr val="bg1"/>
                </a:solidFill>
              </a:defRPr>
            </a:lvl1pPr>
          </a:lstStyle>
          <a:p>
            <a:pPr lvl="0"/>
            <a:endParaRPr lang="uk-UA" dirty="0"/>
          </a:p>
        </p:txBody>
      </p:sp>
      <p:sp>
        <p:nvSpPr>
          <p:cNvPr id="18" name="Picture Placeholder 2">
            <a:extLst>
              <a:ext uri="{FF2B5EF4-FFF2-40B4-BE49-F238E27FC236}">
                <a16:creationId xmlns:a16="http://schemas.microsoft.com/office/drawing/2014/main" id="{30162CC3-F132-3B46-BD96-27CA8DA6B91C}"/>
              </a:ext>
            </a:extLst>
          </p:cNvPr>
          <p:cNvSpPr>
            <a:spLocks noGrp="1" noChangeAspect="1"/>
          </p:cNvSpPr>
          <p:nvPr>
            <p:ph type="pic" sz="quarter" idx="14"/>
          </p:nvPr>
        </p:nvSpPr>
        <p:spPr>
          <a:xfrm>
            <a:off x="2144268" y="3680196"/>
            <a:ext cx="1018032" cy="1018032"/>
          </a:xfrm>
          <a:prstGeom prst="ellipse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 dirty="0">
                <a:solidFill>
                  <a:schemeClr val="bg1"/>
                </a:solidFill>
              </a:defRPr>
            </a:lvl1pPr>
          </a:lstStyle>
          <a:p>
            <a:pPr lvl="0"/>
            <a:endParaRPr lang="uk-UA" dirty="0"/>
          </a:p>
        </p:txBody>
      </p:sp>
      <p:sp>
        <p:nvSpPr>
          <p:cNvPr id="19" name="Picture Placeholder 2">
            <a:extLst>
              <a:ext uri="{FF2B5EF4-FFF2-40B4-BE49-F238E27FC236}">
                <a16:creationId xmlns:a16="http://schemas.microsoft.com/office/drawing/2014/main" id="{0656FEB2-C81F-E94C-9846-796BCD57E2B0}"/>
              </a:ext>
            </a:extLst>
          </p:cNvPr>
          <p:cNvSpPr>
            <a:spLocks noGrp="1" noChangeAspect="1"/>
          </p:cNvSpPr>
          <p:nvPr>
            <p:ph type="pic" sz="quarter" idx="15"/>
          </p:nvPr>
        </p:nvSpPr>
        <p:spPr>
          <a:xfrm>
            <a:off x="9025023" y="1279273"/>
            <a:ext cx="1018032" cy="1018032"/>
          </a:xfrm>
          <a:prstGeom prst="ellipse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 dirty="0">
                <a:solidFill>
                  <a:schemeClr val="bg1"/>
                </a:solidFill>
              </a:defRPr>
            </a:lvl1pPr>
          </a:lstStyle>
          <a:p>
            <a:pPr lvl="0"/>
            <a:endParaRPr lang="uk-UA" dirty="0"/>
          </a:p>
        </p:txBody>
      </p:sp>
      <p:sp>
        <p:nvSpPr>
          <p:cNvPr id="20" name="Picture Placeholder 2">
            <a:extLst>
              <a:ext uri="{FF2B5EF4-FFF2-40B4-BE49-F238E27FC236}">
                <a16:creationId xmlns:a16="http://schemas.microsoft.com/office/drawing/2014/main" id="{FF4EDF61-F78B-F943-94CD-411CA8869611}"/>
              </a:ext>
            </a:extLst>
          </p:cNvPr>
          <p:cNvSpPr>
            <a:spLocks noGrp="1" noChangeAspect="1"/>
          </p:cNvSpPr>
          <p:nvPr>
            <p:ph type="pic" sz="quarter" idx="16"/>
          </p:nvPr>
        </p:nvSpPr>
        <p:spPr>
          <a:xfrm>
            <a:off x="5583323" y="3680196"/>
            <a:ext cx="1018032" cy="1018032"/>
          </a:xfrm>
          <a:prstGeom prst="ellipse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 dirty="0">
                <a:solidFill>
                  <a:schemeClr val="bg1"/>
                </a:solidFill>
              </a:defRPr>
            </a:lvl1pPr>
          </a:lstStyle>
          <a:p>
            <a:pPr lvl="0"/>
            <a:endParaRPr lang="uk-UA" dirty="0"/>
          </a:p>
        </p:txBody>
      </p:sp>
      <p:sp>
        <p:nvSpPr>
          <p:cNvPr id="21" name="Picture Placeholder 2">
            <a:extLst>
              <a:ext uri="{FF2B5EF4-FFF2-40B4-BE49-F238E27FC236}">
                <a16:creationId xmlns:a16="http://schemas.microsoft.com/office/drawing/2014/main" id="{4FBB1A8C-7C06-3242-900A-A8C878E1DC33}"/>
              </a:ext>
            </a:extLst>
          </p:cNvPr>
          <p:cNvSpPr>
            <a:spLocks noGrp="1" noChangeAspect="1"/>
          </p:cNvSpPr>
          <p:nvPr>
            <p:ph type="pic" sz="quarter" idx="17"/>
          </p:nvPr>
        </p:nvSpPr>
        <p:spPr>
          <a:xfrm>
            <a:off x="9025023" y="3680196"/>
            <a:ext cx="1018032" cy="1018032"/>
          </a:xfrm>
          <a:prstGeom prst="ellipse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 dirty="0">
                <a:solidFill>
                  <a:schemeClr val="bg1"/>
                </a:solidFill>
              </a:defRPr>
            </a:lvl1pPr>
          </a:lstStyle>
          <a:p>
            <a:pPr lvl="0"/>
            <a:endParaRPr lang="uk-UA" dirty="0"/>
          </a:p>
        </p:txBody>
      </p:sp>
      <p:sp>
        <p:nvSpPr>
          <p:cNvPr id="7" name="Picture Placeholder 2">
            <a:extLst>
              <a:ext uri="{FF2B5EF4-FFF2-40B4-BE49-F238E27FC236}">
                <a16:creationId xmlns:a16="http://schemas.microsoft.com/office/drawing/2014/main" id="{D0906F3F-9F31-494A-9B02-61233BD7CCBD}"/>
              </a:ext>
            </a:extLst>
          </p:cNvPr>
          <p:cNvSpPr>
            <a:spLocks noGrp="1" noChangeAspect="1"/>
          </p:cNvSpPr>
          <p:nvPr>
            <p:ph type="pic" sz="quarter" idx="12"/>
          </p:nvPr>
        </p:nvSpPr>
        <p:spPr>
          <a:xfrm>
            <a:off x="2144268" y="1279273"/>
            <a:ext cx="1018032" cy="1018032"/>
          </a:xfrm>
          <a:prstGeom prst="ellipse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 dirty="0">
                <a:solidFill>
                  <a:schemeClr val="bg1"/>
                </a:solidFill>
              </a:defRPr>
            </a:lvl1pPr>
          </a:lstStyle>
          <a:p>
            <a:pPr lvl="0"/>
            <a:endParaRPr lang="uk-UA" dirty="0"/>
          </a:p>
        </p:txBody>
      </p:sp>
      <p:sp>
        <p:nvSpPr>
          <p:cNvPr id="9" name="Title 4">
            <a:extLst>
              <a:ext uri="{FF2B5EF4-FFF2-40B4-BE49-F238E27FC236}">
                <a16:creationId xmlns:a16="http://schemas.microsoft.com/office/drawing/2014/main" id="{D42FB4DC-934D-4FE9-9A83-83D37D452D0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204824"/>
            <a:ext cx="8585200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>
              <a:defRPr lang="en-US" sz="3200">
                <a:solidFill>
                  <a:schemeClr val="bg1"/>
                </a:solidFill>
                <a:ea typeface="+mn-ea"/>
                <a:cs typeface="+mn-cs"/>
              </a:defRPr>
            </a:lvl1pPr>
          </a:lstStyle>
          <a:p>
            <a:pPr marL="0" lvl="0"/>
            <a:r>
              <a:rPr lang="en-US" dirty="0"/>
              <a:t>ADD HERE YOUR TITLE</a:t>
            </a:r>
          </a:p>
        </p:txBody>
      </p:sp>
    </p:spTree>
    <p:extLst>
      <p:ext uri="{BB962C8B-B14F-4D97-AF65-F5344CB8AC3E}">
        <p14:creationId xmlns:p14="http://schemas.microsoft.com/office/powerpoint/2010/main" val="2746378946"/>
      </p:ext>
    </p:extLst>
  </p:cSld>
  <p:clrMapOvr>
    <a:masterClrMapping/>
  </p:clrMapOvr>
</p:sldLayout>
</file>

<file path=ppt/slideLayouts/slideLayout14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MAGE-Layout-1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icture Placeholder 2">
            <a:extLst>
              <a:ext uri="{FF2B5EF4-FFF2-40B4-BE49-F238E27FC236}">
                <a16:creationId xmlns:a16="http://schemas.microsoft.com/office/drawing/2014/main" id="{4FBB1A8C-7C06-3242-900A-A8C878E1DC33}"/>
              </a:ext>
            </a:extLst>
          </p:cNvPr>
          <p:cNvSpPr>
            <a:spLocks noGrp="1" noChangeAspect="1"/>
          </p:cNvSpPr>
          <p:nvPr>
            <p:ph type="pic" sz="quarter" idx="17"/>
          </p:nvPr>
        </p:nvSpPr>
        <p:spPr>
          <a:xfrm>
            <a:off x="6900510" y="3815375"/>
            <a:ext cx="1066800" cy="1066800"/>
          </a:xfrm>
          <a:prstGeom prst="ellipse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 dirty="0">
                <a:solidFill>
                  <a:schemeClr val="bg1"/>
                </a:solidFill>
              </a:defRPr>
            </a:lvl1pPr>
          </a:lstStyle>
          <a:p>
            <a:pPr lvl="0"/>
            <a:endParaRPr lang="uk-UA" dirty="0"/>
          </a:p>
        </p:txBody>
      </p:sp>
      <p:sp>
        <p:nvSpPr>
          <p:cNvPr id="22" name="Picture Placeholder 2">
            <a:extLst>
              <a:ext uri="{FF2B5EF4-FFF2-40B4-BE49-F238E27FC236}">
                <a16:creationId xmlns:a16="http://schemas.microsoft.com/office/drawing/2014/main" id="{DE330097-3475-7242-98BA-D3B965F36BDF}"/>
              </a:ext>
            </a:extLst>
          </p:cNvPr>
          <p:cNvSpPr>
            <a:spLocks noGrp="1" noChangeAspect="1"/>
          </p:cNvSpPr>
          <p:nvPr>
            <p:ph type="pic" sz="quarter" idx="18"/>
          </p:nvPr>
        </p:nvSpPr>
        <p:spPr>
          <a:xfrm>
            <a:off x="9576329" y="3815375"/>
            <a:ext cx="1066800" cy="1066800"/>
          </a:xfrm>
          <a:prstGeom prst="ellipse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 dirty="0">
                <a:solidFill>
                  <a:schemeClr val="bg1"/>
                </a:solidFill>
              </a:defRPr>
            </a:lvl1pPr>
          </a:lstStyle>
          <a:p>
            <a:pPr lvl="0"/>
            <a:endParaRPr lang="uk-UA" dirty="0"/>
          </a:p>
        </p:txBody>
      </p:sp>
      <p:sp>
        <p:nvSpPr>
          <p:cNvPr id="23" name="Picture Placeholder 2">
            <a:extLst>
              <a:ext uri="{FF2B5EF4-FFF2-40B4-BE49-F238E27FC236}">
                <a16:creationId xmlns:a16="http://schemas.microsoft.com/office/drawing/2014/main" id="{CAAC40CD-44BD-C140-9CB1-D471FB8A579A}"/>
              </a:ext>
            </a:extLst>
          </p:cNvPr>
          <p:cNvSpPr>
            <a:spLocks noGrp="1" noChangeAspect="1"/>
          </p:cNvSpPr>
          <p:nvPr>
            <p:ph type="pic" sz="quarter" idx="19"/>
          </p:nvPr>
        </p:nvSpPr>
        <p:spPr>
          <a:xfrm>
            <a:off x="1548871" y="3815375"/>
            <a:ext cx="1066800" cy="1066800"/>
          </a:xfrm>
          <a:prstGeom prst="ellipse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 dirty="0">
                <a:solidFill>
                  <a:schemeClr val="bg1"/>
                </a:solidFill>
              </a:defRPr>
            </a:lvl1pPr>
          </a:lstStyle>
          <a:p>
            <a:pPr lvl="0"/>
            <a:endParaRPr lang="uk-UA" dirty="0"/>
          </a:p>
        </p:txBody>
      </p:sp>
      <p:sp>
        <p:nvSpPr>
          <p:cNvPr id="24" name="Picture Placeholder 2">
            <a:extLst>
              <a:ext uri="{FF2B5EF4-FFF2-40B4-BE49-F238E27FC236}">
                <a16:creationId xmlns:a16="http://schemas.microsoft.com/office/drawing/2014/main" id="{DB63F645-ED6B-1F4A-BED8-C1048B88523B}"/>
              </a:ext>
            </a:extLst>
          </p:cNvPr>
          <p:cNvSpPr>
            <a:spLocks noGrp="1" noChangeAspect="1"/>
          </p:cNvSpPr>
          <p:nvPr>
            <p:ph type="pic" sz="quarter" idx="20"/>
          </p:nvPr>
        </p:nvSpPr>
        <p:spPr>
          <a:xfrm>
            <a:off x="9576329" y="1442425"/>
            <a:ext cx="1066800" cy="1066800"/>
          </a:xfrm>
          <a:prstGeom prst="ellipse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 dirty="0">
                <a:solidFill>
                  <a:schemeClr val="bg1"/>
                </a:solidFill>
              </a:defRPr>
            </a:lvl1pPr>
          </a:lstStyle>
          <a:p>
            <a:pPr lvl="0"/>
            <a:endParaRPr lang="uk-UA" dirty="0"/>
          </a:p>
        </p:txBody>
      </p:sp>
      <p:sp>
        <p:nvSpPr>
          <p:cNvPr id="25" name="Picture Placeholder 2">
            <a:extLst>
              <a:ext uri="{FF2B5EF4-FFF2-40B4-BE49-F238E27FC236}">
                <a16:creationId xmlns:a16="http://schemas.microsoft.com/office/drawing/2014/main" id="{F50003B9-5949-F246-9F41-71D7880A258A}"/>
              </a:ext>
            </a:extLst>
          </p:cNvPr>
          <p:cNvSpPr>
            <a:spLocks noGrp="1" noChangeAspect="1"/>
          </p:cNvSpPr>
          <p:nvPr>
            <p:ph type="pic" sz="quarter" idx="21"/>
          </p:nvPr>
        </p:nvSpPr>
        <p:spPr>
          <a:xfrm>
            <a:off x="6900510" y="1442425"/>
            <a:ext cx="1066800" cy="1066800"/>
          </a:xfrm>
          <a:prstGeom prst="ellipse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 dirty="0">
                <a:solidFill>
                  <a:schemeClr val="bg1"/>
                </a:solidFill>
              </a:defRPr>
            </a:lvl1pPr>
          </a:lstStyle>
          <a:p>
            <a:pPr lvl="0"/>
            <a:endParaRPr lang="uk-UA" dirty="0"/>
          </a:p>
        </p:txBody>
      </p:sp>
      <p:sp>
        <p:nvSpPr>
          <p:cNvPr id="26" name="Picture Placeholder 2">
            <a:extLst>
              <a:ext uri="{FF2B5EF4-FFF2-40B4-BE49-F238E27FC236}">
                <a16:creationId xmlns:a16="http://schemas.microsoft.com/office/drawing/2014/main" id="{940D2A28-1E97-6840-9116-AD07E695925B}"/>
              </a:ext>
            </a:extLst>
          </p:cNvPr>
          <p:cNvSpPr>
            <a:spLocks noGrp="1" noChangeAspect="1"/>
          </p:cNvSpPr>
          <p:nvPr>
            <p:ph type="pic" sz="quarter" idx="22"/>
          </p:nvPr>
        </p:nvSpPr>
        <p:spPr>
          <a:xfrm>
            <a:off x="4224691" y="1442425"/>
            <a:ext cx="1066800" cy="1066800"/>
          </a:xfrm>
          <a:prstGeom prst="ellipse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 dirty="0">
                <a:solidFill>
                  <a:schemeClr val="bg1"/>
                </a:solidFill>
              </a:defRPr>
            </a:lvl1pPr>
          </a:lstStyle>
          <a:p>
            <a:pPr lvl="0"/>
            <a:endParaRPr lang="uk-UA" dirty="0"/>
          </a:p>
        </p:txBody>
      </p:sp>
      <p:sp>
        <p:nvSpPr>
          <p:cNvPr id="27" name="Picture Placeholder 2">
            <a:extLst>
              <a:ext uri="{FF2B5EF4-FFF2-40B4-BE49-F238E27FC236}">
                <a16:creationId xmlns:a16="http://schemas.microsoft.com/office/drawing/2014/main" id="{40628154-7FF5-BE49-899F-752D83B9F256}"/>
              </a:ext>
            </a:extLst>
          </p:cNvPr>
          <p:cNvSpPr>
            <a:spLocks noGrp="1" noChangeAspect="1"/>
          </p:cNvSpPr>
          <p:nvPr>
            <p:ph type="pic" sz="quarter" idx="23"/>
          </p:nvPr>
        </p:nvSpPr>
        <p:spPr>
          <a:xfrm>
            <a:off x="1548871" y="1442425"/>
            <a:ext cx="1066800" cy="1066800"/>
          </a:xfrm>
          <a:prstGeom prst="ellipse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 dirty="0">
                <a:solidFill>
                  <a:schemeClr val="bg1"/>
                </a:solidFill>
              </a:defRPr>
            </a:lvl1pPr>
          </a:lstStyle>
          <a:p>
            <a:pPr lvl="0"/>
            <a:endParaRPr lang="uk-UA" dirty="0"/>
          </a:p>
        </p:txBody>
      </p:sp>
      <p:sp>
        <p:nvSpPr>
          <p:cNvPr id="28" name="Picture Placeholder 2">
            <a:extLst>
              <a:ext uri="{FF2B5EF4-FFF2-40B4-BE49-F238E27FC236}">
                <a16:creationId xmlns:a16="http://schemas.microsoft.com/office/drawing/2014/main" id="{1BFBA4F4-63D3-1E4D-9452-31982FB2B824}"/>
              </a:ext>
            </a:extLst>
          </p:cNvPr>
          <p:cNvSpPr>
            <a:spLocks noGrp="1" noChangeAspect="1"/>
          </p:cNvSpPr>
          <p:nvPr>
            <p:ph type="pic" sz="quarter" idx="24"/>
          </p:nvPr>
        </p:nvSpPr>
        <p:spPr>
          <a:xfrm>
            <a:off x="4224691" y="3815375"/>
            <a:ext cx="1066800" cy="1066800"/>
          </a:xfrm>
          <a:prstGeom prst="ellipse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 dirty="0">
                <a:solidFill>
                  <a:schemeClr val="bg1"/>
                </a:solidFill>
              </a:defRPr>
            </a:lvl1pPr>
          </a:lstStyle>
          <a:p>
            <a:pPr lvl="0"/>
            <a:endParaRPr lang="uk-UA" dirty="0"/>
          </a:p>
        </p:txBody>
      </p:sp>
      <p:sp>
        <p:nvSpPr>
          <p:cNvPr id="11" name="Title 4">
            <a:extLst>
              <a:ext uri="{FF2B5EF4-FFF2-40B4-BE49-F238E27FC236}">
                <a16:creationId xmlns:a16="http://schemas.microsoft.com/office/drawing/2014/main" id="{A729D0A4-DE0B-4E0A-B74E-23B15CDEA4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204824"/>
            <a:ext cx="8585200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>
              <a:defRPr lang="en-US" sz="3200">
                <a:solidFill>
                  <a:schemeClr val="bg1"/>
                </a:solidFill>
                <a:ea typeface="+mn-ea"/>
                <a:cs typeface="+mn-cs"/>
              </a:defRPr>
            </a:lvl1pPr>
          </a:lstStyle>
          <a:p>
            <a:pPr marL="0" lvl="0"/>
            <a:r>
              <a:rPr lang="en-US" dirty="0"/>
              <a:t>ADD HERE YOUR TITLE</a:t>
            </a:r>
          </a:p>
        </p:txBody>
      </p:sp>
    </p:spTree>
    <p:extLst>
      <p:ext uri="{BB962C8B-B14F-4D97-AF65-F5344CB8AC3E}">
        <p14:creationId xmlns:p14="http://schemas.microsoft.com/office/powerpoint/2010/main" val="2679384892"/>
      </p:ext>
    </p:extLst>
  </p:cSld>
  <p:clrMapOvr>
    <a:masterClrMapping/>
  </p:clrMapOvr>
</p:sldLayout>
</file>

<file path=ppt/slideLayouts/slideLayout14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MAGE-Layout-1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icture Placeholder 2"/>
          <p:cNvSpPr>
            <a:spLocks noGrp="1"/>
          </p:cNvSpPr>
          <p:nvPr>
            <p:ph type="pic" sz="quarter" idx="11"/>
          </p:nvPr>
        </p:nvSpPr>
        <p:spPr>
          <a:xfrm>
            <a:off x="1219200" y="1600200"/>
            <a:ext cx="3657600" cy="3657600"/>
          </a:xfrm>
          <a:prstGeom prst="ellipse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>
                <a:solidFill>
                  <a:schemeClr val="bg1"/>
                </a:solidFill>
              </a:defRPr>
            </a:lvl1pPr>
          </a:lstStyle>
          <a:p>
            <a:pPr lvl="0"/>
            <a:endParaRPr lang="uk-UA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207AAEAE-A954-4785-B8AF-9A56B9FDD18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204824"/>
            <a:ext cx="8585200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>
              <a:defRPr lang="en-US" sz="3200">
                <a:solidFill>
                  <a:schemeClr val="bg1"/>
                </a:solidFill>
                <a:ea typeface="+mn-ea"/>
                <a:cs typeface="+mn-cs"/>
              </a:defRPr>
            </a:lvl1pPr>
          </a:lstStyle>
          <a:p>
            <a:pPr marL="0" lvl="0"/>
            <a:r>
              <a:rPr lang="en-US" dirty="0"/>
              <a:t>ADD HERE YOUR TITLE</a:t>
            </a:r>
          </a:p>
        </p:txBody>
      </p:sp>
    </p:spTree>
    <p:extLst>
      <p:ext uri="{BB962C8B-B14F-4D97-AF65-F5344CB8AC3E}">
        <p14:creationId xmlns:p14="http://schemas.microsoft.com/office/powerpoint/2010/main" val="2715790703"/>
      </p:ext>
    </p:extLst>
  </p:cSld>
  <p:clrMapOvr>
    <a:masterClrMapping/>
  </p:clrMapOvr>
</p:sldLayout>
</file>

<file path=ppt/slideLayouts/slideLayout14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MAGE-Layout-1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icture Placeholder 2"/>
          <p:cNvSpPr>
            <a:spLocks noGrp="1"/>
          </p:cNvSpPr>
          <p:nvPr>
            <p:ph type="pic" sz="quarter" idx="11"/>
          </p:nvPr>
        </p:nvSpPr>
        <p:spPr>
          <a:xfrm>
            <a:off x="7315200" y="1600200"/>
            <a:ext cx="3657600" cy="3657600"/>
          </a:xfrm>
          <a:prstGeom prst="ellipse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>
                <a:solidFill>
                  <a:schemeClr val="bg1"/>
                </a:solidFill>
              </a:defRPr>
            </a:lvl1pPr>
          </a:lstStyle>
          <a:p>
            <a:pPr lvl="0"/>
            <a:endParaRPr lang="uk-UA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0F0710C5-3491-4F0E-BDCE-ED53142EB6C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204824"/>
            <a:ext cx="8585200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>
              <a:defRPr lang="en-US" sz="3200">
                <a:solidFill>
                  <a:schemeClr val="bg1"/>
                </a:solidFill>
                <a:ea typeface="+mn-ea"/>
                <a:cs typeface="+mn-cs"/>
              </a:defRPr>
            </a:lvl1pPr>
          </a:lstStyle>
          <a:p>
            <a:pPr marL="0" lvl="0"/>
            <a:r>
              <a:rPr lang="en-US" dirty="0"/>
              <a:t>ADD HERE YOUR TITLE</a:t>
            </a:r>
          </a:p>
        </p:txBody>
      </p:sp>
    </p:spTree>
    <p:extLst>
      <p:ext uri="{BB962C8B-B14F-4D97-AF65-F5344CB8AC3E}">
        <p14:creationId xmlns:p14="http://schemas.microsoft.com/office/powerpoint/2010/main" val="2657860879"/>
      </p:ext>
    </p:extLst>
  </p:cSld>
  <p:clrMapOvr>
    <a:masterClrMapping/>
  </p:clrMapOvr>
</p:sldLayout>
</file>

<file path=ppt/slideLayouts/slideLayout14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IMAGE-Layout-1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459B98A-3E9B-4864-B1E6-6A9B088782A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1153484" y="888999"/>
            <a:ext cx="5080001" cy="5080001"/>
          </a:xfrm>
          <a:prstGeom prst="ellipse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 dirty="0">
                <a:solidFill>
                  <a:schemeClr val="bg1"/>
                </a:solidFill>
              </a:defRPr>
            </a:lvl1pPr>
          </a:lstStyle>
          <a:p>
            <a:pPr lvl="0"/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1967080873"/>
      </p:ext>
    </p:extLst>
  </p:cSld>
  <p:clrMapOvr>
    <a:masterClrMapping/>
  </p:clrMapOvr>
</p:sldLayout>
</file>

<file path=ppt/slideLayouts/slideLayout15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IMAGE-Layout-1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459B98A-3E9B-4864-B1E6-6A9B088782A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5966489" y="888999"/>
            <a:ext cx="5080001" cy="5080001"/>
          </a:xfrm>
          <a:prstGeom prst="ellipse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>
                <a:solidFill>
                  <a:schemeClr val="bg1"/>
                </a:solidFill>
              </a:defRPr>
            </a:lvl1pPr>
          </a:lstStyle>
          <a:p>
            <a:pPr lvl="0"/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946610510"/>
      </p:ext>
    </p:extLst>
  </p:cSld>
  <p:clrMapOvr>
    <a:masterClrMapping/>
  </p:clrMapOvr>
</p:sldLayout>
</file>

<file path=ppt/slideLayouts/slideLayout15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IMAGE-Layout-1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459B98A-3E9B-4864-B1E6-6A9B088782A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556000" y="888999"/>
            <a:ext cx="5080001" cy="5080001"/>
          </a:xfrm>
          <a:prstGeom prst="ellipse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>
                <a:solidFill>
                  <a:schemeClr val="bg1"/>
                </a:solidFill>
              </a:defRPr>
            </a:lvl1pPr>
          </a:lstStyle>
          <a:p>
            <a:pPr lvl="0"/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492732571"/>
      </p:ext>
    </p:extLst>
  </p:cSld>
  <p:clrMapOvr>
    <a:masterClrMapping/>
  </p:clrMapOvr>
</p:sldLayout>
</file>

<file path=ppt/slideLayouts/slideLayout15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MAGE-Layout-1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2">
            <a:extLst>
              <a:ext uri="{FF2B5EF4-FFF2-40B4-BE49-F238E27FC236}">
                <a16:creationId xmlns:a16="http://schemas.microsoft.com/office/drawing/2014/main" id="{C3F6C063-08F3-1546-91BE-0C6417D3C60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1131825" y="1600200"/>
            <a:ext cx="6437376" cy="3657600"/>
          </a:xfrm>
          <a:prstGeom prst="rect">
            <a:avLst/>
          </a:prstGeom>
          <a:solidFill>
            <a:schemeClr val="bg2">
              <a:lumMod val="25000"/>
            </a:schemeClr>
          </a:solidFill>
          <a:effectLst>
            <a:outerShdw blurRad="635000" dist="254000" dir="8100000" algn="tl" rotWithShape="0">
              <a:prstClr val="black">
                <a:alpha val="40000"/>
              </a:prstClr>
            </a:outerShdw>
          </a:effectLst>
          <a:scene3d>
            <a:camera prst="perspectiveLeft" fov="1800000">
              <a:rot lat="0" lon="19800000" rev="0"/>
            </a:camera>
            <a:lightRig rig="threePt" dir="t"/>
          </a:scene3d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B18FADB5-BBC6-48B8-BAD5-05E17CCF088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204824"/>
            <a:ext cx="8585200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>
              <a:defRPr lang="en-US" sz="3200">
                <a:solidFill>
                  <a:schemeClr val="bg1"/>
                </a:solidFill>
                <a:ea typeface="+mn-ea"/>
                <a:cs typeface="+mn-cs"/>
              </a:defRPr>
            </a:lvl1pPr>
          </a:lstStyle>
          <a:p>
            <a:pPr marL="0" lvl="0"/>
            <a:r>
              <a:rPr lang="en-US" dirty="0"/>
              <a:t>ADD HERE YOUR TITLE</a:t>
            </a:r>
          </a:p>
        </p:txBody>
      </p:sp>
    </p:spTree>
    <p:extLst>
      <p:ext uri="{BB962C8B-B14F-4D97-AF65-F5344CB8AC3E}">
        <p14:creationId xmlns:p14="http://schemas.microsoft.com/office/powerpoint/2010/main" val="287279324"/>
      </p:ext>
    </p:extLst>
  </p:cSld>
  <p:clrMapOvr>
    <a:masterClrMapping/>
  </p:clrMapOvr>
</p:sldLayout>
</file>

<file path=ppt/slideLayouts/slideLayout15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MAGE-Layout-1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2">
            <a:extLst>
              <a:ext uri="{FF2B5EF4-FFF2-40B4-BE49-F238E27FC236}">
                <a16:creationId xmlns:a16="http://schemas.microsoft.com/office/drawing/2014/main" id="{5F1AB134-5D41-4117-B99A-536237A54A8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622799" y="1618488"/>
            <a:ext cx="6437376" cy="3657600"/>
          </a:xfrm>
          <a:prstGeom prst="rect">
            <a:avLst/>
          </a:prstGeom>
          <a:solidFill>
            <a:schemeClr val="bg2">
              <a:lumMod val="25000"/>
            </a:schemeClr>
          </a:solidFill>
          <a:effectLst>
            <a:outerShdw blurRad="635000" dist="254000" dir="2700000" algn="tl" rotWithShape="0">
              <a:prstClr val="black">
                <a:alpha val="40000"/>
              </a:prstClr>
            </a:outerShdw>
          </a:effectLst>
          <a:scene3d>
            <a:camera prst="perspectiveLeft" fov="1800000">
              <a:rot lat="0" lon="1800000" rev="0"/>
            </a:camera>
            <a:lightRig rig="threePt" dir="t"/>
          </a:scene3d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" name="Title 4">
            <a:extLst>
              <a:ext uri="{FF2B5EF4-FFF2-40B4-BE49-F238E27FC236}">
                <a16:creationId xmlns:a16="http://schemas.microsoft.com/office/drawing/2014/main" id="{0A104048-5402-45D2-9482-F49ACFEF33D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204824"/>
            <a:ext cx="8585200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>
              <a:defRPr lang="en-US" sz="3200">
                <a:solidFill>
                  <a:schemeClr val="bg1"/>
                </a:solidFill>
                <a:ea typeface="+mn-ea"/>
                <a:cs typeface="+mn-cs"/>
              </a:defRPr>
            </a:lvl1pPr>
          </a:lstStyle>
          <a:p>
            <a:pPr marL="0" lvl="0"/>
            <a:r>
              <a:rPr lang="en-US" dirty="0"/>
              <a:t>ADD HERE YOUR TITLE</a:t>
            </a:r>
          </a:p>
        </p:txBody>
      </p:sp>
    </p:spTree>
    <p:extLst>
      <p:ext uri="{BB962C8B-B14F-4D97-AF65-F5344CB8AC3E}">
        <p14:creationId xmlns:p14="http://schemas.microsoft.com/office/powerpoint/2010/main" val="1931716982"/>
      </p:ext>
    </p:extLst>
  </p:cSld>
  <p:clrMapOvr>
    <a:masterClrMapping/>
  </p:clrMapOvr>
</p:sldLayout>
</file>

<file path=ppt/slideLayouts/slideLayout15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MAGE-Layout-1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2">
            <a:extLst>
              <a:ext uri="{FF2B5EF4-FFF2-40B4-BE49-F238E27FC236}">
                <a16:creationId xmlns:a16="http://schemas.microsoft.com/office/drawing/2014/main" id="{6E47E6BA-2686-48D6-A506-1873E70E2635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914400" y="1295400"/>
            <a:ext cx="4267200" cy="4267200"/>
          </a:xfrm>
          <a:prstGeom prst="roundRect">
            <a:avLst>
              <a:gd name="adj" fmla="val 5060"/>
            </a:avLst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>
                <a:solidFill>
                  <a:schemeClr val="bg1"/>
                </a:solidFill>
              </a:defRPr>
            </a:lvl1pPr>
          </a:lstStyle>
          <a:p>
            <a:pPr lvl="0"/>
            <a:endParaRPr lang="uk-UA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87571E55-D3A1-479B-9E8A-3662F061B42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204824"/>
            <a:ext cx="8585200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>
              <a:defRPr lang="en-US" sz="3200">
                <a:solidFill>
                  <a:schemeClr val="bg1"/>
                </a:solidFill>
                <a:ea typeface="+mn-ea"/>
                <a:cs typeface="+mn-cs"/>
              </a:defRPr>
            </a:lvl1pPr>
          </a:lstStyle>
          <a:p>
            <a:pPr marL="0" lvl="0"/>
            <a:r>
              <a:rPr lang="en-US" dirty="0"/>
              <a:t>ADD HERE YOUR TITLE</a:t>
            </a:r>
          </a:p>
        </p:txBody>
      </p:sp>
    </p:spTree>
    <p:extLst>
      <p:ext uri="{BB962C8B-B14F-4D97-AF65-F5344CB8AC3E}">
        <p14:creationId xmlns:p14="http://schemas.microsoft.com/office/powerpoint/2010/main" val="3905121933"/>
      </p:ext>
    </p:extLst>
  </p:cSld>
  <p:clrMapOvr>
    <a:masterClrMapping/>
  </p:clrMapOvr>
</p:sldLayout>
</file>

<file path=ppt/slideLayouts/slideLayout15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MAGE-Layout-13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 noChangeAspect="1"/>
          </p:cNvSpPr>
          <p:nvPr>
            <p:ph type="pic" sz="quarter" idx="11"/>
          </p:nvPr>
        </p:nvSpPr>
        <p:spPr>
          <a:xfrm>
            <a:off x="7010400" y="1295400"/>
            <a:ext cx="4267200" cy="4267200"/>
          </a:xfrm>
          <a:prstGeom prst="roundRect">
            <a:avLst>
              <a:gd name="adj" fmla="val 4762"/>
            </a:avLst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>
                <a:solidFill>
                  <a:schemeClr val="bg1"/>
                </a:solidFill>
              </a:defRPr>
            </a:lvl1pPr>
          </a:lstStyle>
          <a:p>
            <a:pPr lvl="0"/>
            <a:endParaRPr lang="uk-UA"/>
          </a:p>
        </p:txBody>
      </p:sp>
      <p:sp>
        <p:nvSpPr>
          <p:cNvPr id="4" name="Title 4">
            <a:extLst>
              <a:ext uri="{FF2B5EF4-FFF2-40B4-BE49-F238E27FC236}">
                <a16:creationId xmlns:a16="http://schemas.microsoft.com/office/drawing/2014/main" id="{19D240D1-01A3-480D-8E3F-3E310C16BE2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204824"/>
            <a:ext cx="8585200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>
              <a:defRPr lang="en-US" sz="3200">
                <a:solidFill>
                  <a:schemeClr val="bg1"/>
                </a:solidFill>
                <a:ea typeface="+mn-ea"/>
                <a:cs typeface="+mn-cs"/>
              </a:defRPr>
            </a:lvl1pPr>
          </a:lstStyle>
          <a:p>
            <a:pPr marL="0" lvl="0"/>
            <a:r>
              <a:rPr lang="en-US" dirty="0"/>
              <a:t>ADD HERE YOUR TITLE</a:t>
            </a:r>
          </a:p>
        </p:txBody>
      </p:sp>
    </p:spTree>
    <p:extLst>
      <p:ext uri="{BB962C8B-B14F-4D97-AF65-F5344CB8AC3E}">
        <p14:creationId xmlns:p14="http://schemas.microsoft.com/office/powerpoint/2010/main" val="643448417"/>
      </p:ext>
    </p:extLst>
  </p:cSld>
  <p:clrMapOvr>
    <a:masterClrMapping/>
  </p:clrMapOvr>
</p:sldLayout>
</file>

<file path=ppt/slideLayouts/slideLayout15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IMAGE-Layout-13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icture Placeholder 2"/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4053840" cy="68580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>
                <a:solidFill>
                  <a:schemeClr val="bg1"/>
                </a:solidFill>
              </a:defRPr>
            </a:lvl1pPr>
          </a:lstStyle>
          <a:p>
            <a:pPr lvl="0"/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622159763"/>
      </p:ext>
    </p:extLst>
  </p:cSld>
  <p:clrMapOvr>
    <a:masterClrMapping/>
  </p:clrMapOvr>
</p:sldLayout>
</file>

<file path=ppt/slideLayouts/slideLayout15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IMAGE-Layout-14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icture Placeholder 2"/>
          <p:cNvSpPr>
            <a:spLocks noGrp="1"/>
          </p:cNvSpPr>
          <p:nvPr>
            <p:ph type="pic" sz="quarter" idx="10"/>
          </p:nvPr>
        </p:nvSpPr>
        <p:spPr>
          <a:xfrm>
            <a:off x="4069080" y="0"/>
            <a:ext cx="4053840" cy="68580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>
                <a:solidFill>
                  <a:schemeClr val="bg1"/>
                </a:solidFill>
              </a:defRPr>
            </a:lvl1pPr>
          </a:lstStyle>
          <a:p>
            <a:pPr lvl="0"/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698282184"/>
      </p:ext>
    </p:extLst>
  </p:cSld>
  <p:clrMapOvr>
    <a:masterClrMapping/>
  </p:clrMapOvr>
</p:sldLayout>
</file>

<file path=ppt/slideLayouts/slideLayout15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IMAGE-Layout-14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19F1E531-B369-48BB-9BCA-0AF303B9140E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3429000"/>
            <a:ext cx="8836085" cy="34290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en-US" sz="1867">
                <a:solidFill>
                  <a:schemeClr val="bg1"/>
                </a:solidFill>
              </a:defRPr>
            </a:lvl1pPr>
          </a:lstStyle>
          <a:p>
            <a:pPr lvl="0"/>
            <a:endParaRPr lang="en-US"/>
          </a:p>
        </p:txBody>
      </p:sp>
      <p:sp>
        <p:nvSpPr>
          <p:cNvPr id="8" name="Picture Placeholder 6">
            <a:extLst>
              <a:ext uri="{FF2B5EF4-FFF2-40B4-BE49-F238E27FC236}">
                <a16:creationId xmlns:a16="http://schemas.microsoft.com/office/drawing/2014/main" id="{0904B0A5-4D0D-4B3C-81C6-D2A780190B34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8836085" y="3429000"/>
            <a:ext cx="3355915" cy="34290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en-US" sz="1867" dirty="0">
                <a:solidFill>
                  <a:schemeClr val="bg1"/>
                </a:solidFill>
              </a:defRPr>
            </a:lvl1pPr>
          </a:lstStyle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70406004"/>
      </p:ext>
    </p:extLst>
  </p:cSld>
  <p:clrMapOvr>
    <a:masterClrMapping/>
  </p:clrMapOvr>
</p:sldLayout>
</file>

<file path=ppt/slideLayouts/slideLayout15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IMAGE-Layout-14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sz="quarter" idx="10"/>
          </p:nvPr>
        </p:nvSpPr>
        <p:spPr>
          <a:xfrm>
            <a:off x="914400" y="914400"/>
            <a:ext cx="10363200" cy="4013200"/>
          </a:xfrm>
          <a:prstGeom prst="roundRect">
            <a:avLst>
              <a:gd name="adj" fmla="val 3873"/>
            </a:avLst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>
                <a:solidFill>
                  <a:schemeClr val="bg1"/>
                </a:solidFill>
              </a:defRPr>
            </a:lvl1pPr>
          </a:lstStyle>
          <a:p>
            <a:pPr lvl="0"/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27664819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240">
          <p15:clr>
            <a:srgbClr val="FBAE40"/>
          </p15:clr>
        </p15:guide>
        <p15:guide id="2" pos="5760">
          <p15:clr>
            <a:srgbClr val="FBAE40"/>
          </p15:clr>
        </p15:guide>
      </p15:sldGuideLst>
    </p:ext>
  </p:extLst>
</p:sldLayout>
</file>

<file path=ppt/slideLayouts/slideLayout16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IMAGE-Layout-14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3">
            <a:extLst>
              <a:ext uri="{FF2B5EF4-FFF2-40B4-BE49-F238E27FC236}">
                <a16:creationId xmlns:a16="http://schemas.microsoft.com/office/drawing/2014/main" id="{2968164A-D4D9-413F-B806-727380F363AD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2286001" y="0"/>
            <a:ext cx="9905999" cy="68580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en-US" sz="1867">
                <a:solidFill>
                  <a:schemeClr val="bg1"/>
                </a:solidFill>
              </a:defRPr>
            </a:lvl1pPr>
          </a:lstStyle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2487991"/>
      </p:ext>
    </p:extLst>
  </p:cSld>
  <p:clrMapOvr>
    <a:masterClrMapping/>
  </p:clrMapOvr>
</p:sldLayout>
</file>

<file path=ppt/slideLayouts/slideLayout16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IMAGE-Layout-14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3">
            <a:extLst>
              <a:ext uri="{FF2B5EF4-FFF2-40B4-BE49-F238E27FC236}">
                <a16:creationId xmlns:a16="http://schemas.microsoft.com/office/drawing/2014/main" id="{2968164A-D4D9-413F-B806-727380F363AD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2286000" y="0"/>
            <a:ext cx="6096000" cy="68580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en-US" sz="1867">
                <a:solidFill>
                  <a:schemeClr val="bg1"/>
                </a:solidFill>
              </a:defRPr>
            </a:lvl1pPr>
          </a:lstStyle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8293736"/>
      </p:ext>
    </p:extLst>
  </p:cSld>
  <p:clrMapOvr>
    <a:masterClrMapping/>
  </p:clrMapOvr>
</p:sldLayout>
</file>

<file path=ppt/slideLayouts/slideLayout16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IMAGE-Layout-14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3">
            <a:extLst>
              <a:ext uri="{FF2B5EF4-FFF2-40B4-BE49-F238E27FC236}">
                <a16:creationId xmlns:a16="http://schemas.microsoft.com/office/drawing/2014/main" id="{656E0239-9422-4FA9-9150-3458629F0DC1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724400" y="0"/>
            <a:ext cx="7467600" cy="68580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>
                <a:solidFill>
                  <a:schemeClr val="bg1"/>
                </a:solidFill>
              </a:defRPr>
            </a:lvl1pPr>
          </a:lstStyle>
          <a:p>
            <a:pPr lvl="0"/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48947806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240">
          <p15:clr>
            <a:srgbClr val="FBAE40"/>
          </p15:clr>
        </p15:guide>
        <p15:guide id="2" pos="5760">
          <p15:clr>
            <a:srgbClr val="FBAE40"/>
          </p15:clr>
        </p15:guide>
        <p15:guide id="3" pos="4464">
          <p15:clr>
            <a:srgbClr val="FBAE40"/>
          </p15:clr>
        </p15:guide>
        <p15:guide id="4" pos="3888">
          <p15:clr>
            <a:srgbClr val="FBAE40"/>
          </p15:clr>
        </p15:guide>
      </p15:sldGuideLst>
    </p:ext>
  </p:extLst>
</p:sldLayout>
</file>

<file path=ppt/slideLayouts/slideLayout16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IMAGE-Layout-14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3">
            <a:extLst>
              <a:ext uri="{FF2B5EF4-FFF2-40B4-BE49-F238E27FC236}">
                <a16:creationId xmlns:a16="http://schemas.microsoft.com/office/drawing/2014/main" id="{656E0239-9422-4FA9-9150-3458629F0DC1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0"/>
            <a:ext cx="7467600" cy="68580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>
                <a:solidFill>
                  <a:schemeClr val="bg1"/>
                </a:solidFill>
              </a:defRPr>
            </a:lvl1pPr>
          </a:lstStyle>
          <a:p>
            <a:pPr lvl="0"/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87180289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240">
          <p15:clr>
            <a:srgbClr val="FBAE40"/>
          </p15:clr>
        </p15:guide>
        <p15:guide id="2" pos="5760">
          <p15:clr>
            <a:srgbClr val="FBAE40"/>
          </p15:clr>
        </p15:guide>
        <p15:guide id="3" pos="7056">
          <p15:clr>
            <a:srgbClr val="FBAE40"/>
          </p15:clr>
        </p15:guide>
        <p15:guide id="4" pos="4464">
          <p15:clr>
            <a:srgbClr val="FBAE40"/>
          </p15:clr>
        </p15:guide>
        <p15:guide id="5" pos="4896">
          <p15:clr>
            <a:srgbClr val="FBAE40"/>
          </p15:clr>
        </p15:guide>
        <p15:guide id="6" pos="6624">
          <p15:clr>
            <a:srgbClr val="FBAE40"/>
          </p15:clr>
        </p15:guide>
        <p15:guide id="7" pos="7632">
          <p15:clr>
            <a:srgbClr val="FBAE40"/>
          </p15:clr>
        </p15:guide>
        <p15:guide id="8" pos="3888">
          <p15:clr>
            <a:srgbClr val="FBAE40"/>
          </p15:clr>
        </p15:guide>
      </p15:sldGuideLst>
    </p:ext>
  </p:extLst>
</p:sldLayout>
</file>

<file path=ppt/slideLayouts/slideLayout16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IMAGE-Layout-14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8">
            <a:extLst>
              <a:ext uri="{FF2B5EF4-FFF2-40B4-BE49-F238E27FC236}">
                <a16:creationId xmlns:a16="http://schemas.microsoft.com/office/drawing/2014/main" id="{ADB39397-71E6-4819-B00B-7887732586A7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1828800" y="624840"/>
            <a:ext cx="4876800" cy="560832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en-US" sz="1867">
                <a:solidFill>
                  <a:schemeClr val="bg1"/>
                </a:solidFill>
              </a:defRPr>
            </a:lvl1pPr>
          </a:lstStyle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8749550"/>
      </p:ext>
    </p:extLst>
  </p:cSld>
  <p:clrMapOvr>
    <a:masterClrMapping/>
  </p:clrMapOvr>
</p:sldLayout>
</file>

<file path=ppt/slideLayouts/slideLayout16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IMAGE-Layout-14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sz="quarter" idx="10"/>
          </p:nvPr>
        </p:nvSpPr>
        <p:spPr>
          <a:xfrm>
            <a:off x="6070600" y="-1955800"/>
            <a:ext cx="6959600" cy="6959600"/>
          </a:xfrm>
          <a:prstGeom prst="ellipse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>
                <a:solidFill>
                  <a:schemeClr val="bg1"/>
                </a:solidFill>
              </a:defRPr>
            </a:lvl1pPr>
          </a:lstStyle>
          <a:p>
            <a:pPr lvl="0"/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559090443"/>
      </p:ext>
    </p:extLst>
  </p:cSld>
  <p:clrMapOvr>
    <a:masterClrMapping/>
  </p:clrMapOvr>
</p:sldLayout>
</file>

<file path=ppt/slideLayouts/slideLayout16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IMAGE-Layout-14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2"/>
          <p:cNvSpPr>
            <a:spLocks noGrp="1"/>
          </p:cNvSpPr>
          <p:nvPr>
            <p:ph type="pic" sz="quarter" idx="11"/>
          </p:nvPr>
        </p:nvSpPr>
        <p:spPr>
          <a:xfrm>
            <a:off x="-1066800" y="1397000"/>
            <a:ext cx="6959600" cy="6959600"/>
          </a:xfrm>
          <a:prstGeom prst="ellipse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>
                <a:solidFill>
                  <a:schemeClr val="bg1"/>
                </a:solidFill>
              </a:defRPr>
            </a:lvl1pPr>
          </a:lstStyle>
          <a:p>
            <a:pPr lvl="0"/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525078500"/>
      </p:ext>
    </p:extLst>
  </p:cSld>
  <p:clrMapOvr>
    <a:masterClrMapping/>
  </p:clrMapOvr>
</p:sldLayout>
</file>

<file path=ppt/slideLayouts/slideLayout16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MAGE-Layout-15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icture Placeholder 5"/>
          <p:cNvSpPr>
            <a:spLocks noGrp="1"/>
          </p:cNvSpPr>
          <p:nvPr>
            <p:ph type="pic" sz="quarter" idx="11"/>
          </p:nvPr>
        </p:nvSpPr>
        <p:spPr>
          <a:xfrm>
            <a:off x="914400" y="1193800"/>
            <a:ext cx="3048000" cy="3048000"/>
          </a:xfrm>
          <a:prstGeom prst="ellipse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>
                <a:solidFill>
                  <a:schemeClr val="bg1"/>
                </a:solidFill>
              </a:defRPr>
            </a:lvl1pPr>
          </a:lstStyle>
          <a:p>
            <a:pPr lvl="0"/>
            <a:endParaRPr lang="uk-UA"/>
          </a:p>
        </p:txBody>
      </p:sp>
      <p:sp>
        <p:nvSpPr>
          <p:cNvPr id="19" name="Picture Placeholder 5"/>
          <p:cNvSpPr>
            <a:spLocks noGrp="1"/>
          </p:cNvSpPr>
          <p:nvPr>
            <p:ph type="pic" sz="quarter" idx="12"/>
          </p:nvPr>
        </p:nvSpPr>
        <p:spPr>
          <a:xfrm>
            <a:off x="4575175" y="1193800"/>
            <a:ext cx="3048000" cy="3048000"/>
          </a:xfrm>
          <a:prstGeom prst="ellipse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>
                <a:solidFill>
                  <a:schemeClr val="bg1"/>
                </a:solidFill>
              </a:defRPr>
            </a:lvl1pPr>
          </a:lstStyle>
          <a:p>
            <a:pPr lvl="0"/>
            <a:endParaRPr lang="uk-UA"/>
          </a:p>
        </p:txBody>
      </p:sp>
      <p:sp>
        <p:nvSpPr>
          <p:cNvPr id="20" name="Picture Placeholder 5"/>
          <p:cNvSpPr>
            <a:spLocks noGrp="1"/>
          </p:cNvSpPr>
          <p:nvPr>
            <p:ph type="pic" sz="quarter" idx="13"/>
          </p:nvPr>
        </p:nvSpPr>
        <p:spPr>
          <a:xfrm>
            <a:off x="8229600" y="1193800"/>
            <a:ext cx="3048000" cy="3048000"/>
          </a:xfrm>
          <a:prstGeom prst="ellipse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>
                <a:solidFill>
                  <a:schemeClr val="bg1"/>
                </a:solidFill>
              </a:defRPr>
            </a:lvl1pPr>
          </a:lstStyle>
          <a:p>
            <a:pPr lvl="0"/>
            <a:endParaRPr lang="uk-UA"/>
          </a:p>
        </p:txBody>
      </p:sp>
      <p:sp>
        <p:nvSpPr>
          <p:cNvPr id="7" name="Title 4">
            <a:extLst>
              <a:ext uri="{FF2B5EF4-FFF2-40B4-BE49-F238E27FC236}">
                <a16:creationId xmlns:a16="http://schemas.microsoft.com/office/drawing/2014/main" id="{22BF8193-0CDD-4864-9D8F-6BF6C418305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204824"/>
            <a:ext cx="8585200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>
              <a:defRPr lang="en-US" sz="3200">
                <a:solidFill>
                  <a:schemeClr val="bg1"/>
                </a:solidFill>
                <a:ea typeface="+mn-ea"/>
                <a:cs typeface="+mn-cs"/>
              </a:defRPr>
            </a:lvl1pPr>
          </a:lstStyle>
          <a:p>
            <a:pPr marL="0" lvl="0"/>
            <a:r>
              <a:rPr lang="en-US" dirty="0"/>
              <a:t>ADD HERE YOUR TITLE</a:t>
            </a:r>
          </a:p>
        </p:txBody>
      </p:sp>
    </p:spTree>
    <p:extLst>
      <p:ext uri="{BB962C8B-B14F-4D97-AF65-F5344CB8AC3E}">
        <p14:creationId xmlns:p14="http://schemas.microsoft.com/office/powerpoint/2010/main" val="2784878260"/>
      </p:ext>
    </p:extLst>
  </p:cSld>
  <p:clrMapOvr>
    <a:masterClrMapping/>
  </p:clrMapOvr>
</p:sldLayout>
</file>

<file path=ppt/slideLayouts/slideLayout1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OCKUP-Layout-0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5">
            <a:extLst>
              <a:ext uri="{FF2B5EF4-FFF2-40B4-BE49-F238E27FC236}">
                <a16:creationId xmlns:a16="http://schemas.microsoft.com/office/drawing/2014/main" id="{7F3A2F40-EC73-4B00-9925-A5C91233C436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2341880" y="1593427"/>
            <a:ext cx="1679787" cy="3626273"/>
          </a:xfrm>
          <a:prstGeom prst="rect">
            <a:avLst/>
          </a:prstGeom>
          <a:solidFill>
            <a:schemeClr val="accent1"/>
          </a:solidFill>
        </p:spPr>
        <p:txBody>
          <a:bodyPr/>
          <a:lstStyle>
            <a:lvl1pPr>
              <a:defRPr sz="1600"/>
            </a:lvl1pPr>
          </a:lstStyle>
          <a:p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4321896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750">
        <p14:prism dir="u"/>
      </p:transition>
    </mc:Choice>
    <mc:Fallback xmlns="">
      <p:transition spd="slow">
        <p:fade/>
      </p:transition>
    </mc:Fallback>
  </mc:AlternateContent>
</p:sldLayout>
</file>

<file path=ppt/slideLayouts/slideLayout1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OCKUP-Layout-0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2">
            <a:extLst>
              <a:ext uri="{FF2B5EF4-FFF2-40B4-BE49-F238E27FC236}">
                <a16:creationId xmlns:a16="http://schemas.microsoft.com/office/drawing/2014/main" id="{5F1AB134-5D41-4117-B99A-536237A54A8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716800" y="2025000"/>
            <a:ext cx="6052800" cy="2808000"/>
          </a:xfrm>
          <a:prstGeom prst="rect">
            <a:avLst/>
          </a:prstGeom>
          <a:solidFill>
            <a:schemeClr val="accent1"/>
          </a:solidFill>
          <a:scene3d>
            <a:camera prst="perspectiveLeft" fov="1800000">
              <a:rot lat="0" lon="1800000" rev="0"/>
            </a:camera>
            <a:lightRig rig="threePt" dir="t"/>
          </a:scene3d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1944353"/>
      </p:ext>
    </p:extLst>
  </p:cSld>
  <p:clrMapOvr>
    <a:masterClrMapping/>
  </p:clrMapOvr>
</p:sldLayout>
</file>

<file path=ppt/slideLayouts/slideLayout1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OCKUP-Layout-03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5">
            <a:extLst>
              <a:ext uri="{FF2B5EF4-FFF2-40B4-BE49-F238E27FC236}">
                <a16:creationId xmlns:a16="http://schemas.microsoft.com/office/drawing/2014/main" id="{7F3A2F40-EC73-4B00-9925-A5C91233C436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5633440" y="2143760"/>
            <a:ext cx="5571067" cy="2590800"/>
          </a:xfrm>
          <a:prstGeom prst="rect">
            <a:avLst/>
          </a:prstGeom>
          <a:solidFill>
            <a:schemeClr val="accent1"/>
          </a:solidFill>
        </p:spPr>
        <p:txBody>
          <a:bodyPr/>
          <a:lstStyle>
            <a:lvl1pPr>
              <a:defRPr sz="1600"/>
            </a:lvl1pPr>
          </a:lstStyle>
          <a:p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6552575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750">
        <p14:prism dir="u"/>
      </p:transition>
    </mc:Choice>
    <mc:Fallback xmlns="">
      <p:transition spd="slow">
        <p:fade/>
      </p:transition>
    </mc:Fallback>
  </mc:AlternateContent>
</p:sldLayout>
</file>

<file path=ppt/slideLayouts/slideLayout1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OCKUP-Layout-04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5">
            <a:extLst>
              <a:ext uri="{FF2B5EF4-FFF2-40B4-BE49-F238E27FC236}">
                <a16:creationId xmlns:a16="http://schemas.microsoft.com/office/drawing/2014/main" id="{7F3A2F40-EC73-4B00-9925-A5C91233C436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1750907" y="1593427"/>
            <a:ext cx="1679787" cy="3626273"/>
          </a:xfrm>
          <a:prstGeom prst="rect">
            <a:avLst/>
          </a:prstGeom>
          <a:solidFill>
            <a:schemeClr val="accent1"/>
          </a:solidFill>
          <a:scene3d>
            <a:camera prst="perspectiveRight"/>
            <a:lightRig rig="threePt" dir="t"/>
          </a:scene3d>
        </p:spPr>
        <p:txBody>
          <a:bodyPr/>
          <a:lstStyle>
            <a:lvl1pPr>
              <a:defRPr sz="1600"/>
            </a:lvl1pPr>
          </a:lstStyle>
          <a:p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4658781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750">
        <p14:prism dir="u"/>
      </p:transition>
    </mc:Choice>
    <mc:Fallback xmlns="">
      <p:transition spd="slow">
        <p:fade/>
      </p:transition>
    </mc:Fallback>
  </mc:AlternateContent>
</p:sldLayout>
</file>

<file path=ppt/slideLayouts/slideLayout1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OCKUP-Layout-05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5">
            <a:extLst>
              <a:ext uri="{FF2B5EF4-FFF2-40B4-BE49-F238E27FC236}">
                <a16:creationId xmlns:a16="http://schemas.microsoft.com/office/drawing/2014/main" id="{7F3A2F40-EC73-4B00-9925-A5C91233C436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5256107" y="1593427"/>
            <a:ext cx="1679787" cy="3626273"/>
          </a:xfrm>
          <a:prstGeom prst="rect">
            <a:avLst/>
          </a:prstGeom>
          <a:solidFill>
            <a:schemeClr val="accent1"/>
          </a:solidFill>
        </p:spPr>
        <p:txBody>
          <a:bodyPr/>
          <a:lstStyle>
            <a:lvl1pPr>
              <a:defRPr sz="1600"/>
            </a:lvl1pPr>
          </a:lstStyle>
          <a:p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0667995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750">
        <p14:prism dir="u"/>
      </p:transition>
    </mc:Choice>
    <mc:Fallback xmlns="">
      <p:transition spd="slow">
        <p:fade/>
      </p:transition>
    </mc:Fallback>
  </mc:AlternateContent>
</p:sldLayout>
</file>

<file path=ppt/slideLayouts/slideLayout1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OCKUP-Layout-06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5">
            <a:extLst>
              <a:ext uri="{FF2B5EF4-FFF2-40B4-BE49-F238E27FC236}">
                <a16:creationId xmlns:a16="http://schemas.microsoft.com/office/drawing/2014/main" id="{7F3A2F40-EC73-4B00-9925-A5C91233C436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8348441" y="1593427"/>
            <a:ext cx="1679787" cy="3626273"/>
          </a:xfrm>
          <a:prstGeom prst="rect">
            <a:avLst/>
          </a:prstGeom>
          <a:solidFill>
            <a:schemeClr val="accent1"/>
          </a:solidFill>
          <a:scene3d>
            <a:camera prst="perspectiveLeft"/>
            <a:lightRig rig="threePt" dir="t"/>
          </a:scene3d>
        </p:spPr>
        <p:txBody>
          <a:bodyPr/>
          <a:lstStyle>
            <a:lvl1pPr>
              <a:defRPr sz="1600"/>
            </a:lvl1pPr>
          </a:lstStyle>
          <a:p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8855456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750">
        <p14:prism dir="u"/>
      </p:transition>
    </mc:Choice>
    <mc:Fallback xmlns="">
      <p:transition spd="slow">
        <p:fade/>
      </p:transition>
    </mc:Fallback>
  </mc:AlternateContent>
</p:sldLayout>
</file>

<file path=ppt/slideLayouts/slideLayout1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OCKUP-Layout-07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751555F-A749-4DD4-A2C9-97141F2B95C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 rot="20280000">
            <a:off x="2973600" y="1454400"/>
            <a:ext cx="1464000" cy="3806400"/>
          </a:xfrm>
          <a:prstGeom prst="roundRect">
            <a:avLst>
              <a:gd name="adj" fmla="val 4833"/>
            </a:avLst>
          </a:prstGeom>
          <a:ln>
            <a:noFill/>
          </a:ln>
          <a:scene3d>
            <a:camera prst="perspectiveHeroicExtremeRightFacing" fov="4800000">
              <a:rot lat="449632" lon="20136784" rev="239998"/>
            </a:camera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>
              <a:defRPr lang="en-US" sz="1800">
                <a:solidFill>
                  <a:schemeClr val="lt1"/>
                </a:solidFill>
              </a:defRPr>
            </a:lvl1pPr>
          </a:lstStyle>
          <a:p>
            <a:pPr marL="0" lvl="0"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44687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750">
        <p14:prism dir="u"/>
      </p:transition>
    </mc:Choice>
    <mc:Fallback xmlns="">
      <p:transition spd="slow">
        <p:fade/>
      </p:transition>
    </mc:Fallback>
  </mc:AlternateContent>
</p:sldLayout>
</file>

<file path=ppt/slideLayouts/slideLayout1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OCKUP-Layout-08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icture Placeholder 5">
            <a:extLst>
              <a:ext uri="{FF2B5EF4-FFF2-40B4-BE49-F238E27FC236}">
                <a16:creationId xmlns:a16="http://schemas.microsoft.com/office/drawing/2014/main" id="{3605473E-2685-4DD2-B159-832979DD71B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976800" y="2119200"/>
            <a:ext cx="1383792" cy="2473967"/>
          </a:xfrm>
          <a:prstGeom prst="rect">
            <a:avLst/>
          </a:prstGeom>
          <a:solidFill>
            <a:schemeClr val="accent1"/>
          </a:solidFill>
        </p:spPr>
        <p:txBody>
          <a:bodyPr/>
          <a:lstStyle>
            <a:lvl1pPr>
              <a:defRPr sz="1333"/>
            </a:lvl1pPr>
          </a:lstStyle>
          <a:p>
            <a:endParaRPr lang="uk-UA"/>
          </a:p>
        </p:txBody>
      </p:sp>
      <p:sp>
        <p:nvSpPr>
          <p:cNvPr id="18" name="Picture Placeholder 5">
            <a:extLst>
              <a:ext uri="{FF2B5EF4-FFF2-40B4-BE49-F238E27FC236}">
                <a16:creationId xmlns:a16="http://schemas.microsoft.com/office/drawing/2014/main" id="{0148B9DC-A940-406F-8289-9160A7A1D229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593600" y="2119200"/>
            <a:ext cx="1383792" cy="2473967"/>
          </a:xfrm>
          <a:prstGeom prst="rect">
            <a:avLst/>
          </a:prstGeom>
          <a:solidFill>
            <a:schemeClr val="accent1"/>
          </a:solidFill>
        </p:spPr>
        <p:txBody>
          <a:bodyPr/>
          <a:lstStyle>
            <a:lvl1pPr>
              <a:defRPr sz="1333"/>
            </a:lvl1pPr>
          </a:lstStyle>
          <a:p>
            <a:endParaRPr lang="uk-UA"/>
          </a:p>
        </p:txBody>
      </p:sp>
      <p:sp>
        <p:nvSpPr>
          <p:cNvPr id="19" name="Picture Placeholder 5">
            <a:extLst>
              <a:ext uri="{FF2B5EF4-FFF2-40B4-BE49-F238E27FC236}">
                <a16:creationId xmlns:a16="http://schemas.microsoft.com/office/drawing/2014/main" id="{58BAED62-30A9-452C-B3E4-5A4C68AFA176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2661600" y="1924800"/>
            <a:ext cx="1615440" cy="2877312"/>
          </a:xfrm>
          <a:prstGeom prst="rect">
            <a:avLst/>
          </a:prstGeom>
          <a:solidFill>
            <a:schemeClr val="accent1"/>
          </a:solidFill>
        </p:spPr>
        <p:txBody>
          <a:bodyPr/>
          <a:lstStyle>
            <a:lvl1pPr>
              <a:defRPr sz="1333"/>
            </a:lvl1pPr>
          </a:lstStyle>
          <a:p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632876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750">
        <p14:prism dir="u"/>
      </p:transition>
    </mc:Choice>
    <mc:Fallback xmlns="">
      <p:transition spd="slow">
        <p:fade/>
      </p:transition>
    </mc:Fallback>
  </mc:AlternateContent>
</p:sldLayout>
</file>

<file path=ppt/slideLayouts/slideLayout1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OCKUP-Layout-09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2"/>
          <p:cNvSpPr>
            <a:spLocks noGrp="1"/>
          </p:cNvSpPr>
          <p:nvPr>
            <p:ph type="pic" sz="quarter" idx="10"/>
          </p:nvPr>
        </p:nvSpPr>
        <p:spPr>
          <a:xfrm>
            <a:off x="5357320" y="2875184"/>
            <a:ext cx="2621280" cy="4701273"/>
          </a:xfrm>
          <a:prstGeom prst="rect">
            <a:avLst/>
          </a:prstGeom>
          <a:solidFill>
            <a:schemeClr val="accent1"/>
          </a:solidFill>
        </p:spPr>
        <p:txBody>
          <a:bodyPr/>
          <a:lstStyle/>
          <a:p>
            <a:endParaRPr lang="uk-UA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sz="quarter" idx="11"/>
          </p:nvPr>
        </p:nvSpPr>
        <p:spPr>
          <a:xfrm>
            <a:off x="9970540" y="2875184"/>
            <a:ext cx="2621280" cy="4701273"/>
          </a:xfrm>
          <a:prstGeom prst="rect">
            <a:avLst/>
          </a:prstGeom>
          <a:solidFill>
            <a:schemeClr val="accent1"/>
          </a:solidFill>
        </p:spPr>
        <p:txBody>
          <a:bodyPr/>
          <a:lstStyle/>
          <a:p>
            <a:endParaRPr lang="uk-UA"/>
          </a:p>
        </p:txBody>
      </p:sp>
      <p:sp>
        <p:nvSpPr>
          <p:cNvPr id="4" name="Picture Placeholder 2"/>
          <p:cNvSpPr>
            <a:spLocks noGrp="1"/>
          </p:cNvSpPr>
          <p:nvPr>
            <p:ph type="pic" sz="quarter" idx="12"/>
          </p:nvPr>
        </p:nvSpPr>
        <p:spPr>
          <a:xfrm>
            <a:off x="7424928" y="2468880"/>
            <a:ext cx="3072384" cy="5437632"/>
          </a:xfrm>
          <a:prstGeom prst="rect">
            <a:avLst/>
          </a:prstGeom>
          <a:solidFill>
            <a:schemeClr val="accent1"/>
          </a:solidFill>
        </p:spPr>
        <p:txBody>
          <a:bodyPr/>
          <a:lstStyle/>
          <a:p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834876721"/>
      </p:ext>
    </p:extLst>
  </p:cSld>
  <p:clrMapOvr>
    <a:masterClrMapping/>
  </p:clrMapOvr>
</p:sldLayout>
</file>

<file path=ppt/slideLayouts/slideLayout1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OCKUP-Layout-10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BCB33D3-7FC6-4DC2-95EB-12F4AD78CA3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 rot="1560000">
            <a:off x="6746400" y="861600"/>
            <a:ext cx="2076000" cy="4344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>
              <a:defRPr lang="en-US" sz="1200">
                <a:solidFill>
                  <a:schemeClr val="lt1"/>
                </a:solidFill>
              </a:defRPr>
            </a:lvl1pPr>
          </a:lstStyle>
          <a:p>
            <a:pPr marL="0" lvl="0" algn="ctr"/>
            <a:endParaRPr lang="en-US" dirty="0"/>
          </a:p>
        </p:txBody>
      </p:sp>
      <p:sp>
        <p:nvSpPr>
          <p:cNvPr id="9" name="Picture Placeholder 2">
            <a:extLst>
              <a:ext uri="{FF2B5EF4-FFF2-40B4-BE49-F238E27FC236}">
                <a16:creationId xmlns:a16="http://schemas.microsoft.com/office/drawing/2014/main" id="{AA503DBF-31C9-46D2-A64C-C4773F440192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 rot="1560000">
            <a:off x="10056879" y="-286059"/>
            <a:ext cx="2076000" cy="4344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>
              <a:defRPr lang="en-US" sz="1200">
                <a:solidFill>
                  <a:schemeClr val="lt1"/>
                </a:solidFill>
              </a:defRPr>
            </a:lvl1pPr>
          </a:lstStyle>
          <a:p>
            <a:pPr marL="0" lvl="0" algn="ctr"/>
            <a:endParaRPr lang="en-US" dirty="0"/>
          </a:p>
        </p:txBody>
      </p:sp>
      <p:sp>
        <p:nvSpPr>
          <p:cNvPr id="10" name="Picture Placeholder 2">
            <a:extLst>
              <a:ext uri="{FF2B5EF4-FFF2-40B4-BE49-F238E27FC236}">
                <a16:creationId xmlns:a16="http://schemas.microsoft.com/office/drawing/2014/main" id="{F9F14B78-D072-4B88-9606-DAB6CF65255A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 rot="1560000">
            <a:off x="7970110" y="3972324"/>
            <a:ext cx="2076000" cy="4344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>
              <a:defRPr lang="en-US" sz="1200">
                <a:solidFill>
                  <a:schemeClr val="lt1"/>
                </a:solidFill>
              </a:defRPr>
            </a:lvl1pPr>
          </a:lstStyle>
          <a:p>
            <a:pPr marL="0" lvl="0" algn="ctr"/>
            <a:endParaRPr lang="en-US" dirty="0"/>
          </a:p>
        </p:txBody>
      </p:sp>
      <p:sp>
        <p:nvSpPr>
          <p:cNvPr id="12" name="Picture Placeholder 2">
            <a:extLst>
              <a:ext uri="{FF2B5EF4-FFF2-40B4-BE49-F238E27FC236}">
                <a16:creationId xmlns:a16="http://schemas.microsoft.com/office/drawing/2014/main" id="{92133701-B06D-438C-AF1A-FD2E103A9D7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 rot="1560000">
            <a:off x="10835229" y="3724358"/>
            <a:ext cx="2076000" cy="4344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>
              <a:defRPr lang="en-US" sz="1200">
                <a:solidFill>
                  <a:schemeClr val="lt1"/>
                </a:solidFill>
              </a:defRPr>
            </a:lvl1pPr>
          </a:lstStyle>
          <a:p>
            <a:pPr marL="0" lvl="0"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592521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750">
        <p14:prism dir="u"/>
      </p:transition>
    </mc:Choice>
    <mc:Fallback xmlns="">
      <p:transition spd="slow">
        <p:fade/>
      </p:transition>
    </mc:Fallback>
  </mc:AlternateContent>
</p:sldLayout>
</file>

<file path=ppt/slideLayouts/slideLayout1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OCKUP-Layout-1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5">
            <a:extLst>
              <a:ext uri="{FF2B5EF4-FFF2-40B4-BE49-F238E27FC236}">
                <a16:creationId xmlns:a16="http://schemas.microsoft.com/office/drawing/2014/main" id="{7F3A2F40-EC73-4B00-9925-A5C91233C436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1759200" y="1480800"/>
            <a:ext cx="1588800" cy="3427200"/>
          </a:xfrm>
          <a:prstGeom prst="rect">
            <a:avLst/>
          </a:prstGeom>
          <a:solidFill>
            <a:schemeClr val="accent1"/>
          </a:solidFill>
        </p:spPr>
        <p:txBody>
          <a:bodyPr/>
          <a:lstStyle>
            <a:lvl1pPr>
              <a:defRPr sz="1600"/>
            </a:lvl1pPr>
          </a:lstStyle>
          <a:p>
            <a:endParaRPr lang="uk-UA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C0AA2FCE-A6A5-40C5-9FC5-A8F862ED5D05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4222400" y="1480800"/>
            <a:ext cx="1588800" cy="3427200"/>
          </a:xfrm>
          <a:prstGeom prst="rect">
            <a:avLst/>
          </a:prstGeom>
          <a:solidFill>
            <a:schemeClr val="accent1"/>
          </a:solidFill>
        </p:spPr>
        <p:txBody>
          <a:bodyPr/>
          <a:lstStyle>
            <a:lvl1pPr>
              <a:defRPr sz="1600"/>
            </a:lvl1pPr>
          </a:lstStyle>
          <a:p>
            <a:endParaRPr lang="uk-UA"/>
          </a:p>
        </p:txBody>
      </p:sp>
      <p:sp>
        <p:nvSpPr>
          <p:cNvPr id="8" name="Picture Placeholder 5">
            <a:extLst>
              <a:ext uri="{FF2B5EF4-FFF2-40B4-BE49-F238E27FC236}">
                <a16:creationId xmlns:a16="http://schemas.microsoft.com/office/drawing/2014/main" id="{1EE707F1-1BDF-437A-A38C-27FC7F39433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685600" y="1480800"/>
            <a:ext cx="1588800" cy="3427200"/>
          </a:xfrm>
          <a:prstGeom prst="rect">
            <a:avLst/>
          </a:prstGeom>
          <a:solidFill>
            <a:schemeClr val="accent1"/>
          </a:solidFill>
        </p:spPr>
        <p:txBody>
          <a:bodyPr/>
          <a:lstStyle>
            <a:lvl1pPr>
              <a:defRPr sz="1600"/>
            </a:lvl1pPr>
          </a:lstStyle>
          <a:p>
            <a:endParaRPr lang="uk-UA"/>
          </a:p>
        </p:txBody>
      </p:sp>
      <p:sp>
        <p:nvSpPr>
          <p:cNvPr id="9" name="Picture Placeholder 5">
            <a:extLst>
              <a:ext uri="{FF2B5EF4-FFF2-40B4-BE49-F238E27FC236}">
                <a16:creationId xmlns:a16="http://schemas.microsoft.com/office/drawing/2014/main" id="{A51DB854-9C07-4915-8532-69CA23092618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9148800" y="1480800"/>
            <a:ext cx="1588800" cy="3427200"/>
          </a:xfrm>
          <a:prstGeom prst="rect">
            <a:avLst/>
          </a:prstGeom>
          <a:solidFill>
            <a:schemeClr val="accent1"/>
          </a:solidFill>
        </p:spPr>
        <p:txBody>
          <a:bodyPr/>
          <a:lstStyle>
            <a:lvl1pPr>
              <a:defRPr sz="1600"/>
            </a:lvl1pPr>
          </a:lstStyle>
          <a:p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1012330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750">
        <p14:prism dir="u"/>
      </p:transition>
    </mc:Choice>
    <mc:Fallback xmlns="">
      <p:transition spd="slow">
        <p:fade/>
      </p:transition>
    </mc:Fallback>
  </mc:AlternateContent>
</p:sldLayout>
</file>

<file path=ppt/slideLayouts/slideLayout1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OCKUP-Layout-1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5">
            <a:extLst>
              <a:ext uri="{FF2B5EF4-FFF2-40B4-BE49-F238E27FC236}">
                <a16:creationId xmlns:a16="http://schemas.microsoft.com/office/drawing/2014/main" id="{7F3A2F40-EC73-4B00-9925-A5C91233C436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1759200" y="1651000"/>
            <a:ext cx="1588800" cy="3427200"/>
          </a:xfrm>
          <a:prstGeom prst="rect">
            <a:avLst/>
          </a:prstGeom>
          <a:solidFill>
            <a:schemeClr val="accent1"/>
          </a:solidFill>
        </p:spPr>
        <p:txBody>
          <a:bodyPr/>
          <a:lstStyle>
            <a:lvl1pPr>
              <a:defRPr sz="1600"/>
            </a:lvl1pPr>
          </a:lstStyle>
          <a:p>
            <a:endParaRPr lang="uk-UA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C0AA2FCE-A6A5-40C5-9FC5-A8F862ED5D05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4222400" y="1651000"/>
            <a:ext cx="1588800" cy="3427200"/>
          </a:xfrm>
          <a:prstGeom prst="rect">
            <a:avLst/>
          </a:prstGeom>
          <a:solidFill>
            <a:schemeClr val="accent1"/>
          </a:solidFill>
        </p:spPr>
        <p:txBody>
          <a:bodyPr/>
          <a:lstStyle>
            <a:lvl1pPr>
              <a:defRPr sz="1600"/>
            </a:lvl1pPr>
          </a:lstStyle>
          <a:p>
            <a:endParaRPr lang="uk-UA"/>
          </a:p>
        </p:txBody>
      </p:sp>
      <p:sp>
        <p:nvSpPr>
          <p:cNvPr id="8" name="Picture Placeholder 5">
            <a:extLst>
              <a:ext uri="{FF2B5EF4-FFF2-40B4-BE49-F238E27FC236}">
                <a16:creationId xmlns:a16="http://schemas.microsoft.com/office/drawing/2014/main" id="{1EE707F1-1BDF-437A-A38C-27FC7F39433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685600" y="1651000"/>
            <a:ext cx="1588800" cy="3427200"/>
          </a:xfrm>
          <a:prstGeom prst="rect">
            <a:avLst/>
          </a:prstGeom>
          <a:solidFill>
            <a:schemeClr val="accent1"/>
          </a:solidFill>
        </p:spPr>
        <p:txBody>
          <a:bodyPr/>
          <a:lstStyle>
            <a:lvl1pPr>
              <a:defRPr sz="1600"/>
            </a:lvl1pPr>
          </a:lstStyle>
          <a:p>
            <a:endParaRPr lang="uk-UA"/>
          </a:p>
        </p:txBody>
      </p:sp>
      <p:sp>
        <p:nvSpPr>
          <p:cNvPr id="9" name="Picture Placeholder 5">
            <a:extLst>
              <a:ext uri="{FF2B5EF4-FFF2-40B4-BE49-F238E27FC236}">
                <a16:creationId xmlns:a16="http://schemas.microsoft.com/office/drawing/2014/main" id="{A51DB854-9C07-4915-8532-69CA23092618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9148800" y="1651000"/>
            <a:ext cx="1588800" cy="3427200"/>
          </a:xfrm>
          <a:prstGeom prst="rect">
            <a:avLst/>
          </a:prstGeom>
          <a:solidFill>
            <a:schemeClr val="accent1"/>
          </a:solidFill>
        </p:spPr>
        <p:txBody>
          <a:bodyPr/>
          <a:lstStyle>
            <a:lvl1pPr>
              <a:defRPr sz="1600"/>
            </a:lvl1pPr>
          </a:lstStyle>
          <a:p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42257437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750">
        <p14:prism dir="u"/>
      </p:transition>
    </mc:Choice>
    <mc:Fallback xmlns="">
      <p:transition spd="slow">
        <p:fade/>
      </p:transition>
    </mc:Fallback>
  </mc:AlternateContent>
</p:sldLayout>
</file>

<file path=ppt/slideLayouts/slideLayout1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OCKUP-Layout-13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5">
            <a:extLst>
              <a:ext uri="{FF2B5EF4-FFF2-40B4-BE49-F238E27FC236}">
                <a16:creationId xmlns:a16="http://schemas.microsoft.com/office/drawing/2014/main" id="{C1076E93-A81C-48AD-A313-F9508C334FC7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1737360" y="1999488"/>
            <a:ext cx="2487168" cy="3322320"/>
          </a:xfrm>
          <a:prstGeom prst="rect">
            <a:avLst/>
          </a:prstGeom>
          <a:solidFill>
            <a:schemeClr val="accent1"/>
          </a:solidFill>
        </p:spPr>
        <p:txBody>
          <a:bodyPr/>
          <a:lstStyle/>
          <a:p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120322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750">
        <p14:prism dir="u"/>
      </p:transition>
    </mc:Choice>
    <mc:Fallback xmlns="">
      <p:transition spd="slow">
        <p:fade/>
      </p:transition>
    </mc:Fallback>
  </mc:AlternateContent>
</p:sldLayout>
</file>

<file path=ppt/slideLayouts/slideLayout1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OCKUP-Layout-14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E0EF940-579A-4520-8BE8-936951931675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798400" y="1361440"/>
            <a:ext cx="3134783" cy="4165600"/>
          </a:xfrm>
          <a:prstGeom prst="rect">
            <a:avLst/>
          </a:prstGeom>
          <a:solidFill>
            <a:schemeClr val="accent1"/>
          </a:solidFill>
        </p:spPr>
        <p:txBody>
          <a:bodyPr/>
          <a:lstStyle>
            <a:lvl1pPr>
              <a:defRPr sz="1200">
                <a:solidFill>
                  <a:schemeClr val="accent4"/>
                </a:solidFill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12152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750">
        <p14:prism dir="u"/>
      </p:transition>
    </mc:Choice>
    <mc:Fallback xmlns="">
      <p:transition spd="slow">
        <p:fade/>
      </p:transition>
    </mc:Fallback>
  </mc:AlternateContent>
</p:sldLayout>
</file>

<file path=ppt/slideLayouts/slideLayout1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OCKUP-Layout-15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5">
            <a:extLst>
              <a:ext uri="{FF2B5EF4-FFF2-40B4-BE49-F238E27FC236}">
                <a16:creationId xmlns:a16="http://schemas.microsoft.com/office/drawing/2014/main" id="{8D99A39A-AA1D-4BDE-98F1-B3A30A1DAFFD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337300" y="1828800"/>
            <a:ext cx="4025900" cy="3009900"/>
          </a:xfrm>
          <a:prstGeom prst="rect">
            <a:avLst/>
          </a:prstGeom>
          <a:solidFill>
            <a:schemeClr val="accent1"/>
          </a:solidFill>
        </p:spPr>
        <p:txBody>
          <a:bodyPr/>
          <a:lstStyle/>
          <a:p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795394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750">
        <p14:prism dir="u"/>
      </p:transition>
    </mc:Choice>
    <mc:Fallback xmlns="">
      <p:transition spd="slow">
        <p:fade/>
      </p:transition>
    </mc:Fallback>
  </mc:AlternateContent>
</p:sldLayout>
</file>

<file path=ppt/slideLayouts/slideLayout1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OCKUP-Layout-16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2"/>
          <p:cNvSpPr>
            <a:spLocks noGrp="1"/>
          </p:cNvSpPr>
          <p:nvPr>
            <p:ph type="pic" sz="quarter" idx="10"/>
          </p:nvPr>
        </p:nvSpPr>
        <p:spPr>
          <a:xfrm>
            <a:off x="6870192" y="932688"/>
            <a:ext cx="6644640" cy="4980432"/>
          </a:xfrm>
          <a:prstGeom prst="rect">
            <a:avLst/>
          </a:prstGeom>
          <a:solidFill>
            <a:schemeClr val="accent1"/>
          </a:solidFill>
        </p:spPr>
        <p:txBody>
          <a:bodyPr/>
          <a:lstStyle/>
          <a:p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867080419"/>
      </p:ext>
    </p:extLst>
  </p:cSld>
  <p:clrMapOvr>
    <a:masterClrMapping/>
  </p:clrMapOvr>
</p:sldLayout>
</file>

<file path=ppt/slideLayouts/slideLayout1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OCKUP-Layout-17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2"/>
          <p:cNvSpPr>
            <a:spLocks noGrp="1"/>
          </p:cNvSpPr>
          <p:nvPr>
            <p:ph type="pic" sz="quarter" idx="10"/>
          </p:nvPr>
        </p:nvSpPr>
        <p:spPr>
          <a:xfrm rot="1800000">
            <a:off x="3547872" y="-4718304"/>
            <a:ext cx="9796272" cy="7418832"/>
          </a:xfrm>
          <a:prstGeom prst="rect">
            <a:avLst/>
          </a:prstGeom>
          <a:solidFill>
            <a:schemeClr val="accent1"/>
          </a:solidFill>
        </p:spPr>
        <p:txBody>
          <a:bodyPr/>
          <a:lstStyle/>
          <a:p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018835365"/>
      </p:ext>
    </p:extLst>
  </p:cSld>
  <p:clrMapOvr>
    <a:masterClrMapping/>
  </p:clrMapOvr>
</p:sldLayout>
</file>

<file path=ppt/slideLayouts/slideLayout1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OCKUP-Layout-18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3">
            <a:extLst>
              <a:ext uri="{FF2B5EF4-FFF2-40B4-BE49-F238E27FC236}">
                <a16:creationId xmlns:a16="http://schemas.microsoft.com/office/drawing/2014/main" id="{1A3DE550-6E56-4588-A5FD-D80A056A9D1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394984" y="1612865"/>
            <a:ext cx="5456916" cy="3378235"/>
          </a:xfrm>
          <a:prstGeom prst="rect">
            <a:avLst/>
          </a:prstGeom>
          <a:solidFill>
            <a:schemeClr val="accent1"/>
          </a:solidFill>
        </p:spPr>
        <p:txBody>
          <a:bodyPr/>
          <a:lstStyle/>
          <a:p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2167387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750">
        <p14:prism dir="u"/>
      </p:transition>
    </mc:Choice>
    <mc:Fallback xmlns="">
      <p:transition spd="slow">
        <p:fade/>
      </p:transition>
    </mc:Fallback>
  </mc:AlternateContent>
</p:sldLayout>
</file>

<file path=ppt/slideLayouts/slideLayout1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OCKUP-Layout-19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3">
            <a:extLst>
              <a:ext uri="{FF2B5EF4-FFF2-40B4-BE49-F238E27FC236}">
                <a16:creationId xmlns:a16="http://schemas.microsoft.com/office/drawing/2014/main" id="{C59725EF-3921-4A02-B0D1-A587E3AF6FFD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063215" y="2270725"/>
            <a:ext cx="3523827" cy="2169671"/>
          </a:xfrm>
          <a:prstGeom prst="rect">
            <a:avLst/>
          </a:prstGeom>
          <a:solidFill>
            <a:schemeClr val="accent1"/>
          </a:solidFill>
        </p:spPr>
        <p:txBody>
          <a:bodyPr/>
          <a:lstStyle/>
          <a:p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1024210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750">
        <p14:prism dir="u"/>
      </p:transition>
    </mc:Choice>
    <mc:Fallback xmlns="">
      <p:transition spd="slow">
        <p:fade/>
      </p:transition>
    </mc:Fallback>
  </mc:AlternateContent>
</p:sldLayout>
</file>

<file path=ppt/slideLayouts/slideLayout18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OCKUP-Layout-20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5">
            <a:extLst>
              <a:ext uri="{FF2B5EF4-FFF2-40B4-BE49-F238E27FC236}">
                <a16:creationId xmlns:a16="http://schemas.microsoft.com/office/drawing/2014/main" id="{C13FD29A-8BBA-4425-88CD-DF5868D56B5A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-700820" y="1370661"/>
            <a:ext cx="5959024" cy="3676625"/>
          </a:xfrm>
          <a:prstGeom prst="rect">
            <a:avLst/>
          </a:prstGeom>
          <a:solidFill>
            <a:schemeClr val="accent1"/>
          </a:solidFill>
        </p:spPr>
        <p:txBody>
          <a:bodyPr/>
          <a:lstStyle/>
          <a:p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6732498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750">
        <p14:prism dir="u"/>
      </p:transition>
    </mc:Choice>
    <mc:Fallback xmlns="">
      <p:transition spd="slow">
        <p:fade/>
      </p:transition>
    </mc:Fallback>
  </mc:AlternateContent>
</p:sldLayout>
</file>

<file path=ppt/slideLayouts/slideLayout18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OCKUP-Layout-2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3">
            <a:extLst>
              <a:ext uri="{FF2B5EF4-FFF2-40B4-BE49-F238E27FC236}">
                <a16:creationId xmlns:a16="http://schemas.microsoft.com/office/drawing/2014/main" id="{C59725EF-3921-4A02-B0D1-A587E3AF6FFD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720932" y="2061668"/>
            <a:ext cx="4202896" cy="2587785"/>
          </a:xfrm>
          <a:prstGeom prst="rect">
            <a:avLst/>
          </a:prstGeom>
          <a:solidFill>
            <a:schemeClr val="accent1"/>
          </a:solidFill>
        </p:spPr>
        <p:txBody>
          <a:bodyPr/>
          <a:lstStyle/>
          <a:p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7990826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750">
        <p14:prism dir="u"/>
      </p:transition>
    </mc:Choice>
    <mc:Fallback xmlns="">
      <p:transition spd="slow">
        <p:fade/>
      </p:transition>
    </mc:Fallback>
  </mc:AlternateContent>
</p:sldLayout>
</file>

<file path=ppt/slideLayouts/slideLayout18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OCKUP-Layout-2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45D560B-D2F9-4F71-BAEC-8B2E8D1C895E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438901" y="1419226"/>
            <a:ext cx="4504267" cy="3466041"/>
          </a:xfrm>
          <a:custGeom>
            <a:avLst/>
            <a:gdLst>
              <a:gd name="connsiteX0" fmla="*/ 0 w 5918200"/>
              <a:gd name="connsiteY0" fmla="*/ 0 h 3916362"/>
              <a:gd name="connsiteX1" fmla="*/ 5918200 w 5918200"/>
              <a:gd name="connsiteY1" fmla="*/ 0 h 3916362"/>
              <a:gd name="connsiteX2" fmla="*/ 5918200 w 5918200"/>
              <a:gd name="connsiteY2" fmla="*/ 3916362 h 3916362"/>
              <a:gd name="connsiteX3" fmla="*/ 0 w 5918200"/>
              <a:gd name="connsiteY3" fmla="*/ 3916362 h 3916362"/>
              <a:gd name="connsiteX4" fmla="*/ 0 w 5918200"/>
              <a:gd name="connsiteY4" fmla="*/ 0 h 3916362"/>
              <a:gd name="connsiteX0" fmla="*/ 0 w 5918200"/>
              <a:gd name="connsiteY0" fmla="*/ 0 h 3916362"/>
              <a:gd name="connsiteX1" fmla="*/ 5918200 w 5918200"/>
              <a:gd name="connsiteY1" fmla="*/ 0 h 3916362"/>
              <a:gd name="connsiteX2" fmla="*/ 5911850 w 5918200"/>
              <a:gd name="connsiteY2" fmla="*/ 3833812 h 3916362"/>
              <a:gd name="connsiteX3" fmla="*/ 0 w 5918200"/>
              <a:gd name="connsiteY3" fmla="*/ 3916362 h 3916362"/>
              <a:gd name="connsiteX4" fmla="*/ 0 w 5918200"/>
              <a:gd name="connsiteY4" fmla="*/ 0 h 3916362"/>
              <a:gd name="connsiteX0" fmla="*/ 0 w 6750050"/>
              <a:gd name="connsiteY0" fmla="*/ 1250950 h 5167312"/>
              <a:gd name="connsiteX1" fmla="*/ 6750050 w 6750050"/>
              <a:gd name="connsiteY1" fmla="*/ 0 h 5167312"/>
              <a:gd name="connsiteX2" fmla="*/ 5911850 w 6750050"/>
              <a:gd name="connsiteY2" fmla="*/ 5084762 h 5167312"/>
              <a:gd name="connsiteX3" fmla="*/ 0 w 6750050"/>
              <a:gd name="connsiteY3" fmla="*/ 5167312 h 5167312"/>
              <a:gd name="connsiteX4" fmla="*/ 0 w 6750050"/>
              <a:gd name="connsiteY4" fmla="*/ 1250950 h 5167312"/>
              <a:gd name="connsiteX0" fmla="*/ 0 w 6750050"/>
              <a:gd name="connsiteY0" fmla="*/ 1250950 h 5167312"/>
              <a:gd name="connsiteX1" fmla="*/ 6750050 w 6750050"/>
              <a:gd name="connsiteY1" fmla="*/ 0 h 5167312"/>
              <a:gd name="connsiteX2" fmla="*/ 5911850 w 6750050"/>
              <a:gd name="connsiteY2" fmla="*/ 5084762 h 5167312"/>
              <a:gd name="connsiteX3" fmla="*/ 0 w 6750050"/>
              <a:gd name="connsiteY3" fmla="*/ 5167312 h 5167312"/>
              <a:gd name="connsiteX4" fmla="*/ 0 w 6750050"/>
              <a:gd name="connsiteY4" fmla="*/ 1250950 h 5167312"/>
              <a:gd name="connsiteX0" fmla="*/ 0 w 6750050"/>
              <a:gd name="connsiteY0" fmla="*/ 1250950 h 5167312"/>
              <a:gd name="connsiteX1" fmla="*/ 6750050 w 6750050"/>
              <a:gd name="connsiteY1" fmla="*/ 0 h 5167312"/>
              <a:gd name="connsiteX2" fmla="*/ 5911850 w 6750050"/>
              <a:gd name="connsiteY2" fmla="*/ 5084762 h 5167312"/>
              <a:gd name="connsiteX3" fmla="*/ 0 w 6750050"/>
              <a:gd name="connsiteY3" fmla="*/ 5167312 h 5167312"/>
              <a:gd name="connsiteX4" fmla="*/ 0 w 6750050"/>
              <a:gd name="connsiteY4" fmla="*/ 1250950 h 5167312"/>
              <a:gd name="connsiteX0" fmla="*/ 914400 w 6750050"/>
              <a:gd name="connsiteY0" fmla="*/ 749300 h 5167312"/>
              <a:gd name="connsiteX1" fmla="*/ 6750050 w 6750050"/>
              <a:gd name="connsiteY1" fmla="*/ 0 h 5167312"/>
              <a:gd name="connsiteX2" fmla="*/ 5911850 w 6750050"/>
              <a:gd name="connsiteY2" fmla="*/ 5084762 h 5167312"/>
              <a:gd name="connsiteX3" fmla="*/ 0 w 6750050"/>
              <a:gd name="connsiteY3" fmla="*/ 5167312 h 5167312"/>
              <a:gd name="connsiteX4" fmla="*/ 914400 w 6750050"/>
              <a:gd name="connsiteY4" fmla="*/ 749300 h 5167312"/>
              <a:gd name="connsiteX0" fmla="*/ 914400 w 6756400"/>
              <a:gd name="connsiteY0" fmla="*/ 781050 h 5199062"/>
              <a:gd name="connsiteX1" fmla="*/ 6756400 w 6756400"/>
              <a:gd name="connsiteY1" fmla="*/ 0 h 5199062"/>
              <a:gd name="connsiteX2" fmla="*/ 5911850 w 6756400"/>
              <a:gd name="connsiteY2" fmla="*/ 5116512 h 5199062"/>
              <a:gd name="connsiteX3" fmla="*/ 0 w 6756400"/>
              <a:gd name="connsiteY3" fmla="*/ 5199062 h 5199062"/>
              <a:gd name="connsiteX4" fmla="*/ 914400 w 6756400"/>
              <a:gd name="connsiteY4" fmla="*/ 781050 h 51990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756400" h="5199062">
                <a:moveTo>
                  <a:pt x="914400" y="781050"/>
                </a:moveTo>
                <a:lnTo>
                  <a:pt x="6756400" y="0"/>
                </a:lnTo>
                <a:cubicBezTo>
                  <a:pt x="6557433" y="1392237"/>
                  <a:pt x="6129867" y="3838575"/>
                  <a:pt x="5911850" y="5116512"/>
                </a:cubicBezTo>
                <a:lnTo>
                  <a:pt x="0" y="5199062"/>
                </a:lnTo>
                <a:lnTo>
                  <a:pt x="914400" y="78105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>
            <a:lvl1pPr>
              <a:defRPr sz="1600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68995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750">
        <p14:prism dir="u"/>
      </p:transition>
    </mc:Choice>
    <mc:Fallback xmlns="">
      <p:transition spd="slow">
        <p:fade/>
      </p:transition>
    </mc:Fallback>
  </mc:AlternateContent>
</p:sldLayout>
</file>

<file path=ppt/slideLayouts/slideLayout19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OCKUP-Layout-23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8BFD967-56A8-431B-A205-17DC04225AF5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214808" y="2463800"/>
            <a:ext cx="3517900" cy="2180167"/>
          </a:xfrm>
          <a:prstGeom prst="rect">
            <a:avLst/>
          </a:prstGeom>
          <a:solidFill>
            <a:schemeClr val="accent1"/>
          </a:solidFill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96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750">
        <p14:prism dir="u"/>
      </p:transition>
    </mc:Choice>
    <mc:Fallback xmlns="">
      <p:transition spd="slow">
        <p:fade/>
      </p:transition>
    </mc:Fallback>
  </mc:AlternateContent>
</p:sldLayout>
</file>

<file path=ppt/slideLayouts/slideLayout19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OCKUP-Layout-24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AB1DC65-F1F7-43D0-9848-2BDFBBE28F7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178922" y="2028576"/>
            <a:ext cx="3834157" cy="2376163"/>
          </a:xfrm>
          <a:prstGeom prst="rect">
            <a:avLst/>
          </a:prstGeom>
          <a:solidFill>
            <a:schemeClr val="accent1"/>
          </a:solidFill>
        </p:spPr>
        <p:txBody>
          <a:bodyPr/>
          <a:lstStyle>
            <a:lvl1pPr>
              <a:defRPr sz="1333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591675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750">
        <p14:prism dir="u"/>
      </p:transition>
    </mc:Choice>
    <mc:Fallback xmlns="">
      <p:transition spd="slow">
        <p:fade/>
      </p:transition>
    </mc:Fallback>
  </mc:AlternateContent>
</p:sldLayout>
</file>

<file path=ppt/slideLayouts/slideLayout19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OCKUP-Layout-25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5">
            <a:extLst>
              <a:ext uri="{FF2B5EF4-FFF2-40B4-BE49-F238E27FC236}">
                <a16:creationId xmlns:a16="http://schemas.microsoft.com/office/drawing/2014/main" id="{D6F508C4-99DD-4F3B-BD69-3437179772A1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1416000" y="1656000"/>
            <a:ext cx="4346448" cy="2487168"/>
          </a:xfrm>
          <a:prstGeom prst="rect">
            <a:avLst/>
          </a:prstGeom>
          <a:solidFill>
            <a:schemeClr val="accent1"/>
          </a:solidFill>
        </p:spPr>
        <p:txBody>
          <a:bodyPr/>
          <a:lstStyle/>
          <a:p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4525927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750">
        <p14:prism dir="u"/>
      </p:transition>
    </mc:Choice>
    <mc:Fallback xmlns="">
      <p:transition spd="slow">
        <p:fade/>
      </p:transition>
    </mc:Fallback>
  </mc:AlternateContent>
</p:sldLayout>
</file>

<file path=ppt/slideLayouts/slideLayout19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OCKUP-Layout-26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5">
            <a:extLst>
              <a:ext uri="{FF2B5EF4-FFF2-40B4-BE49-F238E27FC236}">
                <a16:creationId xmlns:a16="http://schemas.microsoft.com/office/drawing/2014/main" id="{D6F508C4-99DD-4F3B-BD69-3437179772A1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086879" y="1738469"/>
            <a:ext cx="4346448" cy="2487168"/>
          </a:xfrm>
          <a:prstGeom prst="rect">
            <a:avLst/>
          </a:prstGeom>
          <a:solidFill>
            <a:schemeClr val="accent1"/>
          </a:solidFill>
        </p:spPr>
        <p:txBody>
          <a:bodyPr/>
          <a:lstStyle/>
          <a:p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108000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750">
        <p14:prism dir="u"/>
      </p:transition>
    </mc:Choice>
    <mc:Fallback xmlns="">
      <p:transition spd="slow">
        <p:fade/>
      </p:transition>
    </mc:Fallback>
  </mc:AlternateContent>
</p:sldLayout>
</file>

<file path=ppt/slideLayouts/slideLayout19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OCKUP-Layout-27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AB1DC65-F1F7-43D0-9848-2BDFBBE28F7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119034" y="2087034"/>
            <a:ext cx="3953933" cy="2252133"/>
          </a:xfrm>
          <a:prstGeom prst="rect">
            <a:avLst/>
          </a:prstGeom>
          <a:solidFill>
            <a:schemeClr val="accent1"/>
          </a:solidFill>
        </p:spPr>
        <p:txBody>
          <a:bodyPr/>
          <a:lstStyle>
            <a:lvl1pPr>
              <a:defRPr sz="1333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346700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750">
        <p14:prism dir="u"/>
      </p:transition>
    </mc:Choice>
    <mc:Fallback xmlns="">
      <p:transition spd="slow">
        <p:fade/>
      </p:transition>
    </mc:Fallback>
  </mc:AlternateContent>
</p:sldLayout>
</file>

<file path=ppt/slideLayouts/slideLayout19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OCKUP-Layout-28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2">
            <a:extLst>
              <a:ext uri="{FF2B5EF4-FFF2-40B4-BE49-F238E27FC236}">
                <a16:creationId xmlns:a16="http://schemas.microsoft.com/office/drawing/2014/main" id="{054CB6AF-2D11-466A-854D-D9FCE0A11361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1971675" y="2049404"/>
            <a:ext cx="2822575" cy="1592322"/>
          </a:xfrm>
          <a:prstGeom prst="rect">
            <a:avLst/>
          </a:prstGeom>
          <a:solidFill>
            <a:schemeClr val="accent1"/>
          </a:solidFill>
        </p:spPr>
        <p:txBody>
          <a:bodyPr/>
          <a:lstStyle>
            <a:lvl1pPr>
              <a:defRPr sz="1333"/>
            </a:lvl1pPr>
          </a:lstStyle>
          <a:p>
            <a:endParaRPr lang="en-US"/>
          </a:p>
        </p:txBody>
      </p:sp>
      <p:sp>
        <p:nvSpPr>
          <p:cNvPr id="16" name="Picture Placeholder 2">
            <a:extLst>
              <a:ext uri="{FF2B5EF4-FFF2-40B4-BE49-F238E27FC236}">
                <a16:creationId xmlns:a16="http://schemas.microsoft.com/office/drawing/2014/main" id="{BE875F6D-EBF4-49B4-BF83-6FAAAA15616E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7393557" y="2049404"/>
            <a:ext cx="2822575" cy="1592322"/>
          </a:xfrm>
          <a:prstGeom prst="rect">
            <a:avLst/>
          </a:prstGeom>
          <a:solidFill>
            <a:schemeClr val="accent1"/>
          </a:solidFill>
        </p:spPr>
        <p:txBody>
          <a:bodyPr/>
          <a:lstStyle>
            <a:lvl1pPr>
              <a:defRPr sz="1333"/>
            </a:lvl1pPr>
          </a:lstStyle>
          <a:p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EEB4D78-79B6-4F4C-B409-C47AFC95006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224338" y="1658409"/>
            <a:ext cx="3743325" cy="2118783"/>
          </a:xfrm>
          <a:prstGeom prst="rect">
            <a:avLst/>
          </a:prstGeom>
          <a:solidFill>
            <a:schemeClr val="accent1"/>
          </a:solidFill>
        </p:spPr>
        <p:txBody>
          <a:bodyPr/>
          <a:lstStyle>
            <a:lvl1pPr>
              <a:defRPr sz="1333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139000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750">
        <p14:prism dir="u"/>
      </p:transition>
    </mc:Choice>
    <mc:Fallback xmlns="">
      <p:transition spd="slow">
        <p:fade/>
      </p:transition>
    </mc:Fallback>
  </mc:AlternateContent>
</p:sldLayout>
</file>

<file path=ppt/slideLayouts/slideLayout19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OCKUP-Layout-29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835C6EA-9DC7-4965-949E-CF14D2C854E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2133600" y="2067561"/>
            <a:ext cx="2270549" cy="2697903"/>
          </a:xfrm>
          <a:prstGeom prst="roundRect">
            <a:avLst>
              <a:gd name="adj" fmla="val 14877"/>
            </a:avLst>
          </a:prstGeom>
          <a:solidFill>
            <a:schemeClr val="accent1"/>
          </a:solidFill>
        </p:spPr>
        <p:txBody>
          <a:bodyPr/>
          <a:lstStyle>
            <a:lvl1pPr>
              <a:defRPr sz="1333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18495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750">
        <p14:prism dir="u"/>
      </p:transition>
    </mc:Choice>
    <mc:Fallback xmlns="">
      <p:transition spd="slow">
        <p:fade/>
      </p:transition>
    </mc:Fallback>
  </mc:AlternateContent>
</p:sldLayout>
</file>

<file path=ppt/slideLayouts/slideLayout19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OCKUP-Layout-30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835C6EA-9DC7-4965-949E-CF14D2C854E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071558" y="2468034"/>
            <a:ext cx="1727663" cy="2015067"/>
          </a:xfrm>
          <a:prstGeom prst="roundRect">
            <a:avLst>
              <a:gd name="adj" fmla="val 14877"/>
            </a:avLst>
          </a:prstGeom>
          <a:solidFill>
            <a:schemeClr val="accent1"/>
          </a:solidFill>
        </p:spPr>
        <p:txBody>
          <a:bodyPr/>
          <a:lstStyle>
            <a:lvl1pPr>
              <a:defRPr sz="1333"/>
            </a:lvl1pPr>
          </a:lstStyle>
          <a:p>
            <a:endParaRPr lang="en-US"/>
          </a:p>
        </p:txBody>
      </p:sp>
      <p:sp>
        <p:nvSpPr>
          <p:cNvPr id="10" name="Picture Placeholder 2">
            <a:extLst>
              <a:ext uri="{FF2B5EF4-FFF2-40B4-BE49-F238E27FC236}">
                <a16:creationId xmlns:a16="http://schemas.microsoft.com/office/drawing/2014/main" id="{74C6A049-70BF-4E57-B30A-1B1BD88032BC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5811718" y="2656840"/>
            <a:ext cx="1414058" cy="1688255"/>
          </a:xfrm>
          <a:prstGeom prst="roundRect">
            <a:avLst>
              <a:gd name="adj" fmla="val 16542"/>
            </a:avLst>
          </a:prstGeom>
          <a:solidFill>
            <a:schemeClr val="accent1"/>
          </a:solidFill>
        </p:spPr>
        <p:txBody>
          <a:bodyPr/>
          <a:lstStyle>
            <a:lvl1pPr>
              <a:defRPr sz="1333"/>
            </a:lvl1pPr>
          </a:lstStyle>
          <a:p>
            <a:endParaRPr lang="en-US"/>
          </a:p>
        </p:txBody>
      </p:sp>
      <p:sp>
        <p:nvSpPr>
          <p:cNvPr id="12" name="Picture Placeholder 2">
            <a:extLst>
              <a:ext uri="{FF2B5EF4-FFF2-40B4-BE49-F238E27FC236}">
                <a16:creationId xmlns:a16="http://schemas.microsoft.com/office/drawing/2014/main" id="{1AF1054F-EE12-4246-A84C-F3DEC7330B90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8595135" y="2656840"/>
            <a:ext cx="1414058" cy="1688255"/>
          </a:xfrm>
          <a:prstGeom prst="roundRect">
            <a:avLst>
              <a:gd name="adj" fmla="val 16542"/>
            </a:avLst>
          </a:prstGeom>
          <a:solidFill>
            <a:schemeClr val="accent1"/>
          </a:solidFill>
        </p:spPr>
        <p:txBody>
          <a:bodyPr/>
          <a:lstStyle>
            <a:lvl1pPr>
              <a:defRPr sz="1333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213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750">
        <p14:prism dir="u"/>
      </p:transition>
    </mc:Choice>
    <mc:Fallback xmlns="">
      <p:transition spd="slow">
        <p:fade/>
      </p:transition>
    </mc:Fallback>
  </mc:AlternateContent>
</p:sldLayout>
</file>

<file path=ppt/slideLayouts/slideLayout19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OCKUP-Layout-3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259CEDF-23B2-41CD-A753-8733F5FBF7C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240300" y="1955800"/>
            <a:ext cx="6198785" cy="3363829"/>
          </a:xfrm>
          <a:prstGeom prst="rect">
            <a:avLst/>
          </a:prstGeom>
          <a:solidFill>
            <a:schemeClr val="accent1"/>
          </a:solidFill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9981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750">
        <p14:prism dir="u"/>
      </p:transition>
    </mc:Choice>
    <mc:Fallback xmlns="">
      <p:transition spd="slow">
        <p:fade/>
      </p:transition>
    </mc:Fallback>
  </mc:AlternateContent>
</p:sldLayout>
</file>

<file path=ppt/slideLayouts/slideLayout19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MOCKUP option 17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835C6EA-9DC7-4965-949E-CF14D2C854E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404149" y="1955800"/>
            <a:ext cx="6198785" cy="3363829"/>
          </a:xfrm>
          <a:prstGeom prst="roundRect">
            <a:avLst>
              <a:gd name="adj" fmla="val 0"/>
            </a:avLst>
          </a:prstGeom>
          <a:solidFill>
            <a:schemeClr val="accent1"/>
          </a:solidFill>
        </p:spPr>
        <p:txBody>
          <a:bodyPr/>
          <a:lstStyle>
            <a:lvl1pPr>
              <a:defRPr sz="1333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45539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750">
        <p14:prism dir="u"/>
      </p:transition>
    </mc:Choice>
    <mc:Fallback xmlns="">
      <p:transition spd="slow">
        <p:fade/>
      </p:transition>
    </mc:Fallback>
  </mc:AlternateContent>
</p:sldLayout>
</file>

<file path=ppt/slideLayouts/slideLayout20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IMAGE-02-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FBC792C5-AFAE-465C-A73B-2CB890A1FFE4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357400" y="895096"/>
            <a:ext cx="4963601" cy="5073904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>
                <a:solidFill>
                  <a:schemeClr val="bg1"/>
                </a:solidFill>
              </a:defRPr>
            </a:lvl1pPr>
          </a:lstStyle>
          <a:p>
            <a:pPr lvl="0"/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891550956"/>
      </p:ext>
    </p:extLst>
  </p:cSld>
  <p:clrMapOvr>
    <a:masterClrMapping/>
  </p:clrMapOvr>
</p:sldLayout>
</file>

<file path=ppt/slideLayouts/slideLayout20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IMAGE-03-round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3">
            <a:extLst>
              <a:ext uri="{FF2B5EF4-FFF2-40B4-BE49-F238E27FC236}">
                <a16:creationId xmlns:a16="http://schemas.microsoft.com/office/drawing/2014/main" id="{3C9C7632-F851-49E5-B077-28366D421B38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920694" y="945896"/>
            <a:ext cx="4864211" cy="4972304"/>
          </a:xfrm>
          <a:prstGeom prst="roundRect">
            <a:avLst>
              <a:gd name="adj" fmla="val 3673"/>
            </a:avLst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>
                <a:solidFill>
                  <a:schemeClr val="bg1"/>
                </a:solidFill>
              </a:defRPr>
            </a:lvl1pPr>
          </a:lstStyle>
          <a:p>
            <a:pPr lvl="0"/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457216389"/>
      </p:ext>
    </p:extLst>
  </p:cSld>
  <p:clrMapOvr>
    <a:masterClrMapping/>
  </p:clrMapOvr>
</p:sldLayout>
</file>

<file path=ppt/slideLayouts/slideLayout20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-0-0-LR-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FC388EDD-4178-4123-A0D5-B75FCC358F4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654800" y="1346200"/>
            <a:ext cx="4368800" cy="41656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en-US" sz="1867" dirty="0">
                <a:solidFill>
                  <a:schemeClr val="bg1"/>
                </a:solidFill>
              </a:defRPr>
            </a:lvl1pPr>
          </a:lstStyle>
          <a:p>
            <a:pPr lvl="0"/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580C9909-7F69-4488-B2DE-12E236D2CD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1346201"/>
            <a:ext cx="4876800" cy="4165600"/>
          </a:xfrm>
          <a:prstGeom prst="rect">
            <a:avLst/>
          </a:prstGeom>
        </p:spPr>
        <p:txBody>
          <a:bodyPr anchor="ctr"/>
          <a:lstStyle>
            <a:lvl1pPr algn="r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5334" kern="1200" dirty="0">
                <a:gradFill>
                  <a:gsLst>
                    <a:gs pos="75000">
                      <a:schemeClr val="accent4"/>
                    </a:gs>
                    <a:gs pos="25000">
                      <a:schemeClr val="accent2"/>
                    </a:gs>
                    <a:gs pos="100000">
                      <a:schemeClr val="accent5"/>
                    </a:gs>
                    <a:gs pos="50000">
                      <a:schemeClr val="accent3"/>
                    </a:gs>
                    <a:gs pos="1000">
                      <a:schemeClr val="accent1"/>
                    </a:gs>
                  </a:gsLst>
                  <a:lin ang="9000000" scaled="0"/>
                </a:gradFill>
                <a:latin typeface="+mj-lt"/>
                <a:ea typeface="Source Sans Pro Black" panose="020B0803030403020204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865247360"/>
      </p:ext>
    </p:extLst>
  </p:cSld>
  <p:clrMapOvr>
    <a:masterClrMapping/>
  </p:clrMapOvr>
</p:sldLayout>
</file>

<file path=ppt/slideLayouts/slideLayout20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-0-0-HR-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80C9909-7F69-4488-B2DE-12E236D2CD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609600"/>
            <a:ext cx="4876800" cy="3124200"/>
          </a:xfrm>
          <a:prstGeom prst="rect">
            <a:avLst/>
          </a:prstGeom>
        </p:spPr>
        <p:txBody>
          <a:bodyPr/>
          <a:lstStyle>
            <a:lvl1pPr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5334" kern="1200" dirty="0">
                <a:gradFill>
                  <a:gsLst>
                    <a:gs pos="75000">
                      <a:schemeClr val="accent4"/>
                    </a:gs>
                    <a:gs pos="25000">
                      <a:schemeClr val="accent2"/>
                    </a:gs>
                    <a:gs pos="100000">
                      <a:schemeClr val="accent5"/>
                    </a:gs>
                    <a:gs pos="50000">
                      <a:schemeClr val="accent3"/>
                    </a:gs>
                    <a:gs pos="1000">
                      <a:schemeClr val="accent1"/>
                    </a:gs>
                  </a:gsLst>
                  <a:lin ang="9000000" scaled="0"/>
                </a:gradFill>
                <a:latin typeface="+mj-lt"/>
                <a:ea typeface="Source Sans Pro Black" panose="020B0803030403020204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6" name="Picture Placeholder 3">
            <a:extLst>
              <a:ext uri="{FF2B5EF4-FFF2-40B4-BE49-F238E27FC236}">
                <a16:creationId xmlns:a16="http://schemas.microsoft.com/office/drawing/2014/main" id="{9C3E7550-4A4D-44BE-BE01-A0F04007917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en-US" sz="1867">
                <a:solidFill>
                  <a:schemeClr val="bg1"/>
                </a:solidFill>
              </a:defRPr>
            </a:lvl1pPr>
          </a:lstStyle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0253739"/>
      </p:ext>
    </p:extLst>
  </p:cSld>
  <p:clrMapOvr>
    <a:masterClrMapping/>
  </p:clrMapOvr>
</p:sldLayout>
</file>

<file path=ppt/slideLayouts/slideLayout20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-0-0-HL-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3">
            <a:extLst>
              <a:ext uri="{FF2B5EF4-FFF2-40B4-BE49-F238E27FC236}">
                <a16:creationId xmlns:a16="http://schemas.microsoft.com/office/drawing/2014/main" id="{A25268F9-F44F-4203-84C4-DD8EC7603BDE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en-US" sz="1867">
                <a:solidFill>
                  <a:schemeClr val="bg1"/>
                </a:solidFill>
              </a:defRPr>
            </a:lvl1pPr>
          </a:lstStyle>
          <a:p>
            <a:pPr lvl="0"/>
            <a:endParaRPr lang="en-US"/>
          </a:p>
        </p:txBody>
      </p:sp>
      <p:sp>
        <p:nvSpPr>
          <p:cNvPr id="14" name="Title 2">
            <a:extLst>
              <a:ext uri="{FF2B5EF4-FFF2-40B4-BE49-F238E27FC236}">
                <a16:creationId xmlns:a16="http://schemas.microsoft.com/office/drawing/2014/main" id="{BB72713A-369B-4E38-A685-B8BFEE3E66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05600" y="609600"/>
            <a:ext cx="4876800" cy="5257800"/>
          </a:xfrm>
          <a:prstGeom prst="rect">
            <a:avLst/>
          </a:prstGeom>
        </p:spPr>
        <p:txBody>
          <a:bodyPr/>
          <a:lstStyle>
            <a:lvl1pPr algn="r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5334" kern="1200" dirty="0">
                <a:gradFill>
                  <a:gsLst>
                    <a:gs pos="75000">
                      <a:schemeClr val="accent4"/>
                    </a:gs>
                    <a:gs pos="25000">
                      <a:schemeClr val="accent2"/>
                    </a:gs>
                    <a:gs pos="100000">
                      <a:schemeClr val="accent5"/>
                    </a:gs>
                    <a:gs pos="50000">
                      <a:schemeClr val="accent3"/>
                    </a:gs>
                    <a:gs pos="1000">
                      <a:schemeClr val="accent1"/>
                    </a:gs>
                  </a:gsLst>
                  <a:lin ang="9000000" scaled="0"/>
                </a:gradFill>
                <a:latin typeface="+mj-lt"/>
                <a:ea typeface="Source Sans Pro Black" panose="020B0803030403020204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017014661"/>
      </p:ext>
    </p:extLst>
  </p:cSld>
  <p:clrMapOvr>
    <a:masterClrMapping/>
  </p:clrMapOvr>
</p:sldLayout>
</file>

<file path=ppt/slideLayouts/slideLayout20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-0-0-LV-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17">
            <a:extLst>
              <a:ext uri="{FF2B5EF4-FFF2-40B4-BE49-F238E27FC236}">
                <a16:creationId xmlns:a16="http://schemas.microsoft.com/office/drawing/2014/main" id="{6C2B1033-EE10-44C8-A170-FB72EDAD016F}"/>
              </a:ext>
            </a:extLst>
          </p:cNvPr>
          <p:cNvSpPr>
            <a:spLocks noGrp="1" noChangeAspect="1"/>
          </p:cNvSpPr>
          <p:nvPr>
            <p:ph type="pic" sz="quarter" idx="10" hasCustomPrompt="1"/>
          </p:nvPr>
        </p:nvSpPr>
        <p:spPr>
          <a:xfrm>
            <a:off x="609600" y="609600"/>
            <a:ext cx="10972800" cy="2445192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en-US" sz="1867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Picture</a:t>
            </a:r>
          </a:p>
        </p:txBody>
      </p:sp>
      <p:sp>
        <p:nvSpPr>
          <p:cNvPr id="10" name="Title 2">
            <a:extLst>
              <a:ext uri="{FF2B5EF4-FFF2-40B4-BE49-F238E27FC236}">
                <a16:creationId xmlns:a16="http://schemas.microsoft.com/office/drawing/2014/main" id="{6E453FF6-0C1C-4904-9DA6-37C297942B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3535680"/>
            <a:ext cx="10972800" cy="1722120"/>
          </a:xfrm>
          <a:prstGeom prst="rect">
            <a:avLst/>
          </a:prstGeom>
        </p:spPr>
        <p:txBody>
          <a:bodyPr/>
          <a:lstStyle>
            <a:lvl1pPr algn="ctr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4800" kern="1200" dirty="0">
                <a:gradFill>
                  <a:gsLst>
                    <a:gs pos="75000">
                      <a:schemeClr val="accent4"/>
                    </a:gs>
                    <a:gs pos="25000">
                      <a:schemeClr val="accent2"/>
                    </a:gs>
                    <a:gs pos="100000">
                      <a:schemeClr val="accent5"/>
                    </a:gs>
                    <a:gs pos="50000">
                      <a:schemeClr val="accent3"/>
                    </a:gs>
                    <a:gs pos="1000">
                      <a:schemeClr val="accent1"/>
                    </a:gs>
                  </a:gsLst>
                  <a:lin ang="9000000" scaled="0"/>
                </a:gradFill>
                <a:latin typeface="+mj-lt"/>
                <a:ea typeface="Source Sans Pro Black" panose="020B0803030403020204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800375223"/>
      </p:ext>
    </p:extLst>
  </p:cSld>
  <p:clrMapOvr>
    <a:masterClrMapping/>
  </p:clrMapOvr>
</p:sldLayout>
</file>

<file path=ppt/slideLayouts/slideLayout20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-0-0-LV-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FC388EDD-4178-4123-A0D5-B75FCC358F4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09600" y="2362200"/>
            <a:ext cx="10972800" cy="3549063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en-US" sz="1867">
                <a:solidFill>
                  <a:schemeClr val="bg1"/>
                </a:solidFill>
              </a:defRPr>
            </a:lvl1pPr>
          </a:lstStyle>
          <a:p>
            <a:pPr lvl="0"/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580C9909-7F69-4488-B2DE-12E236D2CD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609601"/>
            <a:ext cx="10972800" cy="1326091"/>
          </a:xfrm>
          <a:prstGeom prst="rect">
            <a:avLst/>
          </a:prstGeom>
        </p:spPr>
        <p:txBody>
          <a:bodyPr/>
          <a:lstStyle>
            <a:lvl1pPr algn="ctr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4800" kern="1200" dirty="0">
                <a:gradFill>
                  <a:gsLst>
                    <a:gs pos="75000">
                      <a:schemeClr val="accent4"/>
                    </a:gs>
                    <a:gs pos="25000">
                      <a:schemeClr val="accent2"/>
                    </a:gs>
                    <a:gs pos="100000">
                      <a:schemeClr val="accent5"/>
                    </a:gs>
                    <a:gs pos="50000">
                      <a:schemeClr val="accent3"/>
                    </a:gs>
                    <a:gs pos="1000">
                      <a:schemeClr val="accent1"/>
                    </a:gs>
                  </a:gsLst>
                  <a:lin ang="9000000" scaled="0"/>
                </a:gradFill>
                <a:latin typeface="+mj-lt"/>
                <a:ea typeface="Source Sans Pro Black" panose="020B0803030403020204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637545804"/>
      </p:ext>
    </p:extLst>
  </p:cSld>
  <p:clrMapOvr>
    <a:masterClrMapping/>
  </p:clrMapOvr>
</p:sldLayout>
</file>

<file path=ppt/slideLayouts/slideLayout20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-0-1-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2">
            <a:extLst>
              <a:ext uri="{FF2B5EF4-FFF2-40B4-BE49-F238E27FC236}">
                <a16:creationId xmlns:a16="http://schemas.microsoft.com/office/drawing/2014/main" id="{6E453FF6-0C1C-4904-9DA6-37C297942B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2623820"/>
            <a:ext cx="9144000" cy="1610360"/>
          </a:xfrm>
          <a:prstGeom prst="rect">
            <a:avLst/>
          </a:prstGeom>
        </p:spPr>
        <p:txBody>
          <a:bodyPr anchor="ctr"/>
          <a:lstStyle>
            <a:lvl1pPr algn="ctr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4800" kern="1200" dirty="0">
                <a:gradFill>
                  <a:gsLst>
                    <a:gs pos="75000">
                      <a:schemeClr val="accent4"/>
                    </a:gs>
                    <a:gs pos="25000">
                      <a:schemeClr val="accent2"/>
                    </a:gs>
                    <a:gs pos="100000">
                      <a:schemeClr val="accent5"/>
                    </a:gs>
                    <a:gs pos="50000">
                      <a:schemeClr val="accent3"/>
                    </a:gs>
                    <a:gs pos="1000">
                      <a:schemeClr val="accent1"/>
                    </a:gs>
                  </a:gsLst>
                  <a:lin ang="9000000" scaled="0"/>
                </a:gradFill>
                <a:latin typeface="+mj-lt"/>
                <a:ea typeface="Source Sans Pro Black" panose="020B0803030403020204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A31E250B-D855-4CE5-B3FC-FF9838360D4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352800" y="609600"/>
            <a:ext cx="5486400" cy="266740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333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ADD YOUR OVERLINE</a:t>
            </a:r>
          </a:p>
        </p:txBody>
      </p:sp>
    </p:spTree>
    <p:extLst>
      <p:ext uri="{BB962C8B-B14F-4D97-AF65-F5344CB8AC3E}">
        <p14:creationId xmlns:p14="http://schemas.microsoft.com/office/powerpoint/2010/main" val="311108631"/>
      </p:ext>
    </p:extLst>
  </p:cSld>
  <p:clrMapOvr>
    <a:masterClrMapping/>
  </p:clrMapOvr>
</p:sldLayout>
</file>

<file path=ppt/slideLayouts/slideLayout20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2-0-1-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2">
            <a:extLst>
              <a:ext uri="{FF2B5EF4-FFF2-40B4-BE49-F238E27FC236}">
                <a16:creationId xmlns:a16="http://schemas.microsoft.com/office/drawing/2014/main" id="{6E453FF6-0C1C-4904-9DA6-37C297942B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1848909"/>
            <a:ext cx="9753600" cy="1986491"/>
          </a:xfrm>
          <a:prstGeom prst="rect">
            <a:avLst/>
          </a:prstGeom>
        </p:spPr>
        <p:txBody>
          <a:bodyPr/>
          <a:lstStyle>
            <a:lvl1pPr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6400" kern="1200" dirty="0">
                <a:gradFill>
                  <a:gsLst>
                    <a:gs pos="75000">
                      <a:schemeClr val="accent4"/>
                    </a:gs>
                    <a:gs pos="25000">
                      <a:schemeClr val="accent2"/>
                    </a:gs>
                    <a:gs pos="100000">
                      <a:schemeClr val="accent5"/>
                    </a:gs>
                    <a:gs pos="50000">
                      <a:schemeClr val="accent3"/>
                    </a:gs>
                    <a:gs pos="1000">
                      <a:schemeClr val="accent1"/>
                    </a:gs>
                  </a:gsLst>
                  <a:lin ang="9000000" scaled="0"/>
                </a:gradFill>
                <a:latin typeface="+mj-lt"/>
                <a:ea typeface="Source Sans Pro Black" panose="020B0803030403020204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A31E250B-D855-4CE5-B3FC-FF9838360D4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09600" y="781030"/>
            <a:ext cx="5486400" cy="266740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333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ADD YOUR OVERLINE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8B17A8B3-2E0B-4008-8D12-937045378D7A}"/>
              </a:ext>
            </a:extLst>
          </p:cNvPr>
          <p:cNvCxnSpPr>
            <a:cxnSpLocks/>
          </p:cNvCxnSpPr>
          <p:nvPr userDrawn="1"/>
        </p:nvCxnSpPr>
        <p:spPr>
          <a:xfrm>
            <a:off x="609600" y="609600"/>
            <a:ext cx="10972800" cy="0"/>
          </a:xfrm>
          <a:prstGeom prst="line">
            <a:avLst/>
          </a:prstGeom>
          <a:ln w="38100" cap="sq">
            <a:solidFill>
              <a:schemeClr val="bg2">
                <a:lumMod val="60000"/>
                <a:lumOff val="40000"/>
              </a:schemeClr>
            </a:solidFill>
            <a:bevel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7DA103F-6DA9-47BE-BDEC-5A9FD4B1C88A}"/>
              </a:ext>
            </a:extLst>
          </p:cNvPr>
          <p:cNvCxnSpPr>
            <a:cxnSpLocks/>
          </p:cNvCxnSpPr>
          <p:nvPr userDrawn="1"/>
        </p:nvCxnSpPr>
        <p:spPr>
          <a:xfrm>
            <a:off x="609600" y="1219200"/>
            <a:ext cx="10972800" cy="0"/>
          </a:xfrm>
          <a:prstGeom prst="line">
            <a:avLst/>
          </a:prstGeom>
          <a:ln w="38100" cap="sq">
            <a:solidFill>
              <a:schemeClr val="bg2">
                <a:lumMod val="60000"/>
                <a:lumOff val="40000"/>
              </a:schemeClr>
            </a:solidFill>
            <a:bevel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0985125"/>
      </p:ext>
    </p:extLst>
  </p:cSld>
  <p:clrMapOvr>
    <a:masterClrMapping/>
  </p:clrMapOvr>
</p:sldLayout>
</file>

<file path=ppt/slideLayouts/slideLayout20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AGENDA-05-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3">
            <a:extLst>
              <a:ext uri="{FF2B5EF4-FFF2-40B4-BE49-F238E27FC236}">
                <a16:creationId xmlns:a16="http://schemas.microsoft.com/office/drawing/2014/main" id="{2968164A-D4D9-413F-B806-727380F363AD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" y="1854200"/>
            <a:ext cx="12191999" cy="341376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en-US" sz="1867">
                <a:solidFill>
                  <a:schemeClr val="bg1"/>
                </a:solidFill>
              </a:defRPr>
            </a:lvl1pPr>
          </a:lstStyle>
          <a:p>
            <a:pPr lvl="0"/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6E9607AA-328C-6A47-BA55-7972C38B630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62000" y="774192"/>
            <a:ext cx="10668001" cy="609600"/>
          </a:xfrm>
          <a:prstGeom prst="rect">
            <a:avLst/>
          </a:prstGeom>
        </p:spPr>
        <p:txBody>
          <a:bodyPr anchor="ctr"/>
          <a:lstStyle>
            <a:lvl1pPr marL="0" algn="ctr" defTabSz="914446" rtl="0" eaLnBrk="1" latinLnBrk="0" hangingPunct="1">
              <a:defRPr lang="en-US" sz="4400" kern="1200" dirty="0">
                <a:solidFill>
                  <a:schemeClr val="bg1"/>
                </a:solidFill>
                <a:latin typeface="+mj-lt"/>
                <a:ea typeface="Source Sans Pro Black" panose="020B0803030403020204" pitchFamily="34" charset="0"/>
                <a:cs typeface="+mn-cs"/>
              </a:defRPr>
            </a:lvl1pPr>
          </a:lstStyle>
          <a:p>
            <a:pPr marL="0" lvl="0" indent="0" algn="ctr">
              <a:spcBef>
                <a:spcPts val="1000"/>
              </a:spcBef>
              <a:buFont typeface="Arial" panose="020B0604020202020204" pitchFamily="34" charset="0"/>
            </a:pPr>
            <a:r>
              <a:rPr lang="en-US" dirty="0"/>
              <a:t>Your Title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45D5674-63E8-C243-BEC8-63AA19D7C4F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62000" y="396240"/>
            <a:ext cx="10668001" cy="355601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lang="en-UA" sz="1600" kern="1200" spc="333" dirty="0">
                <a:solidFill>
                  <a:schemeClr val="tx2"/>
                </a:solidFill>
                <a:latin typeface="+mn-lt"/>
                <a:ea typeface="Roboto Thin" pitchFamily="2" charset="0"/>
                <a:cs typeface="+mn-cs"/>
              </a:defRPr>
            </a:lvl1pPr>
          </a:lstStyle>
          <a:p>
            <a:pPr marL="0" lvl="0" algn="ctr" defTabSz="914446" rtl="0" eaLnBrk="1" latinLnBrk="0" hangingPunct="1"/>
            <a:r>
              <a:rPr lang="en-UA" dirty="0"/>
              <a:t>YOUR SUBTITLE</a:t>
            </a:r>
          </a:p>
        </p:txBody>
      </p:sp>
    </p:spTree>
    <p:extLst>
      <p:ext uri="{BB962C8B-B14F-4D97-AF65-F5344CB8AC3E}">
        <p14:creationId xmlns:p14="http://schemas.microsoft.com/office/powerpoint/2010/main" val="3934368244"/>
      </p:ext>
    </p:extLst>
  </p:cSld>
  <p:clrMapOvr>
    <a:masterClrMapping/>
  </p:clrMapOvr>
</p:sldLayout>
</file>

<file path=ppt/slideLayouts/slideLayout2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AGENDA-06-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icture Placeholder 5"/>
          <p:cNvSpPr>
            <a:spLocks noGrp="1"/>
          </p:cNvSpPr>
          <p:nvPr>
            <p:ph type="pic" sz="quarter" idx="11"/>
          </p:nvPr>
        </p:nvSpPr>
        <p:spPr>
          <a:xfrm>
            <a:off x="0" y="1725168"/>
            <a:ext cx="12192000" cy="231648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>
                <a:solidFill>
                  <a:schemeClr val="bg1"/>
                </a:solidFill>
              </a:defRPr>
            </a:lvl1pPr>
          </a:lstStyle>
          <a:p>
            <a:pPr lvl="0"/>
            <a:endParaRPr lang="uk-UA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B5B7ED05-6BE5-404E-B123-A15F21DCA52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62000" y="774192"/>
            <a:ext cx="10668001" cy="609600"/>
          </a:xfrm>
          <a:prstGeom prst="rect">
            <a:avLst/>
          </a:prstGeom>
        </p:spPr>
        <p:txBody>
          <a:bodyPr anchor="ctr"/>
          <a:lstStyle>
            <a:lvl1pPr marL="0" algn="ctr" defTabSz="914446" rtl="0" eaLnBrk="1" latinLnBrk="0" hangingPunct="1">
              <a:defRPr lang="en-US" sz="4400" kern="1200" dirty="0">
                <a:solidFill>
                  <a:schemeClr val="bg1"/>
                </a:solidFill>
                <a:latin typeface="+mj-lt"/>
                <a:ea typeface="Source Sans Pro Black" panose="020B0803030403020204" pitchFamily="34" charset="0"/>
                <a:cs typeface="+mn-cs"/>
              </a:defRPr>
            </a:lvl1pPr>
          </a:lstStyle>
          <a:p>
            <a:pPr marL="0" lvl="0" indent="0" algn="ctr">
              <a:spcBef>
                <a:spcPts val="1000"/>
              </a:spcBef>
              <a:buFont typeface="Arial" panose="020B0604020202020204" pitchFamily="34" charset="0"/>
            </a:pPr>
            <a:r>
              <a:rPr lang="en-US" dirty="0"/>
              <a:t>YOUR TITLE</a:t>
            </a:r>
          </a:p>
        </p:txBody>
      </p: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29C676B4-FAF3-0D4E-83C5-9499FF8D7F9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62000" y="396240"/>
            <a:ext cx="10668001" cy="355601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lang="en-UA" sz="1600" kern="1200" spc="333" dirty="0">
                <a:solidFill>
                  <a:schemeClr val="tx2"/>
                </a:solidFill>
                <a:latin typeface="+mn-lt"/>
                <a:ea typeface="Roboto Thin" pitchFamily="2" charset="0"/>
                <a:cs typeface="+mn-cs"/>
              </a:defRPr>
            </a:lvl1pPr>
          </a:lstStyle>
          <a:p>
            <a:pPr marL="0" lvl="0" algn="ctr" defTabSz="914446" rtl="0" eaLnBrk="1" latinLnBrk="0" hangingPunct="1"/>
            <a:r>
              <a:rPr lang="en-UA" dirty="0"/>
              <a:t>YOUR SUBTITLE</a:t>
            </a:r>
          </a:p>
        </p:txBody>
      </p:sp>
    </p:spTree>
    <p:extLst>
      <p:ext uri="{BB962C8B-B14F-4D97-AF65-F5344CB8AC3E}">
        <p14:creationId xmlns:p14="http://schemas.microsoft.com/office/powerpoint/2010/main" val="2527113181"/>
      </p:ext>
    </p:extLst>
  </p:cSld>
  <p:clrMapOvr>
    <a:masterClrMapping/>
  </p:clrMapOvr>
</p:sldLayout>
</file>

<file path=ppt/slideLayouts/slideLayout2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AN-02-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FF82025E-1591-42E7-9234-EB0C6A1622F2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975360" y="990600"/>
            <a:ext cx="4876800" cy="4876800"/>
          </a:xfrm>
          <a:prstGeom prst="ellipse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en-US" sz="1867" dirty="0">
                <a:solidFill>
                  <a:schemeClr val="bg1"/>
                </a:solidFill>
              </a:defRPr>
            </a:lvl1pPr>
          </a:lstStyle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98786631"/>
      </p:ext>
    </p:extLst>
  </p:cSld>
  <p:clrMapOvr>
    <a:masterClrMapping/>
  </p:clrMapOvr>
</p:sldLayout>
</file>

<file path=ppt/slideLayouts/slideLayout2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AN-03-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3">
            <a:extLst>
              <a:ext uri="{FF2B5EF4-FFF2-40B4-BE49-F238E27FC236}">
                <a16:creationId xmlns:a16="http://schemas.microsoft.com/office/drawing/2014/main" id="{1F2938C2-00E5-44DB-AAFD-0F2B12267E12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339840" y="990600"/>
            <a:ext cx="4876800" cy="4876800"/>
          </a:xfrm>
          <a:prstGeom prst="ellipse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en-US" sz="1867">
                <a:solidFill>
                  <a:schemeClr val="bg1"/>
                </a:solidFill>
              </a:defRPr>
            </a:lvl1pPr>
          </a:lstStyle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1216465"/>
      </p:ext>
    </p:extLst>
  </p:cSld>
  <p:clrMapOvr>
    <a:masterClrMapping/>
  </p:clrMapOvr>
</p:sldLayout>
</file>

<file path=ppt/slideLayouts/slideLayout2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GENERAL-1-1-0-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29FC153-1646-4709-9BE4-F77F62A371B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600" y="1219200"/>
            <a:ext cx="10972800" cy="313932"/>
          </a:xfrm>
          <a:prstGeom prst="rect">
            <a:avLst/>
          </a:prstGeom>
        </p:spPr>
        <p:txBody>
          <a:bodyPr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2"/>
                </a:solidFill>
                <a:latin typeface="+mn-lt"/>
              </a:defRPr>
            </a:lvl1pPr>
          </a:lstStyle>
          <a:p>
            <a:pPr marL="0" marR="0" lvl="0" indent="0" algn="l" defTabSz="914446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sz="1600" dirty="0">
                <a:solidFill>
                  <a:schemeClr val="tx2"/>
                </a:solidFill>
              </a:rPr>
              <a:t>Your subtitle goes here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FAC5A246-535F-4F83-A160-435711EF76F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" y="609600"/>
            <a:ext cx="10972800" cy="584775"/>
          </a:xfrm>
          <a:prstGeom prst="rect">
            <a:avLst/>
          </a:prstGeom>
        </p:spPr>
        <p:txBody>
          <a:bodyPr anchor="t">
            <a:spAutoFit/>
          </a:bodyPr>
          <a:lstStyle>
            <a:lvl1pPr algn="l">
              <a:lnSpc>
                <a:spcPct val="100000"/>
              </a:lnSpc>
              <a:defRPr sz="3200" spc="0" baseline="0"/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558109874"/>
      </p:ext>
    </p:extLst>
  </p:cSld>
  <p:clrMapOvr>
    <a:masterClrMapping/>
  </p:clrMapOvr>
</p:sldLayout>
</file>

<file path=ppt/slideLayouts/slideLayout2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GENERAL-2-0-1-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A4579C85-5DCC-4181-B20D-C72202BDB99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" y="838200"/>
            <a:ext cx="10972800" cy="609600"/>
          </a:xfrm>
          <a:prstGeom prst="rect">
            <a:avLst/>
          </a:prstGeom>
        </p:spPr>
        <p:txBody>
          <a:bodyPr anchor="ctr"/>
          <a:lstStyle>
            <a:lvl1pPr marL="0" algn="ctr" defTabSz="914446" rtl="0" eaLnBrk="1" latinLnBrk="0" hangingPunct="1">
              <a:lnSpc>
                <a:spcPct val="100000"/>
              </a:lnSpc>
              <a:spcBef>
                <a:spcPts val="0"/>
              </a:spcBef>
              <a:defRPr lang="en-US" sz="4400" kern="1200" dirty="0">
                <a:solidFill>
                  <a:schemeClr val="tx1"/>
                </a:solidFill>
                <a:latin typeface="+mj-lt"/>
                <a:ea typeface="Source Sans Pro Black" panose="020B0803030403020204" pitchFamily="34" charset="0"/>
                <a:cs typeface="+mn-cs"/>
              </a:defRPr>
            </a:lvl1pPr>
          </a:lstStyle>
          <a:p>
            <a:pPr marL="0" lvl="0" indent="0" algn="ctr">
              <a:spcBef>
                <a:spcPts val="1000"/>
              </a:spcBef>
              <a:buFont typeface="Arial" panose="020B0604020202020204" pitchFamily="34" charset="0"/>
            </a:pPr>
            <a:r>
              <a:rPr lang="en-US" dirty="0"/>
              <a:t>Your Main Title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94DC7980-9CCD-4C9D-ACE0-3F182DA9340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600" y="396240"/>
            <a:ext cx="10972800" cy="355601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en-UA" sz="1600" kern="1200" spc="333" dirty="0">
                <a:solidFill>
                  <a:schemeClr val="tx2"/>
                </a:solidFill>
                <a:latin typeface="+mn-lt"/>
                <a:ea typeface="Roboto Thin" pitchFamily="2" charset="0"/>
                <a:cs typeface="+mn-cs"/>
              </a:defRPr>
            </a:lvl1pPr>
          </a:lstStyle>
          <a:p>
            <a:pPr marL="0" lvl="0" algn="ctr" defTabSz="914446" rtl="0" eaLnBrk="1" latinLnBrk="0" hangingPunct="1"/>
            <a:r>
              <a:rPr lang="en-UA" dirty="0"/>
              <a:t>YOUR SUBTITLE</a:t>
            </a:r>
          </a:p>
        </p:txBody>
      </p:sp>
    </p:spTree>
    <p:extLst>
      <p:ext uri="{BB962C8B-B14F-4D97-AF65-F5344CB8AC3E}">
        <p14:creationId xmlns:p14="http://schemas.microsoft.com/office/powerpoint/2010/main" val="826678547"/>
      </p:ext>
    </p:extLst>
  </p:cSld>
  <p:clrMapOvr>
    <a:masterClrMapping/>
  </p:clrMapOvr>
</p:sldLayout>
</file>

<file path=ppt/slideLayouts/slideLayout2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2-0-0-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80C9909-7F69-4488-B2DE-12E236D2CD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2616201"/>
            <a:ext cx="9144000" cy="1625600"/>
          </a:xfrm>
          <a:prstGeom prst="rect">
            <a:avLst/>
          </a:prstGeom>
        </p:spPr>
        <p:txBody>
          <a:bodyPr anchor="ctr"/>
          <a:lstStyle>
            <a:lvl1pPr algn="ctr">
              <a:lnSpc>
                <a:spcPct val="100000"/>
              </a:lnSpc>
              <a:defRPr sz="4800"/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33554100"/>
      </p:ext>
    </p:extLst>
  </p:cSld>
  <p:clrMapOvr>
    <a:masterClrMapping/>
  </p:clrMapOvr>
</p:sldLayout>
</file>

<file path=ppt/slideLayouts/slideLayout2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TL-Image-10-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3">
            <a:extLst>
              <a:ext uri="{FF2B5EF4-FFF2-40B4-BE49-F238E27FC236}">
                <a16:creationId xmlns:a16="http://schemas.microsoft.com/office/drawing/2014/main" id="{10F00EBF-B287-4A97-94A2-58659FC12108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975360" y="990600"/>
            <a:ext cx="4876800" cy="4876800"/>
          </a:xfrm>
          <a:prstGeom prst="roundRect">
            <a:avLst>
              <a:gd name="adj" fmla="val 3164"/>
            </a:avLst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>
                <a:solidFill>
                  <a:schemeClr val="bg1"/>
                </a:solidFill>
              </a:defRPr>
            </a:lvl1pPr>
          </a:lstStyle>
          <a:p>
            <a:pPr lvl="0"/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681871879"/>
      </p:ext>
    </p:extLst>
  </p:cSld>
  <p:clrMapOvr>
    <a:masterClrMapping/>
  </p:clrMapOvr>
</p:sldLayout>
</file>

<file path=ppt/slideLayouts/slideLayout2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QL-Image-01-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sz="quarter" idx="10"/>
          </p:nvPr>
        </p:nvSpPr>
        <p:spPr>
          <a:xfrm>
            <a:off x="1560577" y="2133600"/>
            <a:ext cx="2590800" cy="2590800"/>
          </a:xfrm>
          <a:prstGeom prst="ellipse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 dirty="0">
                <a:solidFill>
                  <a:schemeClr val="bg1"/>
                </a:solidFill>
              </a:defRPr>
            </a:lvl1pPr>
          </a:lstStyle>
          <a:p>
            <a:pPr lvl="0"/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3257560811"/>
      </p:ext>
    </p:extLst>
  </p:cSld>
  <p:clrMapOvr>
    <a:masterClrMapping/>
  </p:clrMapOvr>
</p:sldLayout>
</file>

<file path=ppt/slideLayouts/slideLayout2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QL-Image-07-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2">
            <a:extLst>
              <a:ext uri="{FF2B5EF4-FFF2-40B4-BE49-F238E27FC236}">
                <a16:creationId xmlns:a16="http://schemas.microsoft.com/office/drawing/2014/main" id="{89EBB9A9-634C-4929-97C8-A7CBFC25C956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8058912" y="2133600"/>
            <a:ext cx="2590800" cy="2590800"/>
          </a:xfrm>
          <a:prstGeom prst="ellipse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 dirty="0">
                <a:solidFill>
                  <a:schemeClr val="bg1"/>
                </a:solidFill>
              </a:defRPr>
            </a:lvl1pPr>
          </a:lstStyle>
          <a:p>
            <a:pPr lvl="0"/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1751680242"/>
      </p:ext>
    </p:extLst>
  </p:cSld>
  <p:clrMapOvr>
    <a:masterClrMapping/>
  </p:clrMapOvr>
</p:sldLayout>
</file>

<file path=ppt/slideLayouts/slideLayout2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QL-Image-05-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3">
            <a:extLst>
              <a:ext uri="{FF2B5EF4-FFF2-40B4-BE49-F238E27FC236}">
                <a16:creationId xmlns:a16="http://schemas.microsoft.com/office/drawing/2014/main" id="{3C9C7632-F851-49E5-B077-28366D421B38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09600" y="609600"/>
            <a:ext cx="3444241" cy="5638800"/>
          </a:xfrm>
          <a:prstGeom prst="roundRect">
            <a:avLst>
              <a:gd name="adj" fmla="val 6711"/>
            </a:avLst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>
                <a:solidFill>
                  <a:schemeClr val="bg1"/>
                </a:solidFill>
              </a:defRPr>
            </a:lvl1pPr>
          </a:lstStyle>
          <a:p>
            <a:pPr lvl="0"/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569259606"/>
      </p:ext>
    </p:extLst>
  </p:cSld>
  <p:clrMapOvr>
    <a:masterClrMapping/>
  </p:clrMapOvr>
</p:sldLayout>
</file>

<file path=ppt/slideLayouts/slideLayout2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QL-Image-08-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8">
            <a:extLst>
              <a:ext uri="{FF2B5EF4-FFF2-40B4-BE49-F238E27FC236}">
                <a16:creationId xmlns:a16="http://schemas.microsoft.com/office/drawing/2014/main" id="{F7F97407-03A0-463F-A2DC-7E79D75521BE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09600" y="624840"/>
            <a:ext cx="4876800" cy="560832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en-US" sz="1867">
                <a:solidFill>
                  <a:schemeClr val="bg1"/>
                </a:solidFill>
              </a:defRPr>
            </a:lvl1pPr>
          </a:lstStyle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5181450"/>
      </p:ext>
    </p:extLst>
  </p:cSld>
  <p:clrMapOvr>
    <a:masterClrMapping/>
  </p:clrMapOvr>
</p:sldLayout>
</file>

<file path=ppt/slideLayouts/slideLayout2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-0-1-HR-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FC388EDD-4178-4123-A0D5-B75FCC358F4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en-US" sz="1867">
                <a:solidFill>
                  <a:schemeClr val="bg1"/>
                </a:solidFill>
              </a:defRPr>
            </a:lvl1pPr>
          </a:lstStyle>
          <a:p>
            <a:pPr lvl="0"/>
            <a:endParaRPr lang="en-US"/>
          </a:p>
        </p:txBody>
      </p:sp>
      <p:sp>
        <p:nvSpPr>
          <p:cNvPr id="6" name="Title 2">
            <a:extLst>
              <a:ext uri="{FF2B5EF4-FFF2-40B4-BE49-F238E27FC236}">
                <a16:creationId xmlns:a16="http://schemas.microsoft.com/office/drawing/2014/main" id="{9FB322FF-9961-474F-93CD-51026FA4D7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1463040"/>
            <a:ext cx="4876800" cy="2372360"/>
          </a:xfrm>
          <a:prstGeom prst="rect">
            <a:avLst/>
          </a:prstGeom>
        </p:spPr>
        <p:txBody>
          <a:bodyPr/>
          <a:lstStyle>
            <a:lvl1pPr marL="0" algn="l" defTabSz="914446" rtl="0" eaLnBrk="1" latinLnBrk="0" hangingPunct="1">
              <a:lnSpc>
                <a:spcPct val="100000"/>
              </a:lnSpc>
              <a:defRPr lang="en-US" sz="4400" kern="1200" dirty="0">
                <a:gradFill>
                  <a:gsLst>
                    <a:gs pos="66000">
                      <a:schemeClr val="accent2"/>
                    </a:gs>
                    <a:gs pos="100000">
                      <a:schemeClr val="accent1"/>
                    </a:gs>
                    <a:gs pos="33000">
                      <a:schemeClr val="accent3"/>
                    </a:gs>
                    <a:gs pos="0">
                      <a:schemeClr val="accent4"/>
                    </a:gs>
                  </a:gsLst>
                  <a:lin ang="18600000" scaled="0"/>
                </a:gradFill>
                <a:latin typeface="+mj-lt"/>
                <a:ea typeface="Source Sans Pro Black" panose="020B0803030403020204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200F7EFE-AE1D-4B16-9B3C-5F12B7E18D4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09600" y="609600"/>
            <a:ext cx="4876800" cy="266740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333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ADD YOUR OVERLINE</a:t>
            </a:r>
          </a:p>
        </p:txBody>
      </p:sp>
    </p:spTree>
    <p:extLst>
      <p:ext uri="{BB962C8B-B14F-4D97-AF65-F5344CB8AC3E}">
        <p14:creationId xmlns:p14="http://schemas.microsoft.com/office/powerpoint/2010/main" val="1025230606"/>
      </p:ext>
    </p:extLst>
  </p:cSld>
  <p:clrMapOvr>
    <a:masterClrMapping/>
  </p:clrMapOvr>
</p:sldLayout>
</file>

<file path=ppt/slideLayouts/slideLayout2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-0-1-HL-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FC388EDD-4178-4123-A0D5-B75FCC358F4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en-US" sz="1867">
                <a:solidFill>
                  <a:schemeClr val="bg1"/>
                </a:solidFill>
              </a:defRPr>
            </a:lvl1pPr>
          </a:lstStyle>
          <a:p>
            <a:pPr lvl="0"/>
            <a:endParaRPr lang="en-US"/>
          </a:p>
        </p:txBody>
      </p:sp>
      <p:sp>
        <p:nvSpPr>
          <p:cNvPr id="8" name="Title 2">
            <a:extLst>
              <a:ext uri="{FF2B5EF4-FFF2-40B4-BE49-F238E27FC236}">
                <a16:creationId xmlns:a16="http://schemas.microsoft.com/office/drawing/2014/main" id="{A8F034AD-05D5-4E17-9527-70658A9E6C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05600" y="1463040"/>
            <a:ext cx="4876800" cy="2524760"/>
          </a:xfrm>
          <a:prstGeom prst="rect">
            <a:avLst/>
          </a:prstGeom>
        </p:spPr>
        <p:txBody>
          <a:bodyPr/>
          <a:lstStyle>
            <a:lvl1pPr marL="0" algn="r" defTabSz="914446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4400" kern="1200" dirty="0">
                <a:gradFill>
                  <a:gsLst>
                    <a:gs pos="66000">
                      <a:schemeClr val="accent2"/>
                    </a:gs>
                    <a:gs pos="100000">
                      <a:schemeClr val="accent1"/>
                    </a:gs>
                    <a:gs pos="33000">
                      <a:schemeClr val="accent3"/>
                    </a:gs>
                    <a:gs pos="0">
                      <a:schemeClr val="accent4"/>
                    </a:gs>
                  </a:gsLst>
                  <a:lin ang="18600000" scaled="0"/>
                </a:gradFill>
                <a:latin typeface="+mj-lt"/>
                <a:ea typeface="Source Sans Pro Black" panose="020B0803030403020204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103978AE-806B-4882-B98B-2CBDA9379A5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705600" y="609600"/>
            <a:ext cx="4876800" cy="266740"/>
          </a:xfrm>
          <a:prstGeom prst="rect">
            <a:avLst/>
          </a:prstGeom>
        </p:spPr>
        <p:txBody>
          <a:bodyPr/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sz="1333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ADD YOUR OVERLINE</a:t>
            </a:r>
          </a:p>
        </p:txBody>
      </p:sp>
    </p:spTree>
    <p:extLst>
      <p:ext uri="{BB962C8B-B14F-4D97-AF65-F5344CB8AC3E}">
        <p14:creationId xmlns:p14="http://schemas.microsoft.com/office/powerpoint/2010/main" val="349385668"/>
      </p:ext>
    </p:extLst>
  </p:cSld>
  <p:clrMapOvr>
    <a:masterClrMapping/>
  </p:clrMapOvr>
</p:sldLayout>
</file>

<file path=ppt/slideLayouts/slideLayout2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-1-0-LR-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FC388EDD-4178-4123-A0D5-B75FCC358F4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096000" y="609600"/>
            <a:ext cx="5486400" cy="5301663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en-US" sz="1867">
                <a:solidFill>
                  <a:schemeClr val="bg1"/>
                </a:solidFill>
              </a:defRPr>
            </a:lvl1pPr>
          </a:lstStyle>
          <a:p>
            <a:pPr lvl="0"/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580C9909-7F69-4488-B2DE-12E236D2CD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609600"/>
            <a:ext cx="4876800" cy="1892524"/>
          </a:xfrm>
          <a:prstGeom prst="rect">
            <a:avLst/>
          </a:prstGeom>
        </p:spPr>
        <p:txBody>
          <a:bodyPr>
            <a:normAutofit/>
          </a:bodyPr>
          <a:lstStyle>
            <a:lvl1pPr marL="0" algn="l" defTabSz="914446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4000" kern="1200" dirty="0">
                <a:gradFill>
                  <a:gsLst>
                    <a:gs pos="66000">
                      <a:schemeClr val="accent2"/>
                    </a:gs>
                    <a:gs pos="100000">
                      <a:schemeClr val="accent1"/>
                    </a:gs>
                    <a:gs pos="33000">
                      <a:schemeClr val="accent3"/>
                    </a:gs>
                    <a:gs pos="0">
                      <a:schemeClr val="accent4"/>
                    </a:gs>
                  </a:gsLst>
                  <a:lin ang="18600000" scaled="0"/>
                </a:gradFill>
                <a:latin typeface="+mj-lt"/>
                <a:ea typeface="Source Sans Pro Black" panose="020B0803030403020204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7770458F-1AAB-4331-9B34-EE663847C18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09600" y="2839261"/>
            <a:ext cx="4876800" cy="3072001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67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Add your subtitle text</a:t>
            </a:r>
          </a:p>
        </p:txBody>
      </p:sp>
    </p:spTree>
    <p:extLst>
      <p:ext uri="{BB962C8B-B14F-4D97-AF65-F5344CB8AC3E}">
        <p14:creationId xmlns:p14="http://schemas.microsoft.com/office/powerpoint/2010/main" val="1816122718"/>
      </p:ext>
    </p:extLst>
  </p:cSld>
  <p:clrMapOvr>
    <a:masterClrMapping/>
  </p:clrMapOvr>
</p:sldLayout>
</file>

<file path=ppt/slideLayouts/slideLayout2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-1-0-LL-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3">
            <a:extLst>
              <a:ext uri="{FF2B5EF4-FFF2-40B4-BE49-F238E27FC236}">
                <a16:creationId xmlns:a16="http://schemas.microsoft.com/office/drawing/2014/main" id="{A25268F9-F44F-4203-84C4-DD8EC7603BDE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09600" y="609600"/>
            <a:ext cx="5486400" cy="5301663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en-US" sz="1867">
                <a:solidFill>
                  <a:schemeClr val="bg1"/>
                </a:solidFill>
              </a:defRPr>
            </a:lvl1pPr>
          </a:lstStyle>
          <a:p>
            <a:pPr lvl="0"/>
            <a:endParaRPr lang="en-US"/>
          </a:p>
        </p:txBody>
      </p:sp>
      <p:sp>
        <p:nvSpPr>
          <p:cNvPr id="15" name="Title 2">
            <a:extLst>
              <a:ext uri="{FF2B5EF4-FFF2-40B4-BE49-F238E27FC236}">
                <a16:creationId xmlns:a16="http://schemas.microsoft.com/office/drawing/2014/main" id="{01E6A0E5-03A1-4FDB-8AE4-CC3EE08756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05600" y="609600"/>
            <a:ext cx="4876800" cy="1892524"/>
          </a:xfrm>
          <a:prstGeom prst="rect">
            <a:avLst/>
          </a:prstGeom>
        </p:spPr>
        <p:txBody>
          <a:bodyPr>
            <a:normAutofit/>
          </a:bodyPr>
          <a:lstStyle>
            <a:lvl1pPr algn="r">
              <a:defRPr lang="en-US" sz="4000" dirty="0">
                <a:gradFill>
                  <a:gsLst>
                    <a:gs pos="66000">
                      <a:schemeClr val="accent2"/>
                    </a:gs>
                    <a:gs pos="100000">
                      <a:schemeClr val="accent1"/>
                    </a:gs>
                    <a:gs pos="33000">
                      <a:schemeClr val="accent3"/>
                    </a:gs>
                    <a:gs pos="0">
                      <a:schemeClr val="accent4"/>
                    </a:gs>
                  </a:gsLst>
                  <a:lin ang="18600000" scaled="0"/>
                </a:gradFill>
                <a:ea typeface="Source Sans Pro Black" panose="020B0803030403020204" pitchFamily="34" charset="0"/>
                <a:cs typeface="+mn-cs"/>
              </a:defRPr>
            </a:lvl1pPr>
          </a:lstStyle>
          <a:p>
            <a:pPr marL="0" lvl="0">
              <a:lnSpc>
                <a:spcPct val="100000"/>
              </a:lnSpc>
            </a:pPr>
            <a:r>
              <a:rPr lang="en-US" dirty="0"/>
              <a:t>Click to edit Master title style</a:t>
            </a:r>
          </a:p>
        </p:txBody>
      </p: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F317E3B7-7907-4185-B626-FA2935C15F7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705600" y="2839261"/>
            <a:ext cx="4876800" cy="3072001"/>
          </a:xfrm>
          <a:prstGeom prst="rect">
            <a:avLst/>
          </a:prstGeom>
        </p:spPr>
        <p:txBody>
          <a:bodyPr/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sz="1867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Add your subtitle text</a:t>
            </a:r>
          </a:p>
        </p:txBody>
      </p:sp>
    </p:spTree>
    <p:extLst>
      <p:ext uri="{BB962C8B-B14F-4D97-AF65-F5344CB8AC3E}">
        <p14:creationId xmlns:p14="http://schemas.microsoft.com/office/powerpoint/2010/main" val="676727058"/>
      </p:ext>
    </p:extLst>
  </p:cSld>
  <p:clrMapOvr>
    <a:masterClrMapping/>
  </p:clrMapOvr>
</p:sldLayout>
</file>

<file path=ppt/slideLayouts/slideLayout2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-1-0-HR-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80C9909-7F69-4488-B2DE-12E236D2CD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609600"/>
            <a:ext cx="4876800" cy="189252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lang="en-US" sz="4000" dirty="0">
                <a:gradFill>
                  <a:gsLst>
                    <a:gs pos="66000">
                      <a:schemeClr val="accent2"/>
                    </a:gs>
                    <a:gs pos="100000">
                      <a:schemeClr val="accent1"/>
                    </a:gs>
                    <a:gs pos="33000">
                      <a:schemeClr val="accent3"/>
                    </a:gs>
                    <a:gs pos="0">
                      <a:schemeClr val="accent4"/>
                    </a:gs>
                  </a:gsLst>
                  <a:lin ang="18600000" scaled="0"/>
                </a:gradFill>
                <a:ea typeface="Source Sans Pro Black" panose="020B0803030403020204" pitchFamily="34" charset="0"/>
                <a:cs typeface="+mn-cs"/>
              </a:defRPr>
            </a:lvl1pPr>
          </a:lstStyle>
          <a:p>
            <a:pPr marL="0" lvl="0">
              <a:lnSpc>
                <a:spcPct val="100000"/>
              </a:lnSpc>
            </a:pPr>
            <a:r>
              <a:rPr lang="en-US" dirty="0"/>
              <a:t>Click to edit Master title style</a:t>
            </a:r>
          </a:p>
        </p:txBody>
      </p:sp>
      <p:sp>
        <p:nvSpPr>
          <p:cNvPr id="13" name="Slide Number Placeholder 1">
            <a:extLst>
              <a:ext uri="{FF2B5EF4-FFF2-40B4-BE49-F238E27FC236}">
                <a16:creationId xmlns:a16="http://schemas.microsoft.com/office/drawing/2014/main" id="{151DAFB7-78F5-4CED-A374-376917DDA17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72800" y="6254496"/>
            <a:ext cx="609600" cy="268224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</p:spPr>
        <p:txBody>
          <a:bodyPr vert="horz" lIns="91440" tIns="45720" rIns="91440" bIns="45720" rtlCol="0" anchor="ctr"/>
          <a:lstStyle>
            <a:lvl1pPr algn="r">
              <a:defRPr sz="1333">
                <a:solidFill>
                  <a:schemeClr val="tx2"/>
                </a:solidFill>
              </a:defRPr>
            </a:lvl1pPr>
          </a:lstStyle>
          <a:p>
            <a:fld id="{8B9A2DF5-3641-49D0-8F14-85B1C28A2FB8}" type="slidenum">
              <a:rPr lang="en-US" smtClean="0"/>
              <a:pPr/>
              <a:t>‹Nr.›</a:t>
            </a:fld>
            <a:endParaRPr lang="en-US" dirty="0"/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7770458F-1AAB-4331-9B34-EE663847C18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09600" y="2839261"/>
            <a:ext cx="4876800" cy="3072001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67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Add your subtitle text</a:t>
            </a:r>
          </a:p>
        </p:txBody>
      </p:sp>
      <p:sp>
        <p:nvSpPr>
          <p:cNvPr id="6" name="Picture Placeholder 3">
            <a:extLst>
              <a:ext uri="{FF2B5EF4-FFF2-40B4-BE49-F238E27FC236}">
                <a16:creationId xmlns:a16="http://schemas.microsoft.com/office/drawing/2014/main" id="{7A2AC07A-7CA9-4AE1-B06D-75E3324BF1A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en-US" sz="1867">
                <a:solidFill>
                  <a:schemeClr val="bg1"/>
                </a:solidFill>
              </a:defRPr>
            </a:lvl1pPr>
          </a:lstStyle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7679109"/>
      </p:ext>
    </p:extLst>
  </p:cSld>
  <p:clrMapOvr>
    <a:masterClrMapping/>
  </p:clrMapOvr>
</p:sldLayout>
</file>

<file path=ppt/slideLayouts/slideLayout2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-1-0-HL-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3">
            <a:extLst>
              <a:ext uri="{FF2B5EF4-FFF2-40B4-BE49-F238E27FC236}">
                <a16:creationId xmlns:a16="http://schemas.microsoft.com/office/drawing/2014/main" id="{A25268F9-F44F-4203-84C4-DD8EC7603BDE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en-US" sz="1867">
                <a:solidFill>
                  <a:schemeClr val="bg1"/>
                </a:solidFill>
              </a:defRPr>
            </a:lvl1pPr>
          </a:lstStyle>
          <a:p>
            <a:pPr lvl="0"/>
            <a:endParaRPr lang="en-US"/>
          </a:p>
        </p:txBody>
      </p:sp>
      <p:sp>
        <p:nvSpPr>
          <p:cNvPr id="15" name="Title 2">
            <a:extLst>
              <a:ext uri="{FF2B5EF4-FFF2-40B4-BE49-F238E27FC236}">
                <a16:creationId xmlns:a16="http://schemas.microsoft.com/office/drawing/2014/main" id="{01E6A0E5-03A1-4FDB-8AE4-CC3EE08756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05600" y="609600"/>
            <a:ext cx="4876800" cy="1892524"/>
          </a:xfrm>
          <a:prstGeom prst="rect">
            <a:avLst/>
          </a:prstGeom>
        </p:spPr>
        <p:txBody>
          <a:bodyPr>
            <a:normAutofit/>
          </a:bodyPr>
          <a:lstStyle>
            <a:lvl1pPr algn="r">
              <a:defRPr lang="en-US" sz="4000" dirty="0">
                <a:gradFill>
                  <a:gsLst>
                    <a:gs pos="66000">
                      <a:schemeClr val="accent2"/>
                    </a:gs>
                    <a:gs pos="100000">
                      <a:schemeClr val="accent1"/>
                    </a:gs>
                    <a:gs pos="33000">
                      <a:schemeClr val="accent3"/>
                    </a:gs>
                    <a:gs pos="0">
                      <a:schemeClr val="accent4"/>
                    </a:gs>
                  </a:gsLst>
                  <a:lin ang="18600000" scaled="0"/>
                </a:gradFill>
                <a:ea typeface="Source Sans Pro Black" panose="020B0803030403020204" pitchFamily="34" charset="0"/>
                <a:cs typeface="+mn-cs"/>
              </a:defRPr>
            </a:lvl1pPr>
          </a:lstStyle>
          <a:p>
            <a:pPr marL="0" lvl="0">
              <a:lnSpc>
                <a:spcPct val="100000"/>
              </a:lnSpc>
            </a:pPr>
            <a:r>
              <a:rPr lang="en-US" dirty="0"/>
              <a:t>Click to edit Master title style</a:t>
            </a:r>
          </a:p>
        </p:txBody>
      </p: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F317E3B7-7907-4185-B626-FA2935C15F7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705600" y="2839261"/>
            <a:ext cx="4876800" cy="3072001"/>
          </a:xfrm>
          <a:prstGeom prst="rect">
            <a:avLst/>
          </a:prstGeom>
        </p:spPr>
        <p:txBody>
          <a:bodyPr/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sz="1867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Add your subtitle text</a:t>
            </a:r>
          </a:p>
        </p:txBody>
      </p:sp>
    </p:spTree>
    <p:extLst>
      <p:ext uri="{BB962C8B-B14F-4D97-AF65-F5344CB8AC3E}">
        <p14:creationId xmlns:p14="http://schemas.microsoft.com/office/powerpoint/2010/main" val="3302313651"/>
      </p:ext>
    </p:extLst>
  </p:cSld>
  <p:clrMapOvr>
    <a:masterClrMapping/>
  </p:clrMapOvr>
</p:sldLayout>
</file>

<file path=ppt/slideLayouts/slideLayout2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-1-1-LR-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FC388EDD-4178-4123-A0D5-B75FCC358F4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096000" y="609600"/>
            <a:ext cx="5486400" cy="5301663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en-US" sz="1867">
                <a:solidFill>
                  <a:schemeClr val="bg1"/>
                </a:solidFill>
              </a:defRPr>
            </a:lvl1pPr>
          </a:lstStyle>
          <a:p>
            <a:pPr lvl="0"/>
            <a:endParaRPr lang="en-US"/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200F7EFE-AE1D-4B16-9B3C-5F12B7E18D4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09600" y="609600"/>
            <a:ext cx="4876800" cy="266740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333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ADD YOUR OVERLINE</a:t>
            </a:r>
          </a:p>
        </p:txBody>
      </p:sp>
      <p:sp>
        <p:nvSpPr>
          <p:cNvPr id="8" name="Title 2">
            <a:extLst>
              <a:ext uri="{FF2B5EF4-FFF2-40B4-BE49-F238E27FC236}">
                <a16:creationId xmlns:a16="http://schemas.microsoft.com/office/drawing/2014/main" id="{5870F433-6B92-40CF-8708-D283C61F42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1351740"/>
            <a:ext cx="4876800" cy="162006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lang="en-US" sz="4000" dirty="0">
                <a:gradFill>
                  <a:gsLst>
                    <a:gs pos="66000">
                      <a:schemeClr val="accent2"/>
                    </a:gs>
                    <a:gs pos="100000">
                      <a:schemeClr val="accent1"/>
                    </a:gs>
                    <a:gs pos="33000">
                      <a:schemeClr val="accent3"/>
                    </a:gs>
                    <a:gs pos="0">
                      <a:schemeClr val="accent4"/>
                    </a:gs>
                  </a:gsLst>
                  <a:lin ang="18600000" scaled="0"/>
                </a:gradFill>
                <a:ea typeface="Source Sans Pro Black" panose="020B0803030403020204" pitchFamily="34" charset="0"/>
                <a:cs typeface="+mn-cs"/>
              </a:defRPr>
            </a:lvl1pPr>
          </a:lstStyle>
          <a:p>
            <a:pPr marL="0" lvl="0">
              <a:lnSpc>
                <a:spcPct val="100000"/>
              </a:lnSpc>
            </a:pPr>
            <a:r>
              <a:rPr lang="en-US" dirty="0"/>
              <a:t>Click to edit Master title style</a:t>
            </a:r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45D49180-49A1-4E78-8C83-F99CFD375C5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9600" y="3176400"/>
            <a:ext cx="4876800" cy="2734863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67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Add your subtitle text</a:t>
            </a:r>
          </a:p>
        </p:txBody>
      </p:sp>
    </p:spTree>
    <p:extLst>
      <p:ext uri="{BB962C8B-B14F-4D97-AF65-F5344CB8AC3E}">
        <p14:creationId xmlns:p14="http://schemas.microsoft.com/office/powerpoint/2010/main" val="3713384743"/>
      </p:ext>
    </p:extLst>
  </p:cSld>
  <p:clrMapOvr>
    <a:masterClrMapping/>
  </p:clrMapOvr>
</p:sldLayout>
</file>

<file path=ppt/slideLayouts/slideLayout2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-1-1-LL-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FC388EDD-4178-4123-A0D5-B75FCC358F4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09600" y="609600"/>
            <a:ext cx="5486400" cy="5301663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en-US" sz="1867">
                <a:solidFill>
                  <a:schemeClr val="bg1"/>
                </a:solidFill>
              </a:defRPr>
            </a:lvl1pPr>
          </a:lstStyle>
          <a:p>
            <a:pPr lvl="0"/>
            <a:endParaRPr lang="en-US"/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200F7EFE-AE1D-4B16-9B3C-5F12B7E18D4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705600" y="609600"/>
            <a:ext cx="4876800" cy="266740"/>
          </a:xfrm>
          <a:prstGeom prst="rect">
            <a:avLst/>
          </a:prstGeom>
        </p:spPr>
        <p:txBody>
          <a:bodyPr/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sz="1333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ADD YOUR OVERLINE</a:t>
            </a:r>
          </a:p>
        </p:txBody>
      </p:sp>
      <p:sp>
        <p:nvSpPr>
          <p:cNvPr id="8" name="Title 2">
            <a:extLst>
              <a:ext uri="{FF2B5EF4-FFF2-40B4-BE49-F238E27FC236}">
                <a16:creationId xmlns:a16="http://schemas.microsoft.com/office/drawing/2014/main" id="{5870F433-6B92-40CF-8708-D283C61F42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05600" y="1351740"/>
            <a:ext cx="4876800" cy="1620061"/>
          </a:xfrm>
          <a:prstGeom prst="rect">
            <a:avLst/>
          </a:prstGeom>
        </p:spPr>
        <p:txBody>
          <a:bodyPr>
            <a:normAutofit/>
          </a:bodyPr>
          <a:lstStyle>
            <a:lvl1pPr algn="r">
              <a:defRPr lang="en-US" sz="4000" dirty="0">
                <a:gradFill>
                  <a:gsLst>
                    <a:gs pos="66000">
                      <a:schemeClr val="accent2"/>
                    </a:gs>
                    <a:gs pos="100000">
                      <a:schemeClr val="accent1"/>
                    </a:gs>
                    <a:gs pos="33000">
                      <a:schemeClr val="accent3"/>
                    </a:gs>
                    <a:gs pos="0">
                      <a:schemeClr val="accent4"/>
                    </a:gs>
                  </a:gsLst>
                  <a:lin ang="18600000" scaled="0"/>
                </a:gradFill>
                <a:ea typeface="Source Sans Pro Black" panose="020B0803030403020204" pitchFamily="34" charset="0"/>
                <a:cs typeface="+mn-cs"/>
              </a:defRPr>
            </a:lvl1pPr>
          </a:lstStyle>
          <a:p>
            <a:pPr marL="0" lvl="0">
              <a:lnSpc>
                <a:spcPct val="100000"/>
              </a:lnSpc>
            </a:pPr>
            <a:r>
              <a:rPr lang="en-US" dirty="0"/>
              <a:t>Click to edit Master title style</a:t>
            </a:r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45D49180-49A1-4E78-8C83-F99CFD375C5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705600" y="3176400"/>
            <a:ext cx="4876800" cy="2734863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sz="1867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Add your subtitle text</a:t>
            </a:r>
          </a:p>
        </p:txBody>
      </p:sp>
    </p:spTree>
    <p:extLst>
      <p:ext uri="{BB962C8B-B14F-4D97-AF65-F5344CB8AC3E}">
        <p14:creationId xmlns:p14="http://schemas.microsoft.com/office/powerpoint/2010/main" val="3117140125"/>
      </p:ext>
    </p:extLst>
  </p:cSld>
  <p:clrMapOvr>
    <a:masterClrMapping/>
  </p:clrMapOvr>
</p:sldLayout>
</file>

<file path=ppt/slideLayouts/slideLayout2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-1-1-HR-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FC388EDD-4178-4123-A0D5-B75FCC358F4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en-US" sz="1867">
                <a:solidFill>
                  <a:schemeClr val="bg1"/>
                </a:solidFill>
              </a:defRPr>
            </a:lvl1pPr>
          </a:lstStyle>
          <a:p>
            <a:pPr lvl="0"/>
            <a:endParaRPr lang="en-US"/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200F7EFE-AE1D-4B16-9B3C-5F12B7E18D4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09600" y="609600"/>
            <a:ext cx="4876800" cy="266740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333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ADD YOUR OVERLINE</a:t>
            </a:r>
          </a:p>
        </p:txBody>
      </p:sp>
      <p:sp>
        <p:nvSpPr>
          <p:cNvPr id="8" name="Title 2">
            <a:extLst>
              <a:ext uri="{FF2B5EF4-FFF2-40B4-BE49-F238E27FC236}">
                <a16:creationId xmlns:a16="http://schemas.microsoft.com/office/drawing/2014/main" id="{5870F433-6B92-40CF-8708-D283C61F42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1351740"/>
            <a:ext cx="4876800" cy="162006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lang="en-US" sz="4000" dirty="0">
                <a:gradFill>
                  <a:gsLst>
                    <a:gs pos="66000">
                      <a:schemeClr val="accent2"/>
                    </a:gs>
                    <a:gs pos="100000">
                      <a:schemeClr val="accent1"/>
                    </a:gs>
                    <a:gs pos="33000">
                      <a:schemeClr val="accent3"/>
                    </a:gs>
                    <a:gs pos="0">
                      <a:schemeClr val="accent4"/>
                    </a:gs>
                  </a:gsLst>
                  <a:lin ang="18600000" scaled="0"/>
                </a:gradFill>
                <a:ea typeface="Source Sans Pro Black" panose="020B0803030403020204" pitchFamily="34" charset="0"/>
                <a:cs typeface="+mn-cs"/>
              </a:defRPr>
            </a:lvl1pPr>
          </a:lstStyle>
          <a:p>
            <a:pPr marL="0" lvl="0">
              <a:lnSpc>
                <a:spcPct val="100000"/>
              </a:lnSpc>
            </a:pPr>
            <a:r>
              <a:rPr lang="en-US" dirty="0"/>
              <a:t>Click to edit Master title style</a:t>
            </a:r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45D49180-49A1-4E78-8C83-F99CFD375C5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9600" y="3176400"/>
            <a:ext cx="4876800" cy="2734863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67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Add your subtitle text</a:t>
            </a:r>
          </a:p>
        </p:txBody>
      </p:sp>
    </p:spTree>
    <p:extLst>
      <p:ext uri="{BB962C8B-B14F-4D97-AF65-F5344CB8AC3E}">
        <p14:creationId xmlns:p14="http://schemas.microsoft.com/office/powerpoint/2010/main" val="2506848716"/>
      </p:ext>
    </p:extLst>
  </p:cSld>
  <p:clrMapOvr>
    <a:masterClrMapping/>
  </p:clrMapOvr>
</p:sldLayout>
</file>

<file path=ppt/slideLayouts/slideLayout2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-1-1-HL-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FC388EDD-4178-4123-A0D5-B75FCC358F4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en-US" sz="1867">
                <a:solidFill>
                  <a:schemeClr val="bg1"/>
                </a:solidFill>
              </a:defRPr>
            </a:lvl1pPr>
          </a:lstStyle>
          <a:p>
            <a:pPr lvl="0"/>
            <a:endParaRPr lang="en-US"/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8484C7CB-D2DE-4D8E-AD6E-4A45FA1D0B0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705600" y="609600"/>
            <a:ext cx="4876800" cy="266740"/>
          </a:xfrm>
          <a:prstGeom prst="rect">
            <a:avLst/>
          </a:prstGeom>
        </p:spPr>
        <p:txBody>
          <a:bodyPr/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sz="1333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ADD YOUR OVERLINE</a:t>
            </a:r>
          </a:p>
        </p:txBody>
      </p:sp>
      <p:sp>
        <p:nvSpPr>
          <p:cNvPr id="11" name="Title 2">
            <a:extLst>
              <a:ext uri="{FF2B5EF4-FFF2-40B4-BE49-F238E27FC236}">
                <a16:creationId xmlns:a16="http://schemas.microsoft.com/office/drawing/2014/main" id="{223BB9D5-8F0A-4C87-AF31-81EB124419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05600" y="1351740"/>
            <a:ext cx="4876800" cy="1620061"/>
          </a:xfrm>
          <a:prstGeom prst="rect">
            <a:avLst/>
          </a:prstGeom>
        </p:spPr>
        <p:txBody>
          <a:bodyPr>
            <a:normAutofit/>
          </a:bodyPr>
          <a:lstStyle>
            <a:lvl1pPr algn="r">
              <a:defRPr lang="en-US" sz="4000" dirty="0">
                <a:gradFill>
                  <a:gsLst>
                    <a:gs pos="66000">
                      <a:schemeClr val="accent2"/>
                    </a:gs>
                    <a:gs pos="100000">
                      <a:schemeClr val="accent1"/>
                    </a:gs>
                    <a:gs pos="33000">
                      <a:schemeClr val="accent3"/>
                    </a:gs>
                    <a:gs pos="0">
                      <a:schemeClr val="accent4"/>
                    </a:gs>
                  </a:gsLst>
                  <a:lin ang="18600000" scaled="0"/>
                </a:gradFill>
                <a:ea typeface="Source Sans Pro Black" panose="020B0803030403020204" pitchFamily="34" charset="0"/>
                <a:cs typeface="+mn-cs"/>
              </a:defRPr>
            </a:lvl1pPr>
          </a:lstStyle>
          <a:p>
            <a:pPr marL="0" lvl="0">
              <a:lnSpc>
                <a:spcPct val="100000"/>
              </a:lnSpc>
            </a:pPr>
            <a:r>
              <a:rPr lang="en-US" dirty="0"/>
              <a:t>Click to edit Master title style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179CC0C9-06B3-48A5-BD12-0AF42911722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705600" y="3176400"/>
            <a:ext cx="4876800" cy="2734863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sz="1867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Add your subtitle text</a:t>
            </a:r>
          </a:p>
        </p:txBody>
      </p:sp>
    </p:spTree>
    <p:extLst>
      <p:ext uri="{BB962C8B-B14F-4D97-AF65-F5344CB8AC3E}">
        <p14:creationId xmlns:p14="http://schemas.microsoft.com/office/powerpoint/2010/main" val="3426484810"/>
      </p:ext>
    </p:extLst>
  </p:cSld>
  <p:clrMapOvr>
    <a:masterClrMapping/>
  </p:clrMapOvr>
</p:sldLayout>
</file>

<file path=ppt/slideLayouts/slideLayout2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CL-Image-04-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3">
            <a:extLst>
              <a:ext uri="{FF2B5EF4-FFF2-40B4-BE49-F238E27FC236}">
                <a16:creationId xmlns:a16="http://schemas.microsoft.com/office/drawing/2014/main" id="{10F00EBF-B287-4A97-94A2-58659FC12108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339840" y="990600"/>
            <a:ext cx="4876800" cy="4876800"/>
          </a:xfrm>
          <a:prstGeom prst="roundRect">
            <a:avLst>
              <a:gd name="adj" fmla="val 3125"/>
            </a:avLst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>
                <a:solidFill>
                  <a:schemeClr val="bg1"/>
                </a:solidFill>
              </a:defRPr>
            </a:lvl1pPr>
          </a:lstStyle>
          <a:p>
            <a:pPr lvl="0"/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948674588"/>
      </p:ext>
    </p:extLst>
  </p:cSld>
  <p:clrMapOvr>
    <a:masterClrMapping/>
  </p:clrMapOvr>
</p:sldLayout>
</file>

<file path=ppt/slideLayouts/slideLayout23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ML-Image-01-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3">
            <a:extLst>
              <a:ext uri="{FF2B5EF4-FFF2-40B4-BE49-F238E27FC236}">
                <a16:creationId xmlns:a16="http://schemas.microsoft.com/office/drawing/2014/main" id="{DC582E34-45AC-46BF-8372-92FBB6191E38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09600" y="3054096"/>
            <a:ext cx="1450848" cy="1450848"/>
          </a:xfrm>
          <a:prstGeom prst="ellipse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en-US" sz="1867" dirty="0">
                <a:solidFill>
                  <a:schemeClr val="bg1"/>
                </a:solidFill>
              </a:defRPr>
            </a:lvl1pPr>
          </a:lstStyle>
          <a:p>
            <a:pPr lvl="0"/>
            <a:endParaRPr lang="en-US" dirty="0"/>
          </a:p>
        </p:txBody>
      </p:sp>
      <p:sp>
        <p:nvSpPr>
          <p:cNvPr id="11" name="Picture Placeholder 3">
            <a:extLst>
              <a:ext uri="{FF2B5EF4-FFF2-40B4-BE49-F238E27FC236}">
                <a16:creationId xmlns:a16="http://schemas.microsoft.com/office/drawing/2014/main" id="{66997297-9A29-4E56-84A9-E69844C06DC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096000" y="3054096"/>
            <a:ext cx="1450848" cy="1450848"/>
          </a:xfrm>
          <a:prstGeom prst="ellipse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en-US" sz="1867" dirty="0">
                <a:solidFill>
                  <a:schemeClr val="bg1"/>
                </a:solidFill>
              </a:defRPr>
            </a:lvl1pPr>
          </a:lstStyle>
          <a:p>
            <a:pPr lvl="0"/>
            <a:endParaRPr lang="en-US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1DF71F00-E8FD-4130-A73B-7C83436C0D2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" y="838200"/>
            <a:ext cx="10972800" cy="609600"/>
          </a:xfrm>
          <a:prstGeom prst="rect">
            <a:avLst/>
          </a:prstGeom>
        </p:spPr>
        <p:txBody>
          <a:bodyPr anchor="ctr"/>
          <a:lstStyle>
            <a:lvl1pPr marL="0" algn="ctr" defTabSz="914446" rtl="0" eaLnBrk="1" latinLnBrk="0" hangingPunct="1">
              <a:lnSpc>
                <a:spcPct val="100000"/>
              </a:lnSpc>
              <a:spcBef>
                <a:spcPts val="0"/>
              </a:spcBef>
              <a:defRPr lang="en-US" sz="4400" kern="1200" dirty="0">
                <a:solidFill>
                  <a:schemeClr val="bg1"/>
                </a:solidFill>
                <a:latin typeface="+mj-lt"/>
                <a:ea typeface="Source Sans Pro Black" panose="020B0803030403020204" pitchFamily="34" charset="0"/>
                <a:cs typeface="+mn-cs"/>
              </a:defRPr>
            </a:lvl1pPr>
          </a:lstStyle>
          <a:p>
            <a:pPr marL="0" lvl="0" indent="0" algn="ctr">
              <a:spcBef>
                <a:spcPts val="1000"/>
              </a:spcBef>
              <a:buFont typeface="Arial" panose="020B0604020202020204" pitchFamily="34" charset="0"/>
            </a:pPr>
            <a:r>
              <a:rPr lang="en-US" dirty="0"/>
              <a:t>Your Main Title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B13EDE2D-E00B-4784-8152-7CD08FA1264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600" y="396240"/>
            <a:ext cx="10972800" cy="355601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en-UA" sz="1600" kern="1200" spc="333" dirty="0">
                <a:solidFill>
                  <a:schemeClr val="tx2"/>
                </a:solidFill>
                <a:latin typeface="+mn-lt"/>
                <a:ea typeface="Roboto Thin" pitchFamily="2" charset="0"/>
                <a:cs typeface="+mn-cs"/>
              </a:defRPr>
            </a:lvl1pPr>
          </a:lstStyle>
          <a:p>
            <a:pPr marL="0" lvl="0" algn="ctr" defTabSz="914446" rtl="0" eaLnBrk="1" latinLnBrk="0" hangingPunct="1"/>
            <a:r>
              <a:rPr lang="en-UA" dirty="0"/>
              <a:t>YOUR SUBTITLE</a:t>
            </a:r>
          </a:p>
        </p:txBody>
      </p:sp>
    </p:spTree>
    <p:extLst>
      <p:ext uri="{BB962C8B-B14F-4D97-AF65-F5344CB8AC3E}">
        <p14:creationId xmlns:p14="http://schemas.microsoft.com/office/powerpoint/2010/main" val="182151852"/>
      </p:ext>
    </p:extLst>
  </p:cSld>
  <p:clrMapOvr>
    <a:masterClrMapping/>
  </p:clrMapOvr>
</p:sldLayout>
</file>

<file path=ppt/slideLayouts/slideLayout23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ML-Image-02-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icture Placeholder 3">
            <a:extLst>
              <a:ext uri="{FF2B5EF4-FFF2-40B4-BE49-F238E27FC236}">
                <a16:creationId xmlns:a16="http://schemas.microsoft.com/office/drawing/2014/main" id="{95AC126F-6485-4019-9F1C-23399613546C}"/>
              </a:ext>
            </a:extLst>
          </p:cNvPr>
          <p:cNvSpPr>
            <a:spLocks noGrp="1" noChangeAspect="1"/>
          </p:cNvSpPr>
          <p:nvPr>
            <p:ph type="pic" sz="quarter" idx="12"/>
          </p:nvPr>
        </p:nvSpPr>
        <p:spPr>
          <a:xfrm>
            <a:off x="2147929" y="2667000"/>
            <a:ext cx="1018032" cy="1018032"/>
          </a:xfrm>
          <a:prstGeom prst="ellipse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en-US" sz="1867" dirty="0">
                <a:solidFill>
                  <a:schemeClr val="bg1"/>
                </a:solidFill>
              </a:defRPr>
            </a:lvl1pPr>
          </a:lstStyle>
          <a:p>
            <a:pPr lvl="0"/>
            <a:endParaRPr lang="en-US" dirty="0"/>
          </a:p>
        </p:txBody>
      </p:sp>
      <p:sp>
        <p:nvSpPr>
          <p:cNvPr id="15" name="Picture Placeholder 3">
            <a:extLst>
              <a:ext uri="{FF2B5EF4-FFF2-40B4-BE49-F238E27FC236}">
                <a16:creationId xmlns:a16="http://schemas.microsoft.com/office/drawing/2014/main" id="{14D8ABFC-DBE7-4716-B767-E205B88489BB}"/>
              </a:ext>
            </a:extLst>
          </p:cNvPr>
          <p:cNvSpPr>
            <a:spLocks noGrp="1" noChangeAspect="1"/>
          </p:cNvSpPr>
          <p:nvPr>
            <p:ph type="pic" sz="quarter" idx="14"/>
          </p:nvPr>
        </p:nvSpPr>
        <p:spPr>
          <a:xfrm>
            <a:off x="9028685" y="2667000"/>
            <a:ext cx="1018032" cy="1018032"/>
          </a:xfrm>
          <a:prstGeom prst="ellipse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en-US" sz="1867" dirty="0">
                <a:solidFill>
                  <a:schemeClr val="bg1"/>
                </a:solidFill>
              </a:defRPr>
            </a:lvl1pPr>
          </a:lstStyle>
          <a:p>
            <a:pPr lvl="0"/>
            <a:endParaRPr lang="en-US" dirty="0"/>
          </a:p>
        </p:txBody>
      </p:sp>
      <p:sp>
        <p:nvSpPr>
          <p:cNvPr id="17" name="Picture Placeholder 3">
            <a:extLst>
              <a:ext uri="{FF2B5EF4-FFF2-40B4-BE49-F238E27FC236}">
                <a16:creationId xmlns:a16="http://schemas.microsoft.com/office/drawing/2014/main" id="{4260601E-5209-47F8-B78D-C4E58BFB16A7}"/>
              </a:ext>
            </a:extLst>
          </p:cNvPr>
          <p:cNvSpPr>
            <a:spLocks noGrp="1" noChangeAspect="1"/>
          </p:cNvSpPr>
          <p:nvPr>
            <p:ph type="pic" sz="quarter" idx="13"/>
          </p:nvPr>
        </p:nvSpPr>
        <p:spPr>
          <a:xfrm>
            <a:off x="5586984" y="2667000"/>
            <a:ext cx="1018032" cy="1018032"/>
          </a:xfrm>
          <a:prstGeom prst="ellipse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en-US" sz="1867" dirty="0">
                <a:solidFill>
                  <a:schemeClr val="bg1"/>
                </a:solidFill>
              </a:defRPr>
            </a:lvl1pPr>
          </a:lstStyle>
          <a:p>
            <a:pPr lvl="0"/>
            <a:endParaRPr lang="en-US" dirty="0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7D3152E6-5B6E-FF9B-B99C-59E8993DA58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" y="838200"/>
            <a:ext cx="10972800" cy="609600"/>
          </a:xfrm>
          <a:prstGeom prst="rect">
            <a:avLst/>
          </a:prstGeom>
        </p:spPr>
        <p:txBody>
          <a:bodyPr anchor="ctr"/>
          <a:lstStyle>
            <a:lvl1pPr marL="0" algn="ctr" defTabSz="914446" rtl="0" eaLnBrk="1" latinLnBrk="0" hangingPunct="1">
              <a:lnSpc>
                <a:spcPct val="100000"/>
              </a:lnSpc>
              <a:spcBef>
                <a:spcPts val="0"/>
              </a:spcBef>
              <a:defRPr lang="en-US" sz="4400" kern="1200" dirty="0">
                <a:solidFill>
                  <a:schemeClr val="bg1"/>
                </a:solidFill>
                <a:latin typeface="+mj-lt"/>
                <a:ea typeface="Source Sans Pro Black" panose="020B0803030403020204" pitchFamily="34" charset="0"/>
                <a:cs typeface="+mn-cs"/>
              </a:defRPr>
            </a:lvl1pPr>
          </a:lstStyle>
          <a:p>
            <a:pPr marL="0" lvl="0" indent="0" algn="ctr">
              <a:spcBef>
                <a:spcPts val="1000"/>
              </a:spcBef>
              <a:buFont typeface="Arial" panose="020B0604020202020204" pitchFamily="34" charset="0"/>
            </a:pPr>
            <a:r>
              <a:rPr lang="en-US" dirty="0"/>
              <a:t>Your Main Title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B78C7388-BAB6-BD66-158D-8C615183439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600" y="396240"/>
            <a:ext cx="10972800" cy="355601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en-UA" sz="1600" kern="1200" spc="333" dirty="0">
                <a:solidFill>
                  <a:schemeClr val="tx2"/>
                </a:solidFill>
                <a:latin typeface="+mn-lt"/>
                <a:ea typeface="Roboto Thin" pitchFamily="2" charset="0"/>
                <a:cs typeface="+mn-cs"/>
              </a:defRPr>
            </a:lvl1pPr>
          </a:lstStyle>
          <a:p>
            <a:pPr marL="0" lvl="0" algn="ctr" defTabSz="914446" rtl="0" eaLnBrk="1" latinLnBrk="0" hangingPunct="1"/>
            <a:r>
              <a:rPr lang="en-UA" dirty="0"/>
              <a:t>YOUR SUBTITLE</a:t>
            </a:r>
          </a:p>
        </p:txBody>
      </p:sp>
    </p:spTree>
    <p:extLst>
      <p:ext uri="{BB962C8B-B14F-4D97-AF65-F5344CB8AC3E}">
        <p14:creationId xmlns:p14="http://schemas.microsoft.com/office/powerpoint/2010/main" val="2033229128"/>
      </p:ext>
    </p:extLst>
  </p:cSld>
  <p:clrMapOvr>
    <a:masterClrMapping/>
  </p:clrMapOvr>
</p:sldLayout>
</file>

<file path=ppt/slideLayouts/slideLayout23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ML-Image-03-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3">
            <a:extLst>
              <a:ext uri="{FF2B5EF4-FFF2-40B4-BE49-F238E27FC236}">
                <a16:creationId xmlns:a16="http://schemas.microsoft.com/office/drawing/2014/main" id="{0AB8959D-88A4-4972-9276-40BC99DE39B2}"/>
              </a:ext>
            </a:extLst>
          </p:cNvPr>
          <p:cNvSpPr>
            <a:spLocks noGrp="1" noChangeAspect="1"/>
          </p:cNvSpPr>
          <p:nvPr>
            <p:ph type="pic" sz="quarter" idx="15"/>
          </p:nvPr>
        </p:nvSpPr>
        <p:spPr>
          <a:xfrm>
            <a:off x="6986016" y="2705825"/>
            <a:ext cx="1018032" cy="1018032"/>
          </a:xfrm>
          <a:prstGeom prst="ellipse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en-US" sz="1867" dirty="0">
                <a:solidFill>
                  <a:schemeClr val="bg1"/>
                </a:solidFill>
              </a:defRPr>
            </a:lvl1pPr>
          </a:lstStyle>
          <a:p>
            <a:pPr lvl="0"/>
            <a:endParaRPr lang="en-US" dirty="0"/>
          </a:p>
        </p:txBody>
      </p:sp>
      <p:sp>
        <p:nvSpPr>
          <p:cNvPr id="16" name="Picture Placeholder 3">
            <a:extLst>
              <a:ext uri="{FF2B5EF4-FFF2-40B4-BE49-F238E27FC236}">
                <a16:creationId xmlns:a16="http://schemas.microsoft.com/office/drawing/2014/main" id="{95AC126F-6485-4019-9F1C-23399613546C}"/>
              </a:ext>
            </a:extLst>
          </p:cNvPr>
          <p:cNvSpPr>
            <a:spLocks noGrp="1" noChangeAspect="1"/>
          </p:cNvSpPr>
          <p:nvPr>
            <p:ph type="pic" sz="quarter" idx="12"/>
          </p:nvPr>
        </p:nvSpPr>
        <p:spPr>
          <a:xfrm>
            <a:off x="1389888" y="2705825"/>
            <a:ext cx="1018032" cy="1018032"/>
          </a:xfrm>
          <a:prstGeom prst="ellipse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en-US" sz="1867" dirty="0">
                <a:solidFill>
                  <a:schemeClr val="bg1"/>
                </a:solidFill>
              </a:defRPr>
            </a:lvl1pPr>
          </a:lstStyle>
          <a:p>
            <a:pPr lvl="0"/>
            <a:endParaRPr lang="en-US" dirty="0"/>
          </a:p>
        </p:txBody>
      </p:sp>
      <p:sp>
        <p:nvSpPr>
          <p:cNvPr id="15" name="Picture Placeholder 3">
            <a:extLst>
              <a:ext uri="{FF2B5EF4-FFF2-40B4-BE49-F238E27FC236}">
                <a16:creationId xmlns:a16="http://schemas.microsoft.com/office/drawing/2014/main" id="{14D8ABFC-DBE7-4716-B767-E205B88489BB}"/>
              </a:ext>
            </a:extLst>
          </p:cNvPr>
          <p:cNvSpPr>
            <a:spLocks noGrp="1" noChangeAspect="1"/>
          </p:cNvSpPr>
          <p:nvPr>
            <p:ph type="pic" sz="quarter" idx="14"/>
          </p:nvPr>
        </p:nvSpPr>
        <p:spPr>
          <a:xfrm>
            <a:off x="9784080" y="2705825"/>
            <a:ext cx="1018032" cy="1018032"/>
          </a:xfrm>
          <a:prstGeom prst="ellipse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en-US" sz="1867" dirty="0">
                <a:solidFill>
                  <a:schemeClr val="bg1"/>
                </a:solidFill>
              </a:defRPr>
            </a:lvl1pPr>
          </a:lstStyle>
          <a:p>
            <a:pPr lvl="0"/>
            <a:endParaRPr lang="en-US" dirty="0"/>
          </a:p>
        </p:txBody>
      </p:sp>
      <p:sp>
        <p:nvSpPr>
          <p:cNvPr id="17" name="Picture Placeholder 3">
            <a:extLst>
              <a:ext uri="{FF2B5EF4-FFF2-40B4-BE49-F238E27FC236}">
                <a16:creationId xmlns:a16="http://schemas.microsoft.com/office/drawing/2014/main" id="{4260601E-5209-47F8-B78D-C4E58BFB16A7}"/>
              </a:ext>
            </a:extLst>
          </p:cNvPr>
          <p:cNvSpPr>
            <a:spLocks noGrp="1" noChangeAspect="1"/>
          </p:cNvSpPr>
          <p:nvPr>
            <p:ph type="pic" sz="quarter" idx="13"/>
          </p:nvPr>
        </p:nvSpPr>
        <p:spPr>
          <a:xfrm>
            <a:off x="4187952" y="2705825"/>
            <a:ext cx="1018032" cy="1018032"/>
          </a:xfrm>
          <a:prstGeom prst="ellipse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en-US" sz="1867" dirty="0">
                <a:solidFill>
                  <a:schemeClr val="bg1"/>
                </a:solidFill>
              </a:defRPr>
            </a:lvl1pPr>
          </a:lstStyle>
          <a:p>
            <a:pPr lvl="0"/>
            <a:endParaRPr lang="en-US" dirty="0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5866DECC-8E72-892E-10C5-FB0D52B3FB2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" y="838200"/>
            <a:ext cx="10972800" cy="609600"/>
          </a:xfrm>
          <a:prstGeom prst="rect">
            <a:avLst/>
          </a:prstGeom>
        </p:spPr>
        <p:txBody>
          <a:bodyPr anchor="ctr"/>
          <a:lstStyle>
            <a:lvl1pPr marL="0" algn="ctr" defTabSz="914446" rtl="0" eaLnBrk="1" latinLnBrk="0" hangingPunct="1">
              <a:lnSpc>
                <a:spcPct val="100000"/>
              </a:lnSpc>
              <a:spcBef>
                <a:spcPts val="0"/>
              </a:spcBef>
              <a:defRPr lang="en-US" sz="4400" kern="1200" dirty="0">
                <a:solidFill>
                  <a:schemeClr val="bg1"/>
                </a:solidFill>
                <a:latin typeface="+mj-lt"/>
                <a:ea typeface="Source Sans Pro Black" panose="020B0803030403020204" pitchFamily="34" charset="0"/>
                <a:cs typeface="+mn-cs"/>
              </a:defRPr>
            </a:lvl1pPr>
          </a:lstStyle>
          <a:p>
            <a:pPr marL="0" lvl="0" indent="0" algn="ctr">
              <a:spcBef>
                <a:spcPts val="1000"/>
              </a:spcBef>
              <a:buFont typeface="Arial" panose="020B0604020202020204" pitchFamily="34" charset="0"/>
            </a:pPr>
            <a:r>
              <a:rPr lang="en-US" dirty="0"/>
              <a:t>Your Main Title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F8084853-8A75-8FF4-22AB-85F5137A798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600" y="396240"/>
            <a:ext cx="10972800" cy="355601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en-UA" sz="1600" kern="1200" spc="333" dirty="0">
                <a:solidFill>
                  <a:schemeClr val="tx2"/>
                </a:solidFill>
                <a:latin typeface="+mn-lt"/>
                <a:ea typeface="Roboto Thin" pitchFamily="2" charset="0"/>
                <a:cs typeface="+mn-cs"/>
              </a:defRPr>
            </a:lvl1pPr>
          </a:lstStyle>
          <a:p>
            <a:pPr marL="0" lvl="0" algn="ctr" defTabSz="914446" rtl="0" eaLnBrk="1" latinLnBrk="0" hangingPunct="1"/>
            <a:r>
              <a:rPr lang="en-UA" dirty="0"/>
              <a:t>YOUR SUBTITLE</a:t>
            </a:r>
          </a:p>
        </p:txBody>
      </p:sp>
    </p:spTree>
    <p:extLst>
      <p:ext uri="{BB962C8B-B14F-4D97-AF65-F5344CB8AC3E}">
        <p14:creationId xmlns:p14="http://schemas.microsoft.com/office/powerpoint/2010/main" val="3864135169"/>
      </p:ext>
    </p:extLst>
  </p:cSld>
  <p:clrMapOvr>
    <a:masterClrMapping/>
  </p:clrMapOvr>
</p:sldLayout>
</file>

<file path=ppt/slideLayouts/slideLayout23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PORTFOLIO-Image-01-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21C606D8-35EE-449B-9739-EED57E2B0C2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" y="0"/>
            <a:ext cx="6095999" cy="68580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>
                <a:solidFill>
                  <a:schemeClr val="bg1"/>
                </a:solidFill>
              </a:defRPr>
            </a:lvl1pPr>
          </a:lstStyle>
          <a:p>
            <a:pPr lvl="0"/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508681983"/>
      </p:ext>
    </p:extLst>
  </p:cSld>
  <p:clrMapOvr>
    <a:masterClrMapping/>
  </p:clrMapOvr>
</p:sldLayout>
</file>

<file path=ppt/slideLayouts/slideLayout23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PORTFOLIO-Image-05-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21C606D8-35EE-449B-9739-EED57E2B0C2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09600" y="609600"/>
            <a:ext cx="2578608" cy="2578608"/>
          </a:xfrm>
          <a:prstGeom prst="roundRect">
            <a:avLst>
              <a:gd name="adj" fmla="val 0"/>
            </a:avLst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 dirty="0">
                <a:solidFill>
                  <a:schemeClr val="bg1"/>
                </a:solidFill>
              </a:defRPr>
            </a:lvl1pPr>
          </a:lstStyle>
          <a:p>
            <a:pPr lvl="0"/>
            <a:endParaRPr lang="uk-UA" dirty="0"/>
          </a:p>
        </p:txBody>
      </p:sp>
      <p:sp>
        <p:nvSpPr>
          <p:cNvPr id="6" name="Picture Placeholder 3">
            <a:extLst>
              <a:ext uri="{FF2B5EF4-FFF2-40B4-BE49-F238E27FC236}">
                <a16:creationId xmlns:a16="http://schemas.microsoft.com/office/drawing/2014/main" id="{B21BCA39-ADFB-4BE6-9D20-13E8FADF99B0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9003792" y="609600"/>
            <a:ext cx="2578608" cy="2578608"/>
          </a:xfrm>
          <a:prstGeom prst="roundRect">
            <a:avLst>
              <a:gd name="adj" fmla="val 0"/>
            </a:avLst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 dirty="0">
                <a:solidFill>
                  <a:schemeClr val="bg1"/>
                </a:solidFill>
              </a:defRPr>
            </a:lvl1pPr>
          </a:lstStyle>
          <a:p>
            <a:pPr lvl="0"/>
            <a:endParaRPr lang="uk-UA" dirty="0"/>
          </a:p>
        </p:txBody>
      </p:sp>
      <p:sp>
        <p:nvSpPr>
          <p:cNvPr id="7" name="Picture Placeholder 3">
            <a:extLst>
              <a:ext uri="{FF2B5EF4-FFF2-40B4-BE49-F238E27FC236}">
                <a16:creationId xmlns:a16="http://schemas.microsoft.com/office/drawing/2014/main" id="{0B57B0E6-36B2-4E47-96C2-1EDF4BBE7946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3407664" y="609600"/>
            <a:ext cx="2578608" cy="2578608"/>
          </a:xfrm>
          <a:prstGeom prst="roundRect">
            <a:avLst>
              <a:gd name="adj" fmla="val 0"/>
            </a:avLst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 dirty="0">
                <a:solidFill>
                  <a:schemeClr val="bg1"/>
                </a:solidFill>
              </a:defRPr>
            </a:lvl1pPr>
          </a:lstStyle>
          <a:p>
            <a:pPr lvl="0"/>
            <a:endParaRPr lang="uk-UA" dirty="0"/>
          </a:p>
        </p:txBody>
      </p:sp>
      <p:sp>
        <p:nvSpPr>
          <p:cNvPr id="8" name="Picture Placeholder 3">
            <a:extLst>
              <a:ext uri="{FF2B5EF4-FFF2-40B4-BE49-F238E27FC236}">
                <a16:creationId xmlns:a16="http://schemas.microsoft.com/office/drawing/2014/main" id="{31BC7345-85E6-4338-92D9-E8AC45730E28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205728" y="609600"/>
            <a:ext cx="2578608" cy="2578608"/>
          </a:xfrm>
          <a:prstGeom prst="roundRect">
            <a:avLst>
              <a:gd name="adj" fmla="val 0"/>
            </a:avLst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 dirty="0">
                <a:solidFill>
                  <a:schemeClr val="bg1"/>
                </a:solidFill>
              </a:defRPr>
            </a:lvl1pPr>
          </a:lstStyle>
          <a:p>
            <a:pPr lvl="0"/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748102520"/>
      </p:ext>
    </p:extLst>
  </p:cSld>
  <p:clrMapOvr>
    <a:masterClrMapping/>
  </p:clrMapOvr>
</p:sldLayout>
</file>

<file path=ppt/slideLayouts/slideLayout23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DATA-Image-03-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3">
            <a:extLst>
              <a:ext uri="{FF2B5EF4-FFF2-40B4-BE49-F238E27FC236}">
                <a16:creationId xmlns:a16="http://schemas.microsoft.com/office/drawing/2014/main" id="{CD6A1AF2-0E5E-C543-BCC9-497B3A3D32F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470654" y="2999232"/>
            <a:ext cx="3249168" cy="3249168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en-UA" sz="1867">
                <a:solidFill>
                  <a:schemeClr val="bg1"/>
                </a:solidFill>
              </a:defRPr>
            </a:lvl1pPr>
          </a:lstStyle>
          <a:p>
            <a:pPr lvl="0"/>
            <a:endParaRPr lang="en-UA"/>
          </a:p>
        </p:txBody>
      </p:sp>
      <p:sp>
        <p:nvSpPr>
          <p:cNvPr id="9" name="Picture Placeholder 3">
            <a:extLst>
              <a:ext uri="{FF2B5EF4-FFF2-40B4-BE49-F238E27FC236}">
                <a16:creationId xmlns:a16="http://schemas.microsoft.com/office/drawing/2014/main" id="{35FD3BED-494D-7C46-A085-4717BEA81D19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331708" y="2999232"/>
            <a:ext cx="3249168" cy="3249168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en-UA" sz="1867">
                <a:solidFill>
                  <a:schemeClr val="bg1"/>
                </a:solidFill>
              </a:defRPr>
            </a:lvl1pPr>
          </a:lstStyle>
          <a:p>
            <a:pPr lvl="0"/>
            <a:endParaRPr lang="en-UA"/>
          </a:p>
        </p:txBody>
      </p:sp>
    </p:spTree>
    <p:extLst>
      <p:ext uri="{BB962C8B-B14F-4D97-AF65-F5344CB8AC3E}">
        <p14:creationId xmlns:p14="http://schemas.microsoft.com/office/powerpoint/2010/main" val="35319881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</p:sldLayout>
</file>

<file path=ppt/slideLayouts/slideLayout23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DATA-Image-02-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3">
            <a:extLst>
              <a:ext uri="{FF2B5EF4-FFF2-40B4-BE49-F238E27FC236}">
                <a16:creationId xmlns:a16="http://schemas.microsoft.com/office/drawing/2014/main" id="{EE3198DC-382B-B047-809E-869BFCC20B1A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807200" y="609600"/>
            <a:ext cx="4775200" cy="56388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en-UA" sz="1867">
                <a:solidFill>
                  <a:schemeClr val="bg1"/>
                </a:solidFill>
              </a:defRPr>
            </a:lvl1pPr>
          </a:lstStyle>
          <a:p>
            <a:pPr lvl="0"/>
            <a:endParaRPr lang="en-UA"/>
          </a:p>
        </p:txBody>
      </p:sp>
    </p:spTree>
    <p:extLst>
      <p:ext uri="{BB962C8B-B14F-4D97-AF65-F5344CB8AC3E}">
        <p14:creationId xmlns:p14="http://schemas.microsoft.com/office/powerpoint/2010/main" val="14136281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</p:sldLayout>
</file>

<file path=ppt/slideLayouts/slideLayout23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DATA-Image-04-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3">
            <a:extLst>
              <a:ext uri="{FF2B5EF4-FFF2-40B4-BE49-F238E27FC236}">
                <a16:creationId xmlns:a16="http://schemas.microsoft.com/office/drawing/2014/main" id="{A4EAD187-1DE1-43E0-829B-D15CC2978DC1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7470987" y="609601"/>
            <a:ext cx="4068979" cy="56388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en-UA" sz="1867">
                <a:solidFill>
                  <a:schemeClr val="bg1"/>
                </a:solidFill>
              </a:defRPr>
            </a:lvl1pPr>
          </a:lstStyle>
          <a:p>
            <a:pPr lvl="0"/>
            <a:endParaRPr lang="en-UA"/>
          </a:p>
        </p:txBody>
      </p:sp>
    </p:spTree>
    <p:extLst>
      <p:ext uri="{BB962C8B-B14F-4D97-AF65-F5344CB8AC3E}">
        <p14:creationId xmlns:p14="http://schemas.microsoft.com/office/powerpoint/2010/main" val="20145416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</p:sldLayout>
</file>

<file path=ppt/slideLayouts/slideLayout24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DATA-Image-08-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3">
            <a:extLst>
              <a:ext uri="{FF2B5EF4-FFF2-40B4-BE49-F238E27FC236}">
                <a16:creationId xmlns:a16="http://schemas.microsoft.com/office/drawing/2014/main" id="{A4EAD187-1DE1-43E0-829B-D15CC2978DC1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-1" y="0"/>
            <a:ext cx="2639569" cy="68580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en-UA" sz="1867">
                <a:solidFill>
                  <a:schemeClr val="bg1"/>
                </a:solidFill>
              </a:defRPr>
            </a:lvl1pPr>
          </a:lstStyle>
          <a:p>
            <a:pPr lvl="0"/>
            <a:endParaRPr lang="en-UA"/>
          </a:p>
        </p:txBody>
      </p:sp>
    </p:spTree>
    <p:extLst>
      <p:ext uri="{BB962C8B-B14F-4D97-AF65-F5344CB8AC3E}">
        <p14:creationId xmlns:p14="http://schemas.microsoft.com/office/powerpoint/2010/main" val="4340397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</p:sldLayout>
</file>

<file path=ppt/slideLayouts/slideLayout24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DATA-Image-07-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3">
            <a:extLst>
              <a:ext uri="{FF2B5EF4-FFF2-40B4-BE49-F238E27FC236}">
                <a16:creationId xmlns:a16="http://schemas.microsoft.com/office/drawing/2014/main" id="{A4EAD187-1DE1-43E0-829B-D15CC2978DC1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12191997" cy="34290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en-UA" sz="1867">
                <a:solidFill>
                  <a:schemeClr val="bg1"/>
                </a:solidFill>
              </a:defRPr>
            </a:lvl1pPr>
          </a:lstStyle>
          <a:p>
            <a:pPr lvl="0"/>
            <a:endParaRPr lang="en-UA"/>
          </a:p>
        </p:txBody>
      </p:sp>
    </p:spTree>
    <p:extLst>
      <p:ext uri="{BB962C8B-B14F-4D97-AF65-F5344CB8AC3E}">
        <p14:creationId xmlns:p14="http://schemas.microsoft.com/office/powerpoint/2010/main" val="36428487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117" Type="http://schemas.openxmlformats.org/officeDocument/2006/relationships/slideLayout" Target="../slideLayouts/slideLayout128.xml"/><Relationship Id="rId21" Type="http://schemas.openxmlformats.org/officeDocument/2006/relationships/slideLayout" Target="../slideLayouts/slideLayout32.xml"/><Relationship Id="rId42" Type="http://schemas.openxmlformats.org/officeDocument/2006/relationships/slideLayout" Target="../slideLayouts/slideLayout53.xml"/><Relationship Id="rId63" Type="http://schemas.openxmlformats.org/officeDocument/2006/relationships/slideLayout" Target="../slideLayouts/slideLayout74.xml"/><Relationship Id="rId84" Type="http://schemas.openxmlformats.org/officeDocument/2006/relationships/slideLayout" Target="../slideLayouts/slideLayout95.xml"/><Relationship Id="rId138" Type="http://schemas.openxmlformats.org/officeDocument/2006/relationships/slideLayout" Target="../slideLayouts/slideLayout149.xml"/><Relationship Id="rId159" Type="http://schemas.openxmlformats.org/officeDocument/2006/relationships/slideLayout" Target="../slideLayouts/slideLayout170.xml"/><Relationship Id="rId170" Type="http://schemas.openxmlformats.org/officeDocument/2006/relationships/slideLayout" Target="../slideLayouts/slideLayout181.xml"/><Relationship Id="rId191" Type="http://schemas.openxmlformats.org/officeDocument/2006/relationships/slideLayout" Target="../slideLayouts/slideLayout202.xml"/><Relationship Id="rId205" Type="http://schemas.openxmlformats.org/officeDocument/2006/relationships/slideLayout" Target="../slideLayouts/slideLayout216.xml"/><Relationship Id="rId226" Type="http://schemas.openxmlformats.org/officeDocument/2006/relationships/slideLayout" Target="../slideLayouts/slideLayout237.xml"/><Relationship Id="rId107" Type="http://schemas.openxmlformats.org/officeDocument/2006/relationships/slideLayout" Target="../slideLayouts/slideLayout118.xml"/><Relationship Id="rId11" Type="http://schemas.openxmlformats.org/officeDocument/2006/relationships/slideLayout" Target="../slideLayouts/slideLayout22.xml"/><Relationship Id="rId32" Type="http://schemas.openxmlformats.org/officeDocument/2006/relationships/slideLayout" Target="../slideLayouts/slideLayout43.xml"/><Relationship Id="rId53" Type="http://schemas.openxmlformats.org/officeDocument/2006/relationships/slideLayout" Target="../slideLayouts/slideLayout64.xml"/><Relationship Id="rId74" Type="http://schemas.openxmlformats.org/officeDocument/2006/relationships/slideLayout" Target="../slideLayouts/slideLayout85.xml"/><Relationship Id="rId128" Type="http://schemas.openxmlformats.org/officeDocument/2006/relationships/slideLayout" Target="../slideLayouts/slideLayout139.xml"/><Relationship Id="rId149" Type="http://schemas.openxmlformats.org/officeDocument/2006/relationships/slideLayout" Target="../slideLayouts/slideLayout160.xml"/><Relationship Id="rId5" Type="http://schemas.openxmlformats.org/officeDocument/2006/relationships/slideLayout" Target="../slideLayouts/slideLayout16.xml"/><Relationship Id="rId95" Type="http://schemas.openxmlformats.org/officeDocument/2006/relationships/slideLayout" Target="../slideLayouts/slideLayout106.xml"/><Relationship Id="rId160" Type="http://schemas.openxmlformats.org/officeDocument/2006/relationships/slideLayout" Target="../slideLayouts/slideLayout171.xml"/><Relationship Id="rId181" Type="http://schemas.openxmlformats.org/officeDocument/2006/relationships/slideLayout" Target="../slideLayouts/slideLayout192.xml"/><Relationship Id="rId216" Type="http://schemas.openxmlformats.org/officeDocument/2006/relationships/slideLayout" Target="../slideLayouts/slideLayout227.xml"/><Relationship Id="rId22" Type="http://schemas.openxmlformats.org/officeDocument/2006/relationships/slideLayout" Target="../slideLayouts/slideLayout33.xml"/><Relationship Id="rId43" Type="http://schemas.openxmlformats.org/officeDocument/2006/relationships/slideLayout" Target="../slideLayouts/slideLayout54.xml"/><Relationship Id="rId64" Type="http://schemas.openxmlformats.org/officeDocument/2006/relationships/slideLayout" Target="../slideLayouts/slideLayout75.xml"/><Relationship Id="rId118" Type="http://schemas.openxmlformats.org/officeDocument/2006/relationships/slideLayout" Target="../slideLayouts/slideLayout129.xml"/><Relationship Id="rId139" Type="http://schemas.openxmlformats.org/officeDocument/2006/relationships/slideLayout" Target="../slideLayouts/slideLayout150.xml"/><Relationship Id="rId85" Type="http://schemas.openxmlformats.org/officeDocument/2006/relationships/slideLayout" Target="../slideLayouts/slideLayout96.xml"/><Relationship Id="rId150" Type="http://schemas.openxmlformats.org/officeDocument/2006/relationships/slideLayout" Target="../slideLayouts/slideLayout161.xml"/><Relationship Id="rId171" Type="http://schemas.openxmlformats.org/officeDocument/2006/relationships/slideLayout" Target="../slideLayouts/slideLayout182.xml"/><Relationship Id="rId192" Type="http://schemas.openxmlformats.org/officeDocument/2006/relationships/slideLayout" Target="../slideLayouts/slideLayout203.xml"/><Relationship Id="rId206" Type="http://schemas.openxmlformats.org/officeDocument/2006/relationships/slideLayout" Target="../slideLayouts/slideLayout217.xml"/><Relationship Id="rId227" Type="http://schemas.openxmlformats.org/officeDocument/2006/relationships/slideLayout" Target="../slideLayouts/slideLayout238.xml"/><Relationship Id="rId12" Type="http://schemas.openxmlformats.org/officeDocument/2006/relationships/slideLayout" Target="../slideLayouts/slideLayout23.xml"/><Relationship Id="rId33" Type="http://schemas.openxmlformats.org/officeDocument/2006/relationships/slideLayout" Target="../slideLayouts/slideLayout44.xml"/><Relationship Id="rId108" Type="http://schemas.openxmlformats.org/officeDocument/2006/relationships/slideLayout" Target="../slideLayouts/slideLayout119.xml"/><Relationship Id="rId129" Type="http://schemas.openxmlformats.org/officeDocument/2006/relationships/slideLayout" Target="../slideLayouts/slideLayout140.xml"/><Relationship Id="rId54" Type="http://schemas.openxmlformats.org/officeDocument/2006/relationships/slideLayout" Target="../slideLayouts/slideLayout65.xml"/><Relationship Id="rId75" Type="http://schemas.openxmlformats.org/officeDocument/2006/relationships/slideLayout" Target="../slideLayouts/slideLayout86.xml"/><Relationship Id="rId96" Type="http://schemas.openxmlformats.org/officeDocument/2006/relationships/slideLayout" Target="../slideLayouts/slideLayout107.xml"/><Relationship Id="rId140" Type="http://schemas.openxmlformats.org/officeDocument/2006/relationships/slideLayout" Target="../slideLayouts/slideLayout151.xml"/><Relationship Id="rId161" Type="http://schemas.openxmlformats.org/officeDocument/2006/relationships/slideLayout" Target="../slideLayouts/slideLayout172.xml"/><Relationship Id="rId182" Type="http://schemas.openxmlformats.org/officeDocument/2006/relationships/slideLayout" Target="../slideLayouts/slideLayout193.xml"/><Relationship Id="rId217" Type="http://schemas.openxmlformats.org/officeDocument/2006/relationships/slideLayout" Target="../slideLayouts/slideLayout228.xml"/><Relationship Id="rId6" Type="http://schemas.openxmlformats.org/officeDocument/2006/relationships/slideLayout" Target="../slideLayouts/slideLayout17.xml"/><Relationship Id="rId23" Type="http://schemas.openxmlformats.org/officeDocument/2006/relationships/slideLayout" Target="../slideLayouts/slideLayout34.xml"/><Relationship Id="rId119" Type="http://schemas.openxmlformats.org/officeDocument/2006/relationships/slideLayout" Target="../slideLayouts/slideLayout130.xml"/><Relationship Id="rId44" Type="http://schemas.openxmlformats.org/officeDocument/2006/relationships/slideLayout" Target="../slideLayouts/slideLayout55.xml"/><Relationship Id="rId65" Type="http://schemas.openxmlformats.org/officeDocument/2006/relationships/slideLayout" Target="../slideLayouts/slideLayout76.xml"/><Relationship Id="rId86" Type="http://schemas.openxmlformats.org/officeDocument/2006/relationships/slideLayout" Target="../slideLayouts/slideLayout97.xml"/><Relationship Id="rId130" Type="http://schemas.openxmlformats.org/officeDocument/2006/relationships/slideLayout" Target="../slideLayouts/slideLayout141.xml"/><Relationship Id="rId151" Type="http://schemas.openxmlformats.org/officeDocument/2006/relationships/slideLayout" Target="../slideLayouts/slideLayout162.xml"/><Relationship Id="rId172" Type="http://schemas.openxmlformats.org/officeDocument/2006/relationships/slideLayout" Target="../slideLayouts/slideLayout183.xml"/><Relationship Id="rId193" Type="http://schemas.openxmlformats.org/officeDocument/2006/relationships/slideLayout" Target="../slideLayouts/slideLayout204.xml"/><Relationship Id="rId207" Type="http://schemas.openxmlformats.org/officeDocument/2006/relationships/slideLayout" Target="../slideLayouts/slideLayout218.xml"/><Relationship Id="rId228" Type="http://schemas.openxmlformats.org/officeDocument/2006/relationships/slideLayout" Target="../slideLayouts/slideLayout239.xml"/><Relationship Id="rId13" Type="http://schemas.openxmlformats.org/officeDocument/2006/relationships/slideLayout" Target="../slideLayouts/slideLayout24.xml"/><Relationship Id="rId109" Type="http://schemas.openxmlformats.org/officeDocument/2006/relationships/slideLayout" Target="../slideLayouts/slideLayout120.xml"/><Relationship Id="rId34" Type="http://schemas.openxmlformats.org/officeDocument/2006/relationships/slideLayout" Target="../slideLayouts/slideLayout45.xml"/><Relationship Id="rId55" Type="http://schemas.openxmlformats.org/officeDocument/2006/relationships/slideLayout" Target="../slideLayouts/slideLayout66.xml"/><Relationship Id="rId76" Type="http://schemas.openxmlformats.org/officeDocument/2006/relationships/slideLayout" Target="../slideLayouts/slideLayout87.xml"/><Relationship Id="rId97" Type="http://schemas.openxmlformats.org/officeDocument/2006/relationships/slideLayout" Target="../slideLayouts/slideLayout108.xml"/><Relationship Id="rId120" Type="http://schemas.openxmlformats.org/officeDocument/2006/relationships/slideLayout" Target="../slideLayouts/slideLayout131.xml"/><Relationship Id="rId141" Type="http://schemas.openxmlformats.org/officeDocument/2006/relationships/slideLayout" Target="../slideLayouts/slideLayout152.xml"/><Relationship Id="rId7" Type="http://schemas.openxmlformats.org/officeDocument/2006/relationships/slideLayout" Target="../slideLayouts/slideLayout18.xml"/><Relationship Id="rId162" Type="http://schemas.openxmlformats.org/officeDocument/2006/relationships/slideLayout" Target="../slideLayouts/slideLayout173.xml"/><Relationship Id="rId183" Type="http://schemas.openxmlformats.org/officeDocument/2006/relationships/slideLayout" Target="../slideLayouts/slideLayout194.xml"/><Relationship Id="rId218" Type="http://schemas.openxmlformats.org/officeDocument/2006/relationships/slideLayout" Target="../slideLayouts/slideLayout229.xml"/><Relationship Id="rId24" Type="http://schemas.openxmlformats.org/officeDocument/2006/relationships/slideLayout" Target="../slideLayouts/slideLayout35.xml"/><Relationship Id="rId45" Type="http://schemas.openxmlformats.org/officeDocument/2006/relationships/slideLayout" Target="../slideLayouts/slideLayout56.xml"/><Relationship Id="rId66" Type="http://schemas.openxmlformats.org/officeDocument/2006/relationships/slideLayout" Target="../slideLayouts/slideLayout77.xml"/><Relationship Id="rId87" Type="http://schemas.openxmlformats.org/officeDocument/2006/relationships/slideLayout" Target="../slideLayouts/slideLayout98.xml"/><Relationship Id="rId110" Type="http://schemas.openxmlformats.org/officeDocument/2006/relationships/slideLayout" Target="../slideLayouts/slideLayout121.xml"/><Relationship Id="rId131" Type="http://schemas.openxmlformats.org/officeDocument/2006/relationships/slideLayout" Target="../slideLayouts/slideLayout142.xml"/><Relationship Id="rId152" Type="http://schemas.openxmlformats.org/officeDocument/2006/relationships/slideLayout" Target="../slideLayouts/slideLayout163.xml"/><Relationship Id="rId173" Type="http://schemas.openxmlformats.org/officeDocument/2006/relationships/slideLayout" Target="../slideLayouts/slideLayout184.xml"/><Relationship Id="rId194" Type="http://schemas.openxmlformats.org/officeDocument/2006/relationships/slideLayout" Target="../slideLayouts/slideLayout205.xml"/><Relationship Id="rId208" Type="http://schemas.openxmlformats.org/officeDocument/2006/relationships/slideLayout" Target="../slideLayouts/slideLayout219.xml"/><Relationship Id="rId229" Type="http://schemas.openxmlformats.org/officeDocument/2006/relationships/slideLayout" Target="../slideLayouts/slideLayout240.xml"/><Relationship Id="rId14" Type="http://schemas.openxmlformats.org/officeDocument/2006/relationships/slideLayout" Target="../slideLayouts/slideLayout25.xml"/><Relationship Id="rId35" Type="http://schemas.openxmlformats.org/officeDocument/2006/relationships/slideLayout" Target="../slideLayouts/slideLayout46.xml"/><Relationship Id="rId56" Type="http://schemas.openxmlformats.org/officeDocument/2006/relationships/slideLayout" Target="../slideLayouts/slideLayout67.xml"/><Relationship Id="rId77" Type="http://schemas.openxmlformats.org/officeDocument/2006/relationships/slideLayout" Target="../slideLayouts/slideLayout88.xml"/><Relationship Id="rId100" Type="http://schemas.openxmlformats.org/officeDocument/2006/relationships/slideLayout" Target="../slideLayouts/slideLayout111.xml"/><Relationship Id="rId8" Type="http://schemas.openxmlformats.org/officeDocument/2006/relationships/slideLayout" Target="../slideLayouts/slideLayout19.xml"/><Relationship Id="rId98" Type="http://schemas.openxmlformats.org/officeDocument/2006/relationships/slideLayout" Target="../slideLayouts/slideLayout109.xml"/><Relationship Id="rId121" Type="http://schemas.openxmlformats.org/officeDocument/2006/relationships/slideLayout" Target="../slideLayouts/slideLayout132.xml"/><Relationship Id="rId142" Type="http://schemas.openxmlformats.org/officeDocument/2006/relationships/slideLayout" Target="../slideLayouts/slideLayout153.xml"/><Relationship Id="rId163" Type="http://schemas.openxmlformats.org/officeDocument/2006/relationships/slideLayout" Target="../slideLayouts/slideLayout174.xml"/><Relationship Id="rId184" Type="http://schemas.openxmlformats.org/officeDocument/2006/relationships/slideLayout" Target="../slideLayouts/slideLayout195.xml"/><Relationship Id="rId219" Type="http://schemas.openxmlformats.org/officeDocument/2006/relationships/slideLayout" Target="../slideLayouts/slideLayout230.xml"/><Relationship Id="rId230" Type="http://schemas.openxmlformats.org/officeDocument/2006/relationships/slideLayout" Target="../slideLayouts/slideLayout241.xml"/><Relationship Id="rId25" Type="http://schemas.openxmlformats.org/officeDocument/2006/relationships/slideLayout" Target="../slideLayouts/slideLayout36.xml"/><Relationship Id="rId46" Type="http://schemas.openxmlformats.org/officeDocument/2006/relationships/slideLayout" Target="../slideLayouts/slideLayout57.xml"/><Relationship Id="rId67" Type="http://schemas.openxmlformats.org/officeDocument/2006/relationships/slideLayout" Target="../slideLayouts/slideLayout78.xml"/><Relationship Id="rId116" Type="http://schemas.openxmlformats.org/officeDocument/2006/relationships/slideLayout" Target="../slideLayouts/slideLayout127.xml"/><Relationship Id="rId137" Type="http://schemas.openxmlformats.org/officeDocument/2006/relationships/slideLayout" Target="../slideLayouts/slideLayout148.xml"/><Relationship Id="rId158" Type="http://schemas.openxmlformats.org/officeDocument/2006/relationships/slideLayout" Target="../slideLayouts/slideLayout169.xml"/><Relationship Id="rId20" Type="http://schemas.openxmlformats.org/officeDocument/2006/relationships/slideLayout" Target="../slideLayouts/slideLayout31.xml"/><Relationship Id="rId41" Type="http://schemas.openxmlformats.org/officeDocument/2006/relationships/slideLayout" Target="../slideLayouts/slideLayout52.xml"/><Relationship Id="rId62" Type="http://schemas.openxmlformats.org/officeDocument/2006/relationships/slideLayout" Target="../slideLayouts/slideLayout73.xml"/><Relationship Id="rId83" Type="http://schemas.openxmlformats.org/officeDocument/2006/relationships/slideLayout" Target="../slideLayouts/slideLayout94.xml"/><Relationship Id="rId88" Type="http://schemas.openxmlformats.org/officeDocument/2006/relationships/slideLayout" Target="../slideLayouts/slideLayout99.xml"/><Relationship Id="rId111" Type="http://schemas.openxmlformats.org/officeDocument/2006/relationships/slideLayout" Target="../slideLayouts/slideLayout122.xml"/><Relationship Id="rId132" Type="http://schemas.openxmlformats.org/officeDocument/2006/relationships/slideLayout" Target="../slideLayouts/slideLayout143.xml"/><Relationship Id="rId153" Type="http://schemas.openxmlformats.org/officeDocument/2006/relationships/slideLayout" Target="../slideLayouts/slideLayout164.xml"/><Relationship Id="rId174" Type="http://schemas.openxmlformats.org/officeDocument/2006/relationships/slideLayout" Target="../slideLayouts/slideLayout185.xml"/><Relationship Id="rId179" Type="http://schemas.openxmlformats.org/officeDocument/2006/relationships/slideLayout" Target="../slideLayouts/slideLayout190.xml"/><Relationship Id="rId195" Type="http://schemas.openxmlformats.org/officeDocument/2006/relationships/slideLayout" Target="../slideLayouts/slideLayout206.xml"/><Relationship Id="rId209" Type="http://schemas.openxmlformats.org/officeDocument/2006/relationships/slideLayout" Target="../slideLayouts/slideLayout220.xml"/><Relationship Id="rId190" Type="http://schemas.openxmlformats.org/officeDocument/2006/relationships/slideLayout" Target="../slideLayouts/slideLayout201.xml"/><Relationship Id="rId204" Type="http://schemas.openxmlformats.org/officeDocument/2006/relationships/slideLayout" Target="../slideLayouts/slideLayout215.xml"/><Relationship Id="rId220" Type="http://schemas.openxmlformats.org/officeDocument/2006/relationships/slideLayout" Target="../slideLayouts/slideLayout231.xml"/><Relationship Id="rId225" Type="http://schemas.openxmlformats.org/officeDocument/2006/relationships/slideLayout" Target="../slideLayouts/slideLayout236.xml"/><Relationship Id="rId15" Type="http://schemas.openxmlformats.org/officeDocument/2006/relationships/slideLayout" Target="../slideLayouts/slideLayout26.xml"/><Relationship Id="rId36" Type="http://schemas.openxmlformats.org/officeDocument/2006/relationships/slideLayout" Target="../slideLayouts/slideLayout47.xml"/><Relationship Id="rId57" Type="http://schemas.openxmlformats.org/officeDocument/2006/relationships/slideLayout" Target="../slideLayouts/slideLayout68.xml"/><Relationship Id="rId106" Type="http://schemas.openxmlformats.org/officeDocument/2006/relationships/slideLayout" Target="../slideLayouts/slideLayout117.xml"/><Relationship Id="rId127" Type="http://schemas.openxmlformats.org/officeDocument/2006/relationships/slideLayout" Target="../slideLayouts/slideLayout138.xml"/><Relationship Id="rId10" Type="http://schemas.openxmlformats.org/officeDocument/2006/relationships/slideLayout" Target="../slideLayouts/slideLayout21.xml"/><Relationship Id="rId31" Type="http://schemas.openxmlformats.org/officeDocument/2006/relationships/slideLayout" Target="../slideLayouts/slideLayout42.xml"/><Relationship Id="rId52" Type="http://schemas.openxmlformats.org/officeDocument/2006/relationships/slideLayout" Target="../slideLayouts/slideLayout63.xml"/><Relationship Id="rId73" Type="http://schemas.openxmlformats.org/officeDocument/2006/relationships/slideLayout" Target="../slideLayouts/slideLayout84.xml"/><Relationship Id="rId78" Type="http://schemas.openxmlformats.org/officeDocument/2006/relationships/slideLayout" Target="../slideLayouts/slideLayout89.xml"/><Relationship Id="rId94" Type="http://schemas.openxmlformats.org/officeDocument/2006/relationships/slideLayout" Target="../slideLayouts/slideLayout105.xml"/><Relationship Id="rId99" Type="http://schemas.openxmlformats.org/officeDocument/2006/relationships/slideLayout" Target="../slideLayouts/slideLayout110.xml"/><Relationship Id="rId101" Type="http://schemas.openxmlformats.org/officeDocument/2006/relationships/slideLayout" Target="../slideLayouts/slideLayout112.xml"/><Relationship Id="rId122" Type="http://schemas.openxmlformats.org/officeDocument/2006/relationships/slideLayout" Target="../slideLayouts/slideLayout133.xml"/><Relationship Id="rId143" Type="http://schemas.openxmlformats.org/officeDocument/2006/relationships/slideLayout" Target="../slideLayouts/slideLayout154.xml"/><Relationship Id="rId148" Type="http://schemas.openxmlformats.org/officeDocument/2006/relationships/slideLayout" Target="../slideLayouts/slideLayout159.xml"/><Relationship Id="rId164" Type="http://schemas.openxmlformats.org/officeDocument/2006/relationships/slideLayout" Target="../slideLayouts/slideLayout175.xml"/><Relationship Id="rId169" Type="http://schemas.openxmlformats.org/officeDocument/2006/relationships/slideLayout" Target="../slideLayouts/slideLayout180.xml"/><Relationship Id="rId185" Type="http://schemas.openxmlformats.org/officeDocument/2006/relationships/slideLayout" Target="../slideLayouts/slideLayout196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80" Type="http://schemas.openxmlformats.org/officeDocument/2006/relationships/slideLayout" Target="../slideLayouts/slideLayout191.xml"/><Relationship Id="rId210" Type="http://schemas.openxmlformats.org/officeDocument/2006/relationships/slideLayout" Target="../slideLayouts/slideLayout221.xml"/><Relationship Id="rId215" Type="http://schemas.openxmlformats.org/officeDocument/2006/relationships/slideLayout" Target="../slideLayouts/slideLayout226.xml"/><Relationship Id="rId26" Type="http://schemas.openxmlformats.org/officeDocument/2006/relationships/slideLayout" Target="../slideLayouts/slideLayout37.xml"/><Relationship Id="rId231" Type="http://schemas.openxmlformats.org/officeDocument/2006/relationships/theme" Target="../theme/theme2.xml"/><Relationship Id="rId47" Type="http://schemas.openxmlformats.org/officeDocument/2006/relationships/slideLayout" Target="../slideLayouts/slideLayout58.xml"/><Relationship Id="rId68" Type="http://schemas.openxmlformats.org/officeDocument/2006/relationships/slideLayout" Target="../slideLayouts/slideLayout79.xml"/><Relationship Id="rId89" Type="http://schemas.openxmlformats.org/officeDocument/2006/relationships/slideLayout" Target="../slideLayouts/slideLayout100.xml"/><Relationship Id="rId112" Type="http://schemas.openxmlformats.org/officeDocument/2006/relationships/slideLayout" Target="../slideLayouts/slideLayout123.xml"/><Relationship Id="rId133" Type="http://schemas.openxmlformats.org/officeDocument/2006/relationships/slideLayout" Target="../slideLayouts/slideLayout144.xml"/><Relationship Id="rId154" Type="http://schemas.openxmlformats.org/officeDocument/2006/relationships/slideLayout" Target="../slideLayouts/slideLayout165.xml"/><Relationship Id="rId175" Type="http://schemas.openxmlformats.org/officeDocument/2006/relationships/slideLayout" Target="../slideLayouts/slideLayout186.xml"/><Relationship Id="rId196" Type="http://schemas.openxmlformats.org/officeDocument/2006/relationships/slideLayout" Target="../slideLayouts/slideLayout207.xml"/><Relationship Id="rId200" Type="http://schemas.openxmlformats.org/officeDocument/2006/relationships/slideLayout" Target="../slideLayouts/slideLayout211.xml"/><Relationship Id="rId16" Type="http://schemas.openxmlformats.org/officeDocument/2006/relationships/slideLayout" Target="../slideLayouts/slideLayout27.xml"/><Relationship Id="rId221" Type="http://schemas.openxmlformats.org/officeDocument/2006/relationships/slideLayout" Target="../slideLayouts/slideLayout232.xml"/><Relationship Id="rId37" Type="http://schemas.openxmlformats.org/officeDocument/2006/relationships/slideLayout" Target="../slideLayouts/slideLayout48.xml"/><Relationship Id="rId58" Type="http://schemas.openxmlformats.org/officeDocument/2006/relationships/slideLayout" Target="../slideLayouts/slideLayout69.xml"/><Relationship Id="rId79" Type="http://schemas.openxmlformats.org/officeDocument/2006/relationships/slideLayout" Target="../slideLayouts/slideLayout90.xml"/><Relationship Id="rId102" Type="http://schemas.openxmlformats.org/officeDocument/2006/relationships/slideLayout" Target="../slideLayouts/slideLayout113.xml"/><Relationship Id="rId123" Type="http://schemas.openxmlformats.org/officeDocument/2006/relationships/slideLayout" Target="../slideLayouts/slideLayout134.xml"/><Relationship Id="rId144" Type="http://schemas.openxmlformats.org/officeDocument/2006/relationships/slideLayout" Target="../slideLayouts/slideLayout155.xml"/><Relationship Id="rId90" Type="http://schemas.openxmlformats.org/officeDocument/2006/relationships/slideLayout" Target="../slideLayouts/slideLayout101.xml"/><Relationship Id="rId165" Type="http://schemas.openxmlformats.org/officeDocument/2006/relationships/slideLayout" Target="../slideLayouts/slideLayout176.xml"/><Relationship Id="rId186" Type="http://schemas.openxmlformats.org/officeDocument/2006/relationships/slideLayout" Target="../slideLayouts/slideLayout197.xml"/><Relationship Id="rId211" Type="http://schemas.openxmlformats.org/officeDocument/2006/relationships/slideLayout" Target="../slideLayouts/slideLayout222.xml"/><Relationship Id="rId27" Type="http://schemas.openxmlformats.org/officeDocument/2006/relationships/slideLayout" Target="../slideLayouts/slideLayout38.xml"/><Relationship Id="rId48" Type="http://schemas.openxmlformats.org/officeDocument/2006/relationships/slideLayout" Target="../slideLayouts/slideLayout59.xml"/><Relationship Id="rId69" Type="http://schemas.openxmlformats.org/officeDocument/2006/relationships/slideLayout" Target="../slideLayouts/slideLayout80.xml"/><Relationship Id="rId113" Type="http://schemas.openxmlformats.org/officeDocument/2006/relationships/slideLayout" Target="../slideLayouts/slideLayout124.xml"/><Relationship Id="rId134" Type="http://schemas.openxmlformats.org/officeDocument/2006/relationships/slideLayout" Target="../slideLayouts/slideLayout145.xml"/><Relationship Id="rId80" Type="http://schemas.openxmlformats.org/officeDocument/2006/relationships/slideLayout" Target="../slideLayouts/slideLayout91.xml"/><Relationship Id="rId155" Type="http://schemas.openxmlformats.org/officeDocument/2006/relationships/slideLayout" Target="../slideLayouts/slideLayout166.xml"/><Relationship Id="rId176" Type="http://schemas.openxmlformats.org/officeDocument/2006/relationships/slideLayout" Target="../slideLayouts/slideLayout187.xml"/><Relationship Id="rId197" Type="http://schemas.openxmlformats.org/officeDocument/2006/relationships/slideLayout" Target="../slideLayouts/slideLayout208.xml"/><Relationship Id="rId201" Type="http://schemas.openxmlformats.org/officeDocument/2006/relationships/slideLayout" Target="../slideLayouts/slideLayout212.xml"/><Relationship Id="rId222" Type="http://schemas.openxmlformats.org/officeDocument/2006/relationships/slideLayout" Target="../slideLayouts/slideLayout233.xml"/><Relationship Id="rId17" Type="http://schemas.openxmlformats.org/officeDocument/2006/relationships/slideLayout" Target="../slideLayouts/slideLayout28.xml"/><Relationship Id="rId38" Type="http://schemas.openxmlformats.org/officeDocument/2006/relationships/slideLayout" Target="../slideLayouts/slideLayout49.xml"/><Relationship Id="rId59" Type="http://schemas.openxmlformats.org/officeDocument/2006/relationships/slideLayout" Target="../slideLayouts/slideLayout70.xml"/><Relationship Id="rId103" Type="http://schemas.openxmlformats.org/officeDocument/2006/relationships/slideLayout" Target="../slideLayouts/slideLayout114.xml"/><Relationship Id="rId124" Type="http://schemas.openxmlformats.org/officeDocument/2006/relationships/slideLayout" Target="../slideLayouts/slideLayout135.xml"/><Relationship Id="rId70" Type="http://schemas.openxmlformats.org/officeDocument/2006/relationships/slideLayout" Target="../slideLayouts/slideLayout81.xml"/><Relationship Id="rId91" Type="http://schemas.openxmlformats.org/officeDocument/2006/relationships/slideLayout" Target="../slideLayouts/slideLayout102.xml"/><Relationship Id="rId145" Type="http://schemas.openxmlformats.org/officeDocument/2006/relationships/slideLayout" Target="../slideLayouts/slideLayout156.xml"/><Relationship Id="rId166" Type="http://schemas.openxmlformats.org/officeDocument/2006/relationships/slideLayout" Target="../slideLayouts/slideLayout177.xml"/><Relationship Id="rId187" Type="http://schemas.openxmlformats.org/officeDocument/2006/relationships/slideLayout" Target="../slideLayouts/slideLayout198.xml"/><Relationship Id="rId1" Type="http://schemas.openxmlformats.org/officeDocument/2006/relationships/slideLayout" Target="../slideLayouts/slideLayout12.xml"/><Relationship Id="rId212" Type="http://schemas.openxmlformats.org/officeDocument/2006/relationships/slideLayout" Target="../slideLayouts/slideLayout223.xml"/><Relationship Id="rId28" Type="http://schemas.openxmlformats.org/officeDocument/2006/relationships/slideLayout" Target="../slideLayouts/slideLayout39.xml"/><Relationship Id="rId49" Type="http://schemas.openxmlformats.org/officeDocument/2006/relationships/slideLayout" Target="../slideLayouts/slideLayout60.xml"/><Relationship Id="rId114" Type="http://schemas.openxmlformats.org/officeDocument/2006/relationships/slideLayout" Target="../slideLayouts/slideLayout125.xml"/><Relationship Id="rId60" Type="http://schemas.openxmlformats.org/officeDocument/2006/relationships/slideLayout" Target="../slideLayouts/slideLayout71.xml"/><Relationship Id="rId81" Type="http://schemas.openxmlformats.org/officeDocument/2006/relationships/slideLayout" Target="../slideLayouts/slideLayout92.xml"/><Relationship Id="rId135" Type="http://schemas.openxmlformats.org/officeDocument/2006/relationships/slideLayout" Target="../slideLayouts/slideLayout146.xml"/><Relationship Id="rId156" Type="http://schemas.openxmlformats.org/officeDocument/2006/relationships/slideLayout" Target="../slideLayouts/slideLayout167.xml"/><Relationship Id="rId177" Type="http://schemas.openxmlformats.org/officeDocument/2006/relationships/slideLayout" Target="../slideLayouts/slideLayout188.xml"/><Relationship Id="rId198" Type="http://schemas.openxmlformats.org/officeDocument/2006/relationships/slideLayout" Target="../slideLayouts/slideLayout209.xml"/><Relationship Id="rId202" Type="http://schemas.openxmlformats.org/officeDocument/2006/relationships/slideLayout" Target="../slideLayouts/slideLayout213.xml"/><Relationship Id="rId223" Type="http://schemas.openxmlformats.org/officeDocument/2006/relationships/slideLayout" Target="../slideLayouts/slideLayout234.xml"/><Relationship Id="rId18" Type="http://schemas.openxmlformats.org/officeDocument/2006/relationships/slideLayout" Target="../slideLayouts/slideLayout29.xml"/><Relationship Id="rId39" Type="http://schemas.openxmlformats.org/officeDocument/2006/relationships/slideLayout" Target="../slideLayouts/slideLayout50.xml"/><Relationship Id="rId50" Type="http://schemas.openxmlformats.org/officeDocument/2006/relationships/slideLayout" Target="../slideLayouts/slideLayout61.xml"/><Relationship Id="rId104" Type="http://schemas.openxmlformats.org/officeDocument/2006/relationships/slideLayout" Target="../slideLayouts/slideLayout115.xml"/><Relationship Id="rId125" Type="http://schemas.openxmlformats.org/officeDocument/2006/relationships/slideLayout" Target="../slideLayouts/slideLayout136.xml"/><Relationship Id="rId146" Type="http://schemas.openxmlformats.org/officeDocument/2006/relationships/slideLayout" Target="../slideLayouts/slideLayout157.xml"/><Relationship Id="rId167" Type="http://schemas.openxmlformats.org/officeDocument/2006/relationships/slideLayout" Target="../slideLayouts/slideLayout178.xml"/><Relationship Id="rId188" Type="http://schemas.openxmlformats.org/officeDocument/2006/relationships/slideLayout" Target="../slideLayouts/slideLayout199.xml"/><Relationship Id="rId71" Type="http://schemas.openxmlformats.org/officeDocument/2006/relationships/slideLayout" Target="../slideLayouts/slideLayout82.xml"/><Relationship Id="rId92" Type="http://schemas.openxmlformats.org/officeDocument/2006/relationships/slideLayout" Target="../slideLayouts/slideLayout103.xml"/><Relationship Id="rId213" Type="http://schemas.openxmlformats.org/officeDocument/2006/relationships/slideLayout" Target="../slideLayouts/slideLayout224.xml"/><Relationship Id="rId2" Type="http://schemas.openxmlformats.org/officeDocument/2006/relationships/slideLayout" Target="../slideLayouts/slideLayout13.xml"/><Relationship Id="rId29" Type="http://schemas.openxmlformats.org/officeDocument/2006/relationships/slideLayout" Target="../slideLayouts/slideLayout40.xml"/><Relationship Id="rId40" Type="http://schemas.openxmlformats.org/officeDocument/2006/relationships/slideLayout" Target="../slideLayouts/slideLayout51.xml"/><Relationship Id="rId115" Type="http://schemas.openxmlformats.org/officeDocument/2006/relationships/slideLayout" Target="../slideLayouts/slideLayout126.xml"/><Relationship Id="rId136" Type="http://schemas.openxmlformats.org/officeDocument/2006/relationships/slideLayout" Target="../slideLayouts/slideLayout147.xml"/><Relationship Id="rId157" Type="http://schemas.openxmlformats.org/officeDocument/2006/relationships/slideLayout" Target="../slideLayouts/slideLayout168.xml"/><Relationship Id="rId178" Type="http://schemas.openxmlformats.org/officeDocument/2006/relationships/slideLayout" Target="../slideLayouts/slideLayout189.xml"/><Relationship Id="rId61" Type="http://schemas.openxmlformats.org/officeDocument/2006/relationships/slideLayout" Target="../slideLayouts/slideLayout72.xml"/><Relationship Id="rId82" Type="http://schemas.openxmlformats.org/officeDocument/2006/relationships/slideLayout" Target="../slideLayouts/slideLayout93.xml"/><Relationship Id="rId199" Type="http://schemas.openxmlformats.org/officeDocument/2006/relationships/slideLayout" Target="../slideLayouts/slideLayout210.xml"/><Relationship Id="rId203" Type="http://schemas.openxmlformats.org/officeDocument/2006/relationships/slideLayout" Target="../slideLayouts/slideLayout214.xml"/><Relationship Id="rId19" Type="http://schemas.openxmlformats.org/officeDocument/2006/relationships/slideLayout" Target="../slideLayouts/slideLayout30.xml"/><Relationship Id="rId224" Type="http://schemas.openxmlformats.org/officeDocument/2006/relationships/slideLayout" Target="../slideLayouts/slideLayout235.xml"/><Relationship Id="rId30" Type="http://schemas.openxmlformats.org/officeDocument/2006/relationships/slideLayout" Target="../slideLayouts/slideLayout41.xml"/><Relationship Id="rId105" Type="http://schemas.openxmlformats.org/officeDocument/2006/relationships/slideLayout" Target="../slideLayouts/slideLayout116.xml"/><Relationship Id="rId126" Type="http://schemas.openxmlformats.org/officeDocument/2006/relationships/slideLayout" Target="../slideLayouts/slideLayout137.xml"/><Relationship Id="rId147" Type="http://schemas.openxmlformats.org/officeDocument/2006/relationships/slideLayout" Target="../slideLayouts/slideLayout158.xml"/><Relationship Id="rId168" Type="http://schemas.openxmlformats.org/officeDocument/2006/relationships/slideLayout" Target="../slideLayouts/slideLayout179.xml"/><Relationship Id="rId51" Type="http://schemas.openxmlformats.org/officeDocument/2006/relationships/slideLayout" Target="../slideLayouts/slideLayout62.xml"/><Relationship Id="rId72" Type="http://schemas.openxmlformats.org/officeDocument/2006/relationships/slideLayout" Target="../slideLayouts/slideLayout83.xml"/><Relationship Id="rId93" Type="http://schemas.openxmlformats.org/officeDocument/2006/relationships/slideLayout" Target="../slideLayouts/slideLayout104.xml"/><Relationship Id="rId189" Type="http://schemas.openxmlformats.org/officeDocument/2006/relationships/slideLayout" Target="../slideLayouts/slideLayout200.xml"/><Relationship Id="rId3" Type="http://schemas.openxmlformats.org/officeDocument/2006/relationships/slideLayout" Target="../slideLayouts/slideLayout14.xml"/><Relationship Id="rId214" Type="http://schemas.openxmlformats.org/officeDocument/2006/relationships/slideLayout" Target="../slideLayouts/slideLayout22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CFB8653D-D2DF-EED7-ADAC-1D5A87564B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63D85F1E-730C-2B27-76E7-9139AF04B9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DA50D13F-8D29-EA93-15D7-17E98E94EB9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D68169A-7C80-4BEE-8DAA-1B581686D033}" type="datetimeFigureOut">
              <a:rPr lang="de-DE" smtClean="0"/>
              <a:t>25.08.2023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224BF204-3AD1-DA6A-E651-BD766FD916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65F33CFB-A771-6D77-9B4A-8BA5A958038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E3FB189-1A19-47F7-A313-B065CF056E1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377185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464773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  <p:sldLayoutId id="2147483685" r:id="rId25"/>
    <p:sldLayoutId id="2147483686" r:id="rId26"/>
    <p:sldLayoutId id="2147483687" r:id="rId27"/>
    <p:sldLayoutId id="2147483688" r:id="rId28"/>
    <p:sldLayoutId id="2147483689" r:id="rId29"/>
    <p:sldLayoutId id="2147483690" r:id="rId30"/>
    <p:sldLayoutId id="2147483691" r:id="rId31"/>
    <p:sldLayoutId id="2147483692" r:id="rId32"/>
    <p:sldLayoutId id="2147483693" r:id="rId33"/>
    <p:sldLayoutId id="2147483694" r:id="rId34"/>
    <p:sldLayoutId id="2147483695" r:id="rId35"/>
    <p:sldLayoutId id="2147483696" r:id="rId36"/>
    <p:sldLayoutId id="2147483697" r:id="rId37"/>
    <p:sldLayoutId id="2147483698" r:id="rId38"/>
    <p:sldLayoutId id="2147483699" r:id="rId39"/>
    <p:sldLayoutId id="2147483700" r:id="rId40"/>
    <p:sldLayoutId id="2147483701" r:id="rId41"/>
    <p:sldLayoutId id="2147483702" r:id="rId42"/>
    <p:sldLayoutId id="2147483703" r:id="rId43"/>
    <p:sldLayoutId id="2147483704" r:id="rId44"/>
    <p:sldLayoutId id="2147483705" r:id="rId45"/>
    <p:sldLayoutId id="2147483706" r:id="rId46"/>
    <p:sldLayoutId id="2147483707" r:id="rId47"/>
    <p:sldLayoutId id="2147483708" r:id="rId48"/>
    <p:sldLayoutId id="2147483709" r:id="rId49"/>
    <p:sldLayoutId id="2147483710" r:id="rId50"/>
    <p:sldLayoutId id="2147483711" r:id="rId51"/>
    <p:sldLayoutId id="2147483712" r:id="rId52"/>
    <p:sldLayoutId id="2147483713" r:id="rId53"/>
    <p:sldLayoutId id="2147483714" r:id="rId54"/>
    <p:sldLayoutId id="2147483715" r:id="rId55"/>
    <p:sldLayoutId id="2147483716" r:id="rId56"/>
    <p:sldLayoutId id="2147483717" r:id="rId57"/>
    <p:sldLayoutId id="2147483718" r:id="rId58"/>
    <p:sldLayoutId id="2147483719" r:id="rId59"/>
    <p:sldLayoutId id="2147483720" r:id="rId60"/>
    <p:sldLayoutId id="2147483721" r:id="rId61"/>
    <p:sldLayoutId id="2147483722" r:id="rId62"/>
    <p:sldLayoutId id="2147483723" r:id="rId63"/>
    <p:sldLayoutId id="2147483724" r:id="rId64"/>
    <p:sldLayoutId id="2147483725" r:id="rId65"/>
    <p:sldLayoutId id="2147483726" r:id="rId66"/>
    <p:sldLayoutId id="2147483727" r:id="rId67"/>
    <p:sldLayoutId id="2147483728" r:id="rId68"/>
    <p:sldLayoutId id="2147483729" r:id="rId69"/>
    <p:sldLayoutId id="2147483730" r:id="rId70"/>
    <p:sldLayoutId id="2147483731" r:id="rId71"/>
    <p:sldLayoutId id="2147483732" r:id="rId72"/>
    <p:sldLayoutId id="2147483733" r:id="rId73"/>
    <p:sldLayoutId id="2147483734" r:id="rId74"/>
    <p:sldLayoutId id="2147483735" r:id="rId75"/>
    <p:sldLayoutId id="2147483736" r:id="rId76"/>
    <p:sldLayoutId id="2147483737" r:id="rId77"/>
    <p:sldLayoutId id="2147483738" r:id="rId78"/>
    <p:sldLayoutId id="2147483739" r:id="rId79"/>
    <p:sldLayoutId id="2147483740" r:id="rId80"/>
    <p:sldLayoutId id="2147483741" r:id="rId81"/>
    <p:sldLayoutId id="2147483742" r:id="rId82"/>
    <p:sldLayoutId id="2147483743" r:id="rId83"/>
    <p:sldLayoutId id="2147483744" r:id="rId84"/>
    <p:sldLayoutId id="2147483745" r:id="rId85"/>
    <p:sldLayoutId id="2147483746" r:id="rId86"/>
    <p:sldLayoutId id="2147483747" r:id="rId87"/>
    <p:sldLayoutId id="2147483748" r:id="rId88"/>
    <p:sldLayoutId id="2147483749" r:id="rId89"/>
    <p:sldLayoutId id="2147483750" r:id="rId90"/>
    <p:sldLayoutId id="2147483751" r:id="rId91"/>
    <p:sldLayoutId id="2147483752" r:id="rId92"/>
    <p:sldLayoutId id="2147483753" r:id="rId93"/>
    <p:sldLayoutId id="2147483754" r:id="rId94"/>
    <p:sldLayoutId id="2147483755" r:id="rId95"/>
    <p:sldLayoutId id="2147483756" r:id="rId96"/>
    <p:sldLayoutId id="2147483757" r:id="rId97"/>
    <p:sldLayoutId id="2147483758" r:id="rId98"/>
    <p:sldLayoutId id="2147483759" r:id="rId99"/>
    <p:sldLayoutId id="2147483760" r:id="rId100"/>
    <p:sldLayoutId id="2147483761" r:id="rId101"/>
    <p:sldLayoutId id="2147483762" r:id="rId102"/>
    <p:sldLayoutId id="2147483763" r:id="rId103"/>
    <p:sldLayoutId id="2147483764" r:id="rId104"/>
    <p:sldLayoutId id="2147483765" r:id="rId105"/>
    <p:sldLayoutId id="2147483766" r:id="rId106"/>
    <p:sldLayoutId id="2147483767" r:id="rId107"/>
    <p:sldLayoutId id="2147483768" r:id="rId108"/>
    <p:sldLayoutId id="2147483769" r:id="rId109"/>
    <p:sldLayoutId id="2147483770" r:id="rId110"/>
    <p:sldLayoutId id="2147483771" r:id="rId111"/>
    <p:sldLayoutId id="2147483772" r:id="rId112"/>
    <p:sldLayoutId id="2147483773" r:id="rId113"/>
    <p:sldLayoutId id="2147483774" r:id="rId114"/>
    <p:sldLayoutId id="2147483775" r:id="rId115"/>
    <p:sldLayoutId id="2147483776" r:id="rId116"/>
    <p:sldLayoutId id="2147483777" r:id="rId117"/>
    <p:sldLayoutId id="2147483778" r:id="rId118"/>
    <p:sldLayoutId id="2147483779" r:id="rId119"/>
    <p:sldLayoutId id="2147483780" r:id="rId120"/>
    <p:sldLayoutId id="2147483781" r:id="rId121"/>
    <p:sldLayoutId id="2147483782" r:id="rId122"/>
    <p:sldLayoutId id="2147483783" r:id="rId123"/>
    <p:sldLayoutId id="2147483784" r:id="rId124"/>
    <p:sldLayoutId id="2147483785" r:id="rId125"/>
    <p:sldLayoutId id="2147483786" r:id="rId126"/>
    <p:sldLayoutId id="2147483787" r:id="rId127"/>
    <p:sldLayoutId id="2147483788" r:id="rId128"/>
    <p:sldLayoutId id="2147483789" r:id="rId129"/>
    <p:sldLayoutId id="2147483790" r:id="rId130"/>
    <p:sldLayoutId id="2147483791" r:id="rId131"/>
    <p:sldLayoutId id="2147483792" r:id="rId132"/>
    <p:sldLayoutId id="2147483793" r:id="rId133"/>
    <p:sldLayoutId id="2147483794" r:id="rId134"/>
    <p:sldLayoutId id="2147483795" r:id="rId135"/>
    <p:sldLayoutId id="2147483796" r:id="rId136"/>
    <p:sldLayoutId id="2147483797" r:id="rId137"/>
    <p:sldLayoutId id="2147483798" r:id="rId138"/>
    <p:sldLayoutId id="2147483799" r:id="rId139"/>
    <p:sldLayoutId id="2147483800" r:id="rId140"/>
    <p:sldLayoutId id="2147483801" r:id="rId141"/>
    <p:sldLayoutId id="2147483802" r:id="rId142"/>
    <p:sldLayoutId id="2147483803" r:id="rId143"/>
    <p:sldLayoutId id="2147483804" r:id="rId144"/>
    <p:sldLayoutId id="2147483805" r:id="rId145"/>
    <p:sldLayoutId id="2147483806" r:id="rId146"/>
    <p:sldLayoutId id="2147483807" r:id="rId147"/>
    <p:sldLayoutId id="2147483808" r:id="rId148"/>
    <p:sldLayoutId id="2147483809" r:id="rId149"/>
    <p:sldLayoutId id="2147483810" r:id="rId150"/>
    <p:sldLayoutId id="2147483811" r:id="rId151"/>
    <p:sldLayoutId id="2147483812" r:id="rId152"/>
    <p:sldLayoutId id="2147483813" r:id="rId153"/>
    <p:sldLayoutId id="2147483814" r:id="rId154"/>
    <p:sldLayoutId id="2147483815" r:id="rId155"/>
    <p:sldLayoutId id="2147483816" r:id="rId156"/>
    <p:sldLayoutId id="2147483817" r:id="rId157"/>
    <p:sldLayoutId id="2147483818" r:id="rId158"/>
    <p:sldLayoutId id="2147483819" r:id="rId159"/>
    <p:sldLayoutId id="2147483820" r:id="rId160"/>
    <p:sldLayoutId id="2147483821" r:id="rId161"/>
    <p:sldLayoutId id="2147483822" r:id="rId162"/>
    <p:sldLayoutId id="2147483823" r:id="rId163"/>
    <p:sldLayoutId id="2147483824" r:id="rId164"/>
    <p:sldLayoutId id="2147483825" r:id="rId165"/>
    <p:sldLayoutId id="2147483826" r:id="rId166"/>
    <p:sldLayoutId id="2147483827" r:id="rId167"/>
    <p:sldLayoutId id="2147483828" r:id="rId168"/>
    <p:sldLayoutId id="2147483829" r:id="rId169"/>
    <p:sldLayoutId id="2147483830" r:id="rId170"/>
    <p:sldLayoutId id="2147483831" r:id="rId171"/>
    <p:sldLayoutId id="2147483832" r:id="rId172"/>
    <p:sldLayoutId id="2147483833" r:id="rId173"/>
    <p:sldLayoutId id="2147483834" r:id="rId174"/>
    <p:sldLayoutId id="2147483835" r:id="rId175"/>
    <p:sldLayoutId id="2147483836" r:id="rId176"/>
    <p:sldLayoutId id="2147483837" r:id="rId177"/>
    <p:sldLayoutId id="2147483838" r:id="rId178"/>
    <p:sldLayoutId id="2147483839" r:id="rId179"/>
    <p:sldLayoutId id="2147483840" r:id="rId180"/>
    <p:sldLayoutId id="2147483841" r:id="rId181"/>
    <p:sldLayoutId id="2147483842" r:id="rId182"/>
    <p:sldLayoutId id="2147483843" r:id="rId183"/>
    <p:sldLayoutId id="2147483844" r:id="rId184"/>
    <p:sldLayoutId id="2147483845" r:id="rId185"/>
    <p:sldLayoutId id="2147483846" r:id="rId186"/>
    <p:sldLayoutId id="2147483847" r:id="rId187"/>
    <p:sldLayoutId id="2147483848" r:id="rId188"/>
    <p:sldLayoutId id="2147483849" r:id="rId189"/>
    <p:sldLayoutId id="2147483850" r:id="rId190"/>
    <p:sldLayoutId id="2147483851" r:id="rId191"/>
    <p:sldLayoutId id="2147483852" r:id="rId192"/>
    <p:sldLayoutId id="2147483853" r:id="rId193"/>
    <p:sldLayoutId id="2147483854" r:id="rId194"/>
    <p:sldLayoutId id="2147483855" r:id="rId195"/>
    <p:sldLayoutId id="2147483856" r:id="rId196"/>
    <p:sldLayoutId id="2147483857" r:id="rId197"/>
    <p:sldLayoutId id="2147483858" r:id="rId198"/>
    <p:sldLayoutId id="2147483859" r:id="rId199"/>
    <p:sldLayoutId id="2147483860" r:id="rId200"/>
    <p:sldLayoutId id="2147483861" r:id="rId201"/>
    <p:sldLayoutId id="2147483862" r:id="rId202"/>
    <p:sldLayoutId id="2147483863" r:id="rId203"/>
    <p:sldLayoutId id="2147483864" r:id="rId204"/>
    <p:sldLayoutId id="2147483865" r:id="rId205"/>
    <p:sldLayoutId id="2147483866" r:id="rId206"/>
    <p:sldLayoutId id="2147483867" r:id="rId207"/>
    <p:sldLayoutId id="2147483868" r:id="rId208"/>
    <p:sldLayoutId id="2147483869" r:id="rId209"/>
    <p:sldLayoutId id="2147483870" r:id="rId210"/>
    <p:sldLayoutId id="2147483871" r:id="rId211"/>
    <p:sldLayoutId id="2147483872" r:id="rId212"/>
    <p:sldLayoutId id="2147483873" r:id="rId213"/>
    <p:sldLayoutId id="2147483874" r:id="rId214"/>
    <p:sldLayoutId id="2147483875" r:id="rId215"/>
    <p:sldLayoutId id="2147483876" r:id="rId216"/>
    <p:sldLayoutId id="2147483877" r:id="rId217"/>
    <p:sldLayoutId id="2147483878" r:id="rId218"/>
    <p:sldLayoutId id="2147483879" r:id="rId219"/>
    <p:sldLayoutId id="2147483880" r:id="rId220"/>
    <p:sldLayoutId id="2147483881" r:id="rId221"/>
    <p:sldLayoutId id="2147483882" r:id="rId222"/>
    <p:sldLayoutId id="2147483883" r:id="rId223"/>
    <p:sldLayoutId id="2147483884" r:id="rId224"/>
    <p:sldLayoutId id="2147483885" r:id="rId225"/>
    <p:sldLayoutId id="2147483886" r:id="rId226"/>
    <p:sldLayoutId id="2147483887" r:id="rId227"/>
    <p:sldLayoutId id="2147483888" r:id="rId228"/>
    <p:sldLayoutId id="2147483889" r:id="rId229"/>
    <p:sldLayoutId id="2147483890" r:id="rId230"/>
  </p:sldLayoutIdLst>
  <mc:AlternateContent xmlns:mc="http://schemas.openxmlformats.org/markup-compatibility/2006" xmlns:p14="http://schemas.microsoft.com/office/powerpoint/2010/main">
    <mc:Choice Requires="p14">
      <p:transition spd="slow" p14:dur="1750">
        <p14:flip dir="r"/>
      </p:transition>
    </mc:Choice>
    <mc:Fallback xmlns="">
      <p:transition spd="slow">
        <p:fade/>
      </p:transition>
    </mc:Fallback>
  </mc:AlternateContent>
  <p:hf hdr="0" ftr="0" dt="0"/>
  <p:txStyles>
    <p:titleStyle>
      <a:lvl1pPr algn="l" defTabSz="914446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11" indent="-228611" algn="l" defTabSz="914446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34" indent="-228611" algn="l" defTabSz="91444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57" indent="-228611" algn="l" defTabSz="91444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80" indent="-228611" algn="l" defTabSz="91444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503" indent="-228611" algn="l" defTabSz="91444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726" indent="-228611" algn="l" defTabSz="91444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949" indent="-228611" algn="l" defTabSz="91444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171" indent="-228611" algn="l" defTabSz="91444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394" indent="-228611" algn="l" defTabSz="91444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4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23" algn="l" defTabSz="91444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46" algn="l" defTabSz="91444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69" algn="l" defTabSz="91444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91" algn="l" defTabSz="91444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114" algn="l" defTabSz="91444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337" algn="l" defTabSz="91444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560" algn="l" defTabSz="91444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783" algn="l" defTabSz="91444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Box 18">
            <a:extLst>
              <a:ext uri="{FF2B5EF4-FFF2-40B4-BE49-F238E27FC236}">
                <a16:creationId xmlns:a16="http://schemas.microsoft.com/office/drawing/2014/main" id="{ED21F8C7-12E0-4CE2-B2B4-3DEE3BB47035}"/>
              </a:ext>
            </a:extLst>
          </p:cNvPr>
          <p:cNvSpPr txBox="1"/>
          <p:nvPr/>
        </p:nvSpPr>
        <p:spPr>
          <a:xfrm>
            <a:off x="1600189" y="4169795"/>
            <a:ext cx="5612248" cy="379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867" b="0" i="0" u="none" strike="noStrike" kern="1200" cap="none" spc="0" normalizeH="0" baseline="0" noProof="0" dirty="0">
                <a:ln>
                  <a:noFill/>
                </a:ln>
                <a:solidFill>
                  <a:srgbClr val="B6B6BD"/>
                </a:solidFill>
                <a:effectLst/>
                <a:uLnTx/>
                <a:uFillTx/>
                <a:latin typeface="Source Sans Pro"/>
                <a:ea typeface="+mn-ea"/>
                <a:cs typeface="+mn-cs"/>
              </a:rPr>
              <a:t>Werkzeuge und Hilfstools für jeden Entwickler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FD57414-E1D7-4B68-AE57-2C22A4B1A300}"/>
              </a:ext>
            </a:extLst>
          </p:cNvPr>
          <p:cNvSpPr txBox="1"/>
          <p:nvPr/>
        </p:nvSpPr>
        <p:spPr>
          <a:xfrm>
            <a:off x="317667" y="2183820"/>
            <a:ext cx="6894770" cy="1939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uk-UA"/>
            </a:defPPr>
            <a:lvl1pPr algn="ctr">
              <a:defRPr sz="16600">
                <a:gradFill>
                  <a:gsLst>
                    <a:gs pos="100000">
                      <a:schemeClr val="accent6"/>
                    </a:gs>
                    <a:gs pos="80000">
                      <a:schemeClr val="accent5"/>
                    </a:gs>
                    <a:gs pos="60000">
                      <a:schemeClr val="accent4"/>
                    </a:gs>
                    <a:gs pos="40000">
                      <a:schemeClr val="accent3"/>
                    </a:gs>
                    <a:gs pos="20000">
                      <a:schemeClr val="accent2"/>
                    </a:gs>
                    <a:gs pos="1000">
                      <a:schemeClr val="accent1"/>
                    </a:gs>
                  </a:gsLst>
                  <a:lin ang="9000000" scaled="0"/>
                </a:gradFill>
                <a:latin typeface="+mj-lt"/>
              </a:defRPr>
            </a:lvl1pPr>
          </a:lstStyle>
          <a:p>
            <a:pPr marL="0" marR="0" lvl="0" indent="0" algn="r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333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ource Sans Pro"/>
                <a:ea typeface="Roboto Black" panose="02000000000000000000" pitchFamily="2" charset="0"/>
                <a:cs typeface="+mn-cs"/>
              </a:rPr>
              <a:t>GIT für Entwickler</a:t>
            </a:r>
            <a:endParaRPr kumimoji="0" lang="de-DE" sz="1333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Bebas Neue" panose="020B0606020202050201" pitchFamily="34" charset="0"/>
              <a:ea typeface="+mn-ea"/>
              <a:cs typeface="+mn-cs"/>
            </a:endParaRPr>
          </a:p>
          <a:p>
            <a:pPr marL="0" marR="0" lvl="0" indent="0" algn="r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5334" b="0" i="0" u="none" strike="noStrike" kern="1200" cap="none" spc="0" normalizeH="0" baseline="0" noProof="0" dirty="0" err="1">
                <a:ln>
                  <a:noFill/>
                </a:ln>
                <a:gradFill>
                  <a:gsLst>
                    <a:gs pos="50000">
                      <a:srgbClr val="FF5355"/>
                    </a:gs>
                    <a:gs pos="100000">
                      <a:srgbClr val="CE59C4"/>
                    </a:gs>
                    <a:gs pos="1000">
                      <a:srgbClr val="FFC955"/>
                    </a:gs>
                  </a:gsLst>
                  <a:lin ang="8100000" scaled="0"/>
                </a:gradFill>
                <a:effectLst/>
                <a:uLnTx/>
                <a:uFillTx/>
                <a:latin typeface="Source Sans Pro Black"/>
                <a:ea typeface="+mn-ea"/>
                <a:cs typeface="+mn-cs"/>
              </a:rPr>
              <a:t>Git</a:t>
            </a:r>
            <a:r>
              <a:rPr kumimoji="0" lang="de-DE" sz="5334" b="0" i="0" u="none" strike="noStrike" kern="1200" cap="none" spc="0" normalizeH="0" baseline="0" noProof="0" dirty="0">
                <a:ln>
                  <a:noFill/>
                </a:ln>
                <a:gradFill>
                  <a:gsLst>
                    <a:gs pos="50000">
                      <a:srgbClr val="FF5355"/>
                    </a:gs>
                    <a:gs pos="100000">
                      <a:srgbClr val="CE59C4"/>
                    </a:gs>
                    <a:gs pos="1000">
                      <a:srgbClr val="FFC955"/>
                    </a:gs>
                  </a:gsLst>
                  <a:lin ang="8100000" scaled="0"/>
                </a:gradFill>
                <a:effectLst/>
                <a:uLnTx/>
                <a:uFillTx/>
                <a:latin typeface="Source Sans Pro Black"/>
                <a:ea typeface="+mn-ea"/>
                <a:cs typeface="+mn-cs"/>
              </a:rPr>
              <a:t> als Debugging-Werkzeug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27B051B-E820-4754-9C07-E245C0DA7850}"/>
              </a:ext>
            </a:extLst>
          </p:cNvPr>
          <p:cNvSpPr txBox="1"/>
          <p:nvPr/>
        </p:nvSpPr>
        <p:spPr>
          <a:xfrm>
            <a:off x="609600" y="6076279"/>
            <a:ext cx="2641600" cy="2974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33" b="1" i="0" u="none" strike="noStrike" kern="1200" cap="none" spc="0" normalizeH="0" baseline="0" noProof="0" dirty="0">
                <a:ln>
                  <a:noFill/>
                </a:ln>
                <a:solidFill>
                  <a:srgbClr val="F2F2F5"/>
                </a:solidFill>
                <a:effectLst/>
                <a:uLnTx/>
                <a:uFillTx/>
                <a:latin typeface="Source Sans Pro"/>
                <a:ea typeface="+mn-ea"/>
                <a:cs typeface="+mn-cs"/>
              </a:rPr>
              <a:t>© 2023 Ben Coepp Publishing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71DBB7B-0480-4D69-AB1A-CBC77C7904BB}"/>
              </a:ext>
            </a:extLst>
          </p:cNvPr>
          <p:cNvSpPr txBox="1"/>
          <p:nvPr/>
        </p:nvSpPr>
        <p:spPr>
          <a:xfrm>
            <a:off x="609600" y="408258"/>
            <a:ext cx="1828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C955"/>
                </a:solidFill>
                <a:effectLst/>
                <a:uLnTx/>
                <a:uFillTx/>
                <a:latin typeface="Source Sans Pro Black"/>
                <a:ea typeface="+mn-ea"/>
                <a:cs typeface="+mn-cs"/>
              </a:rPr>
              <a:t>GIT</a:t>
            </a: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srgbClr val="FFC955"/>
              </a:solidFill>
              <a:effectLst/>
              <a:uLnTx/>
              <a:uFillTx/>
              <a:latin typeface="Source Sans Pro"/>
              <a:ea typeface="+mn-ea"/>
              <a:cs typeface="+mn-cs"/>
            </a:endParaRP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9E8B2DFD-0BD6-4013-8B00-B7D217A68CD6}"/>
              </a:ext>
            </a:extLst>
          </p:cNvPr>
          <p:cNvCxnSpPr>
            <a:cxnSpLocks/>
          </p:cNvCxnSpPr>
          <p:nvPr/>
        </p:nvCxnSpPr>
        <p:spPr>
          <a:xfrm>
            <a:off x="609600" y="6420523"/>
            <a:ext cx="2990490" cy="0"/>
          </a:xfrm>
          <a:prstGeom prst="line">
            <a:avLst/>
          </a:prstGeom>
          <a:ln w="38100" cap="sq">
            <a:solidFill>
              <a:schemeClr val="accent1"/>
            </a:solidFill>
            <a:bevel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8590D2E-BA9E-4B34-9BC6-3A57DB73BB8E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 flipH="1">
            <a:off x="7851649" y="-20531"/>
            <a:ext cx="4340351" cy="6858000"/>
          </a:xfrm>
        </p:spPr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736789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8610E2F-1ABB-4BD0-A32D-836CC0B8ABB5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A109083D-E2F8-4D62-88DE-C70082648A7D}"/>
              </a:ext>
            </a:extLst>
          </p:cNvPr>
          <p:cNvSpPr/>
          <p:nvPr/>
        </p:nvSpPr>
        <p:spPr>
          <a:xfrm>
            <a:off x="0" y="0"/>
            <a:ext cx="2895600" cy="6858000"/>
          </a:xfrm>
          <a:custGeom>
            <a:avLst/>
            <a:gdLst>
              <a:gd name="connsiteX0" fmla="*/ 0 w 4343400"/>
              <a:gd name="connsiteY0" fmla="*/ 0 h 10287000"/>
              <a:gd name="connsiteX1" fmla="*/ 4343400 w 4343400"/>
              <a:gd name="connsiteY1" fmla="*/ 0 h 10287000"/>
              <a:gd name="connsiteX2" fmla="*/ 2057400 w 4343400"/>
              <a:gd name="connsiteY2" fmla="*/ 10287000 h 10287000"/>
              <a:gd name="connsiteX3" fmla="*/ 0 w 4343400"/>
              <a:gd name="connsiteY3" fmla="*/ 10287000 h 10287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343400" h="10287000">
                <a:moveTo>
                  <a:pt x="0" y="0"/>
                </a:moveTo>
                <a:lnTo>
                  <a:pt x="4343400" y="0"/>
                </a:lnTo>
                <a:lnTo>
                  <a:pt x="2057400" y="10287000"/>
                </a:lnTo>
                <a:lnTo>
                  <a:pt x="0" y="10287000"/>
                </a:lnTo>
                <a:close/>
              </a:path>
            </a:pathLst>
          </a:custGeom>
          <a:gradFill>
            <a:gsLst>
              <a:gs pos="100000">
                <a:schemeClr val="accent4"/>
              </a:gs>
              <a:gs pos="0">
                <a:schemeClr val="accent3"/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ource Sans Pro"/>
              <a:ea typeface="+mn-ea"/>
              <a:cs typeface="+mn-cs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3E334DF-B59D-46F2-B296-F211CF667F32}"/>
              </a:ext>
            </a:extLst>
          </p:cNvPr>
          <p:cNvSpPr txBox="1"/>
          <p:nvPr/>
        </p:nvSpPr>
        <p:spPr>
          <a:xfrm rot="16200000">
            <a:off x="-2131946" y="2705725"/>
            <a:ext cx="5997715" cy="1446550"/>
          </a:xfrm>
          <a:prstGeom prst="rect">
            <a:avLst/>
          </a:prstGeom>
          <a:noFill/>
          <a:effectLst>
            <a:outerShdw blurRad="63500" sx="102000" sy="102000" algn="ctr" rotWithShape="0">
              <a:schemeClr val="bg1">
                <a:alpha val="40000"/>
              </a:schemeClr>
            </a:outerShdw>
          </a:effectLst>
        </p:spPr>
        <p:txBody>
          <a:bodyPr wrap="square" rtlCol="0">
            <a:spAutoFit/>
          </a:bodyPr>
          <a:lstStyle/>
          <a:p>
            <a:pPr marL="0" marR="0" lvl="0" indent="0" algn="r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sz="4400" dirty="0">
                <a:solidFill>
                  <a:srgbClr val="FFFFFF"/>
                </a:solidFill>
                <a:latin typeface="Source Sans Pro Black"/>
              </a:rPr>
              <a:t>Debugging Tools</a:t>
            </a:r>
            <a:endParaRPr kumimoji="0" lang="de-DE" sz="44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ource Sans Pro Black"/>
              <a:ea typeface="+mn-ea"/>
              <a:cs typeface="+mn-cs"/>
            </a:endParaRPr>
          </a:p>
          <a:p>
            <a:pPr marL="0" marR="0" lvl="0" indent="0" algn="r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4400" b="0" i="0" u="none" strike="noStrike" kern="1200" cap="none" spc="0" normalizeH="0" baseline="0" noProof="0" dirty="0">
                <a:ln>
                  <a:noFill/>
                </a:ln>
                <a:solidFill>
                  <a:srgbClr val="FFC955"/>
                </a:solidFill>
                <a:effectLst/>
                <a:uLnTx/>
                <a:uFillTx/>
                <a:latin typeface="Source Sans Pro Black"/>
                <a:ea typeface="+mn-ea"/>
                <a:cs typeface="+mn-cs"/>
              </a:rPr>
              <a:t>Grundlagen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410BF81A-DC00-4BEE-96D1-61632F0B67E4}"/>
              </a:ext>
            </a:extLst>
          </p:cNvPr>
          <p:cNvSpPr txBox="1"/>
          <p:nvPr/>
        </p:nvSpPr>
        <p:spPr>
          <a:xfrm>
            <a:off x="7467600" y="1467800"/>
            <a:ext cx="3810001" cy="17334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04815" marR="0" lvl="0" indent="-304815" algn="r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C955"/>
              </a:buClr>
              <a:buSzTx/>
              <a:buFont typeface="Montserrat" panose="00000500000000000000" pitchFamily="2" charset="0"/>
              <a:buChar char="#"/>
              <a:tabLst/>
              <a:defRPr/>
            </a:pPr>
            <a:r>
              <a:rPr kumimoji="0" lang="de-DE" sz="2133" b="0" i="0" u="none" strike="noStrike" kern="1200" cap="none" spc="0" normalizeH="0" baseline="0" noProof="0" dirty="0">
                <a:ln>
                  <a:noFill/>
                </a:ln>
                <a:solidFill>
                  <a:srgbClr val="F2F2F5"/>
                </a:solidFill>
                <a:effectLst/>
                <a:uLnTx/>
                <a:uFillTx/>
                <a:latin typeface="Source Sans Pro"/>
                <a:ea typeface="Source Sans Pro Black" panose="020B0803030403020204" pitchFamily="34" charset="0"/>
                <a:cs typeface="+mn-cs"/>
              </a:rPr>
              <a:t>Den Befehl "</a:t>
            </a:r>
            <a:r>
              <a:rPr kumimoji="0" lang="de-DE" sz="2133" b="0" i="0" u="none" strike="noStrike" kern="1200" cap="none" spc="0" normalizeH="0" baseline="0" noProof="0" dirty="0" err="1">
                <a:ln>
                  <a:noFill/>
                </a:ln>
                <a:solidFill>
                  <a:srgbClr val="F2F2F5"/>
                </a:solidFill>
                <a:effectLst/>
                <a:uLnTx/>
                <a:uFillTx/>
                <a:latin typeface="Source Sans Pro"/>
                <a:ea typeface="Source Sans Pro Black" panose="020B0803030403020204" pitchFamily="34" charset="0"/>
                <a:cs typeface="+mn-cs"/>
              </a:rPr>
              <a:t>blame</a:t>
            </a:r>
            <a:r>
              <a:rPr kumimoji="0" lang="de-DE" sz="2133" b="0" i="0" u="none" strike="noStrike" kern="1200" cap="none" spc="0" normalizeH="0" baseline="0" noProof="0" dirty="0">
                <a:ln>
                  <a:noFill/>
                </a:ln>
                <a:solidFill>
                  <a:srgbClr val="F2F2F5"/>
                </a:solidFill>
                <a:effectLst/>
                <a:uLnTx/>
                <a:uFillTx/>
                <a:latin typeface="Source Sans Pro"/>
                <a:ea typeface="Source Sans Pro Black" panose="020B0803030403020204" pitchFamily="34" charset="0"/>
                <a:cs typeface="+mn-cs"/>
              </a:rPr>
              <a:t>" verwenden, um die Dateihistorie zu sehen</a:t>
            </a:r>
          </a:p>
          <a:p>
            <a:pPr marL="304815" marR="0" lvl="0" indent="-304815" algn="r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C955"/>
              </a:buClr>
              <a:buSzTx/>
              <a:buFont typeface="Montserrat" panose="00000500000000000000" pitchFamily="2" charset="0"/>
              <a:buChar char="#"/>
              <a:tabLst/>
              <a:defRPr/>
            </a:pPr>
            <a:r>
              <a:rPr kumimoji="0" lang="de-DE" sz="2133" b="0" i="0" u="none" strike="noStrike" kern="1200" cap="none" spc="0" normalizeH="0" baseline="0" noProof="0" dirty="0">
                <a:ln>
                  <a:noFill/>
                </a:ln>
                <a:solidFill>
                  <a:srgbClr val="F2F2F5"/>
                </a:solidFill>
                <a:effectLst/>
                <a:uLnTx/>
                <a:uFillTx/>
                <a:latin typeface="Source Sans Pro"/>
                <a:ea typeface="Source Sans Pro Black" panose="020B0803030403020204" pitchFamily="34" charset="0"/>
                <a:cs typeface="+mn-cs"/>
              </a:rPr>
              <a:t>Durchführen einer binären Suche</a:t>
            </a:r>
          </a:p>
        </p:txBody>
      </p:sp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3BFFDCEB-84AF-4EE8-A609-BB926F90B79B}"/>
              </a:ext>
            </a:extLst>
          </p:cNvPr>
          <p:cNvCxnSpPr>
            <a:cxnSpLocks/>
          </p:cNvCxnSpPr>
          <p:nvPr/>
        </p:nvCxnSpPr>
        <p:spPr>
          <a:xfrm>
            <a:off x="5759449" y="5588981"/>
            <a:ext cx="5518151" cy="0"/>
          </a:xfrm>
          <a:prstGeom prst="line">
            <a:avLst/>
          </a:prstGeom>
          <a:ln w="38100" cap="sq">
            <a:solidFill>
              <a:schemeClr val="accent1"/>
            </a:solidFill>
            <a:bevel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TextBox 69">
            <a:extLst>
              <a:ext uri="{FF2B5EF4-FFF2-40B4-BE49-F238E27FC236}">
                <a16:creationId xmlns:a16="http://schemas.microsoft.com/office/drawing/2014/main" id="{18432E4E-F536-4AF0-AA67-DA587EA3E023}"/>
              </a:ext>
            </a:extLst>
          </p:cNvPr>
          <p:cNvSpPr txBox="1"/>
          <p:nvPr/>
        </p:nvSpPr>
        <p:spPr>
          <a:xfrm>
            <a:off x="7213601" y="5054600"/>
            <a:ext cx="4064000" cy="4205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2133" b="0" i="1" u="none" strike="noStrike" kern="1200" cap="none" spc="0" normalizeH="0" baseline="0" noProof="0" dirty="0">
                <a:ln>
                  <a:noFill/>
                </a:ln>
                <a:solidFill>
                  <a:srgbClr val="F2F2F5"/>
                </a:solidFill>
                <a:effectLst/>
                <a:uLnTx/>
                <a:uFillTx/>
                <a:latin typeface="Source Sans Pro"/>
                <a:ea typeface="Source Sans Pro Black" panose="020B0803030403020204" pitchFamily="34" charset="0"/>
                <a:cs typeface="+mn-cs"/>
              </a:rPr>
              <a:t>von</a:t>
            </a:r>
            <a:r>
              <a:rPr kumimoji="0" lang="de-DE" sz="2133" b="0" i="1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ource Sans Pro Black"/>
                <a:ea typeface="Source Sans Pro Black" panose="020B0803030403020204" pitchFamily="34" charset="0"/>
                <a:cs typeface="+mn-cs"/>
              </a:rPr>
              <a:t> </a:t>
            </a:r>
            <a:r>
              <a:rPr kumimoji="0" lang="de-DE" sz="2133" b="0" i="1" u="none" strike="noStrike" kern="1200" cap="none" spc="0" normalizeH="0" baseline="0" noProof="0" dirty="0">
                <a:ln>
                  <a:noFill/>
                </a:ln>
                <a:solidFill>
                  <a:srgbClr val="FFC955"/>
                </a:solidFill>
                <a:effectLst/>
                <a:uLnTx/>
                <a:uFillTx/>
                <a:latin typeface="Source Sans Pro"/>
                <a:ea typeface="Source Sans Pro Black" panose="020B0803030403020204" pitchFamily="34" charset="0"/>
                <a:cs typeface="+mn-cs"/>
              </a:rPr>
              <a:t>Ben Cöppicus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A8A56C5D-A638-42A1-BC23-1FFA8EAFFCC2}"/>
              </a:ext>
            </a:extLst>
          </p:cNvPr>
          <p:cNvSpPr txBox="1"/>
          <p:nvPr/>
        </p:nvSpPr>
        <p:spPr>
          <a:xfrm>
            <a:off x="6654801" y="5746214"/>
            <a:ext cx="4622800" cy="2974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C955"/>
              </a:buClr>
              <a:buSzTx/>
              <a:buFontTx/>
              <a:buNone/>
              <a:tabLst/>
              <a:defRPr/>
            </a:pPr>
            <a:r>
              <a:rPr kumimoji="0" lang="de-DE" sz="1333" b="0" i="0" u="none" strike="noStrike" kern="1200" cap="none" spc="0" normalizeH="0" baseline="0" noProof="0" dirty="0">
                <a:ln>
                  <a:noFill/>
                </a:ln>
                <a:solidFill>
                  <a:srgbClr val="F2F2F5"/>
                </a:solidFill>
                <a:effectLst/>
                <a:uLnTx/>
                <a:uFillTx/>
                <a:latin typeface="Source Sans Pro"/>
                <a:ea typeface="Source Sans Pro Black" panose="020B0803030403020204" pitchFamily="34" charset="0"/>
                <a:cs typeface="+mn-cs"/>
              </a:rPr>
              <a:t>16.08.2023 @ </a:t>
            </a:r>
            <a:r>
              <a:rPr kumimoji="0" lang="de-DE" sz="1333" b="0" i="0" u="none" strike="noStrike" kern="1200" cap="none" spc="0" normalizeH="0" baseline="0" noProof="0" dirty="0" err="1">
                <a:ln>
                  <a:noFill/>
                </a:ln>
                <a:solidFill>
                  <a:srgbClr val="F2F2F5"/>
                </a:solidFill>
                <a:effectLst/>
                <a:uLnTx/>
                <a:uFillTx/>
                <a:latin typeface="Source Sans Pro"/>
                <a:ea typeface="Source Sans Pro Black" panose="020B0803030403020204" pitchFamily="34" charset="0"/>
                <a:cs typeface="+mn-cs"/>
              </a:rPr>
              <a:t>BenCoeppPublishing</a:t>
            </a:r>
            <a:endParaRPr kumimoji="0" lang="de-DE" sz="1333" b="0" i="0" u="none" strike="noStrike" kern="1200" cap="none" spc="0" normalizeH="0" baseline="0" noProof="0" dirty="0">
              <a:ln>
                <a:noFill/>
              </a:ln>
              <a:solidFill>
                <a:srgbClr val="F2F2F5"/>
              </a:solidFill>
              <a:effectLst/>
              <a:uLnTx/>
              <a:uFillTx/>
              <a:latin typeface="Source Sans Pro"/>
              <a:ea typeface="Source Sans Pro Black" panose="020B0803030403020204" pitchFamily="34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438391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14C063B-B052-46EF-9487-3AA5A4F2964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reeform: Shape 4">
            <a:extLst>
              <a:ext uri="{FF2B5EF4-FFF2-40B4-BE49-F238E27FC236}">
                <a16:creationId xmlns:a16="http://schemas.microsoft.com/office/drawing/2014/main" id="{3F02183D-3155-460F-9462-B7782A8A1209}"/>
              </a:ext>
            </a:extLst>
          </p:cNvPr>
          <p:cNvSpPr/>
          <p:nvPr/>
        </p:nvSpPr>
        <p:spPr>
          <a:xfrm>
            <a:off x="4137858" y="0"/>
            <a:ext cx="8054143" cy="6858000"/>
          </a:xfrm>
          <a:custGeom>
            <a:avLst/>
            <a:gdLst>
              <a:gd name="connsiteX0" fmla="*/ 0 w 12081215"/>
              <a:gd name="connsiteY0" fmla="*/ 0 h 10287000"/>
              <a:gd name="connsiteX1" fmla="*/ 12081215 w 12081215"/>
              <a:gd name="connsiteY1" fmla="*/ 0 h 10287000"/>
              <a:gd name="connsiteX2" fmla="*/ 12081215 w 12081215"/>
              <a:gd name="connsiteY2" fmla="*/ 10287000 h 10287000"/>
              <a:gd name="connsiteX3" fmla="*/ 0 w 12081215"/>
              <a:gd name="connsiteY3" fmla="*/ 10287000 h 10287000"/>
              <a:gd name="connsiteX4" fmla="*/ 65386 w 12081215"/>
              <a:gd name="connsiteY4" fmla="*/ 10192852 h 10287000"/>
              <a:gd name="connsiteX5" fmla="*/ 1547093 w 12081215"/>
              <a:gd name="connsiteY5" fmla="*/ 5143500 h 10287000"/>
              <a:gd name="connsiteX6" fmla="*/ 65386 w 12081215"/>
              <a:gd name="connsiteY6" fmla="*/ 94148 h 10287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081215" h="10287000">
                <a:moveTo>
                  <a:pt x="0" y="0"/>
                </a:moveTo>
                <a:lnTo>
                  <a:pt x="12081215" y="0"/>
                </a:lnTo>
                <a:lnTo>
                  <a:pt x="12081215" y="10287000"/>
                </a:lnTo>
                <a:lnTo>
                  <a:pt x="0" y="10287000"/>
                </a:lnTo>
                <a:lnTo>
                  <a:pt x="65386" y="10192852"/>
                </a:lnTo>
                <a:cubicBezTo>
                  <a:pt x="995993" y="8784821"/>
                  <a:pt x="1547093" y="7036984"/>
                  <a:pt x="1547093" y="5143500"/>
                </a:cubicBezTo>
                <a:cubicBezTo>
                  <a:pt x="1547093" y="3250017"/>
                  <a:pt x="995993" y="1502179"/>
                  <a:pt x="65386" y="94148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ource Sans Pro"/>
              <a:ea typeface="+mn-ea"/>
              <a:cs typeface="+mn-cs"/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23E5A027-7F68-49D0-91B3-936311EC45C2}"/>
              </a:ext>
            </a:extLst>
          </p:cNvPr>
          <p:cNvSpPr txBox="1"/>
          <p:nvPr/>
        </p:nvSpPr>
        <p:spPr>
          <a:xfrm>
            <a:off x="5429526" y="3075057"/>
            <a:ext cx="6762474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uk-UA"/>
            </a:defPPr>
            <a:lvl1pPr algn="ctr">
              <a:defRPr sz="16600">
                <a:gradFill>
                  <a:gsLst>
                    <a:gs pos="100000">
                      <a:schemeClr val="accent6"/>
                    </a:gs>
                    <a:gs pos="80000">
                      <a:schemeClr val="accent5"/>
                    </a:gs>
                    <a:gs pos="60000">
                      <a:schemeClr val="accent4"/>
                    </a:gs>
                    <a:gs pos="40000">
                      <a:schemeClr val="accent3"/>
                    </a:gs>
                    <a:gs pos="20000">
                      <a:schemeClr val="accent2"/>
                    </a:gs>
                    <a:gs pos="1000">
                      <a:schemeClr val="accent1"/>
                    </a:gs>
                  </a:gsLst>
                  <a:lin ang="9000000" scaled="0"/>
                </a:gradFill>
                <a:latin typeface="+mj-lt"/>
              </a:defRPr>
            </a:lvl1pPr>
          </a:lstStyle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4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ource Sans Pro Black"/>
                <a:ea typeface="+mn-ea"/>
                <a:cs typeface="+mn-cs"/>
              </a:rPr>
              <a:t>Den Befehl "</a:t>
            </a:r>
            <a:r>
              <a:rPr kumimoji="0" lang="de-DE" sz="40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ource Sans Pro Black"/>
                <a:ea typeface="+mn-ea"/>
                <a:cs typeface="+mn-cs"/>
              </a:rPr>
              <a:t>blame</a:t>
            </a:r>
            <a:r>
              <a:rPr kumimoji="0" lang="de-DE" sz="4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ource Sans Pro Black"/>
                <a:ea typeface="+mn-ea"/>
                <a:cs typeface="+mn-cs"/>
              </a:rPr>
              <a:t>" verwenden, um die Dateihistorie zu sehen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344EC9D-0C25-4EE6-8351-B8DC7C38C514}"/>
              </a:ext>
            </a:extLst>
          </p:cNvPr>
          <p:cNvSpPr txBox="1"/>
          <p:nvPr/>
        </p:nvSpPr>
        <p:spPr>
          <a:xfrm>
            <a:off x="5880100" y="408257"/>
            <a:ext cx="5092700" cy="4205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2133" b="0" i="0" u="none" strike="noStrike" kern="1200" cap="none" spc="0" normalizeH="0" baseline="0" noProof="0" dirty="0">
                <a:ln>
                  <a:noFill/>
                </a:ln>
                <a:solidFill>
                  <a:srgbClr val="FFC955"/>
                </a:solidFill>
                <a:effectLst/>
                <a:uLnTx/>
                <a:uFillTx/>
                <a:latin typeface="Source Sans Pro Black"/>
                <a:ea typeface="+mn-ea"/>
                <a:cs typeface="+mn-cs"/>
              </a:rPr>
              <a:t>GIT</a:t>
            </a:r>
            <a:endParaRPr kumimoji="0" lang="de-DE" sz="2133" b="1" i="0" u="none" strike="noStrike" kern="1200" cap="none" spc="0" normalizeH="0" baseline="0" noProof="0" dirty="0">
              <a:ln>
                <a:noFill/>
              </a:ln>
              <a:solidFill>
                <a:srgbClr val="FFC955"/>
              </a:solidFill>
              <a:effectLst/>
              <a:uLnTx/>
              <a:uFillTx/>
              <a:latin typeface="Source Sans Pro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54436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5">
            <a:extLst>
              <a:ext uri="{FF2B5EF4-FFF2-40B4-BE49-F238E27FC236}">
                <a16:creationId xmlns:a16="http://schemas.microsoft.com/office/drawing/2014/main" id="{6D415B99-998B-FF46-BCEB-F2D96F4A5973}"/>
              </a:ext>
            </a:extLst>
          </p:cNvPr>
          <p:cNvSpPr txBox="1"/>
          <p:nvPr/>
        </p:nvSpPr>
        <p:spPr>
          <a:xfrm>
            <a:off x="1422400" y="2290227"/>
            <a:ext cx="4775201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3600" b="1" i="0" u="none" strike="noStrike" kern="1200" cap="none" spc="0" normalizeH="0" baseline="0" noProof="0" dirty="0">
                <a:ln>
                  <a:noFill/>
                </a:ln>
                <a:solidFill>
                  <a:srgbClr val="B6B6BD"/>
                </a:solidFill>
                <a:effectLst/>
                <a:uLnTx/>
                <a:uFillTx/>
                <a:latin typeface="Source Sans Pro"/>
                <a:ea typeface="+mn-ea"/>
                <a:cs typeface="+mn-cs"/>
              </a:rPr>
              <a:t>Recherche Aufgabe</a:t>
            </a:r>
          </a:p>
          <a:p>
            <a:pPr marL="0" marR="0" lvl="0" indent="0" algn="r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3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ource Sans Pro Black"/>
                <a:ea typeface="+mn-ea"/>
                <a:cs typeface="+mn-cs"/>
              </a:rPr>
              <a:t>Finden Sie Beispiele wie Sie </a:t>
            </a:r>
            <a:r>
              <a:rPr kumimoji="0" lang="de-DE" sz="3600" b="1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ource Sans Pro Black"/>
                <a:ea typeface="+mn-ea"/>
                <a:cs typeface="+mn-cs"/>
              </a:rPr>
              <a:t>git</a:t>
            </a:r>
            <a:r>
              <a:rPr kumimoji="0" lang="de-DE" sz="3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ource Sans Pro Black"/>
                <a:ea typeface="+mn-ea"/>
                <a:cs typeface="+mn-cs"/>
              </a:rPr>
              <a:t> </a:t>
            </a:r>
            <a:r>
              <a:rPr kumimoji="0" lang="de-DE" sz="3600" b="1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ource Sans Pro Black"/>
                <a:ea typeface="+mn-ea"/>
                <a:cs typeface="+mn-cs"/>
              </a:rPr>
              <a:t>blame</a:t>
            </a:r>
            <a:r>
              <a:rPr kumimoji="0" lang="de-DE" sz="3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ource Sans Pro Black"/>
                <a:ea typeface="+mn-ea"/>
                <a:cs typeface="+mn-cs"/>
              </a:rPr>
              <a:t> verwenden können </a:t>
            </a: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E5454B15-01F0-D149-B4D7-3EB7782D1709}"/>
              </a:ext>
            </a:extLst>
          </p:cNvPr>
          <p:cNvSpPr/>
          <p:nvPr/>
        </p:nvSpPr>
        <p:spPr>
          <a:xfrm>
            <a:off x="7010400" y="2057400"/>
            <a:ext cx="2743200" cy="2743200"/>
          </a:xfrm>
          <a:prstGeom prst="ellipse">
            <a:avLst/>
          </a:prstGeom>
          <a:gradFill>
            <a:gsLst>
              <a:gs pos="100000">
                <a:schemeClr val="accent4"/>
              </a:gs>
              <a:gs pos="0">
                <a:schemeClr val="accent3"/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A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ource Sans Pro"/>
              <a:ea typeface="+mn-ea"/>
              <a:cs typeface="+mn-cs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CCDB8E6-E786-9547-AA89-EF86BE4DBCA4}"/>
              </a:ext>
            </a:extLst>
          </p:cNvPr>
          <p:cNvSpPr txBox="1"/>
          <p:nvPr/>
        </p:nvSpPr>
        <p:spPr>
          <a:xfrm>
            <a:off x="7264400" y="2172246"/>
            <a:ext cx="2235200" cy="25444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934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+mn-cs"/>
              </a:rPr>
              <a:t>?</a:t>
            </a:r>
            <a:endParaRPr kumimoji="0" lang="uk-UA" sz="15934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ontserrat" panose="00000500000000000000" pitchFamily="2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857612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5">
            <a:extLst>
              <a:ext uri="{FF2B5EF4-FFF2-40B4-BE49-F238E27FC236}">
                <a16:creationId xmlns:a16="http://schemas.microsoft.com/office/drawing/2014/main" id="{6D415B99-998B-FF46-BCEB-F2D96F4A5973}"/>
              </a:ext>
            </a:extLst>
          </p:cNvPr>
          <p:cNvSpPr txBox="1"/>
          <p:nvPr/>
        </p:nvSpPr>
        <p:spPr>
          <a:xfrm>
            <a:off x="1422400" y="2290227"/>
            <a:ext cx="4775201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3600" b="1" i="0" u="none" strike="noStrike" kern="1200" cap="none" spc="0" normalizeH="0" baseline="0" noProof="0" dirty="0">
                <a:ln>
                  <a:noFill/>
                </a:ln>
                <a:solidFill>
                  <a:srgbClr val="B6B6BD"/>
                </a:solidFill>
                <a:effectLst/>
                <a:uLnTx/>
                <a:uFillTx/>
                <a:latin typeface="Source Sans Pro"/>
                <a:ea typeface="+mn-ea"/>
                <a:cs typeface="+mn-cs"/>
              </a:rPr>
              <a:t>Recherche Aufgabe</a:t>
            </a:r>
          </a:p>
          <a:p>
            <a:pPr marL="0" marR="0" lvl="0" indent="0" algn="r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3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ource Sans Pro Black"/>
                <a:ea typeface="+mn-ea"/>
                <a:cs typeface="+mn-cs"/>
              </a:rPr>
              <a:t>Finden Sie in </a:t>
            </a:r>
            <a:r>
              <a:rPr kumimoji="0" lang="de-DE" sz="3600" b="1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ource Sans Pro Black"/>
                <a:ea typeface="+mn-ea"/>
                <a:cs typeface="+mn-cs"/>
              </a:rPr>
              <a:t>GitLab</a:t>
            </a:r>
            <a:r>
              <a:rPr kumimoji="0" lang="de-DE" sz="3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ource Sans Pro Black"/>
                <a:ea typeface="+mn-ea"/>
                <a:cs typeface="+mn-cs"/>
              </a:rPr>
              <a:t> die richtige Ansicht für </a:t>
            </a:r>
            <a:r>
              <a:rPr kumimoji="0" lang="de-DE" sz="3600" b="1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ource Sans Pro Black"/>
                <a:ea typeface="+mn-ea"/>
                <a:cs typeface="+mn-cs"/>
              </a:rPr>
              <a:t>Git</a:t>
            </a:r>
            <a:r>
              <a:rPr kumimoji="0" lang="de-DE" sz="3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ource Sans Pro Black"/>
                <a:ea typeface="+mn-ea"/>
                <a:cs typeface="+mn-cs"/>
              </a:rPr>
              <a:t> Blame</a:t>
            </a: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E5454B15-01F0-D149-B4D7-3EB7782D1709}"/>
              </a:ext>
            </a:extLst>
          </p:cNvPr>
          <p:cNvSpPr/>
          <p:nvPr/>
        </p:nvSpPr>
        <p:spPr>
          <a:xfrm>
            <a:off x="7010400" y="2057400"/>
            <a:ext cx="2743200" cy="2743200"/>
          </a:xfrm>
          <a:prstGeom prst="ellipse">
            <a:avLst/>
          </a:prstGeom>
          <a:gradFill>
            <a:gsLst>
              <a:gs pos="100000">
                <a:schemeClr val="accent4"/>
              </a:gs>
              <a:gs pos="0">
                <a:schemeClr val="accent3"/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A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ource Sans Pro"/>
              <a:ea typeface="+mn-ea"/>
              <a:cs typeface="+mn-cs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CCDB8E6-E786-9547-AA89-EF86BE4DBCA4}"/>
              </a:ext>
            </a:extLst>
          </p:cNvPr>
          <p:cNvSpPr txBox="1"/>
          <p:nvPr/>
        </p:nvSpPr>
        <p:spPr>
          <a:xfrm>
            <a:off x="7264400" y="2172246"/>
            <a:ext cx="2235200" cy="25444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934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+mn-cs"/>
              </a:rPr>
              <a:t>?</a:t>
            </a:r>
            <a:endParaRPr kumimoji="0" lang="uk-UA" sz="15934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ontserrat" panose="00000500000000000000" pitchFamily="2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576156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14C063B-B052-46EF-9487-3AA5A4F2964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reeform: Shape 4">
            <a:extLst>
              <a:ext uri="{FF2B5EF4-FFF2-40B4-BE49-F238E27FC236}">
                <a16:creationId xmlns:a16="http://schemas.microsoft.com/office/drawing/2014/main" id="{3F02183D-3155-460F-9462-B7782A8A1209}"/>
              </a:ext>
            </a:extLst>
          </p:cNvPr>
          <p:cNvSpPr/>
          <p:nvPr/>
        </p:nvSpPr>
        <p:spPr>
          <a:xfrm>
            <a:off x="4137858" y="0"/>
            <a:ext cx="8054143" cy="6858000"/>
          </a:xfrm>
          <a:custGeom>
            <a:avLst/>
            <a:gdLst>
              <a:gd name="connsiteX0" fmla="*/ 0 w 12081215"/>
              <a:gd name="connsiteY0" fmla="*/ 0 h 10287000"/>
              <a:gd name="connsiteX1" fmla="*/ 12081215 w 12081215"/>
              <a:gd name="connsiteY1" fmla="*/ 0 h 10287000"/>
              <a:gd name="connsiteX2" fmla="*/ 12081215 w 12081215"/>
              <a:gd name="connsiteY2" fmla="*/ 10287000 h 10287000"/>
              <a:gd name="connsiteX3" fmla="*/ 0 w 12081215"/>
              <a:gd name="connsiteY3" fmla="*/ 10287000 h 10287000"/>
              <a:gd name="connsiteX4" fmla="*/ 65386 w 12081215"/>
              <a:gd name="connsiteY4" fmla="*/ 10192852 h 10287000"/>
              <a:gd name="connsiteX5" fmla="*/ 1547093 w 12081215"/>
              <a:gd name="connsiteY5" fmla="*/ 5143500 h 10287000"/>
              <a:gd name="connsiteX6" fmla="*/ 65386 w 12081215"/>
              <a:gd name="connsiteY6" fmla="*/ 94148 h 10287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081215" h="10287000">
                <a:moveTo>
                  <a:pt x="0" y="0"/>
                </a:moveTo>
                <a:lnTo>
                  <a:pt x="12081215" y="0"/>
                </a:lnTo>
                <a:lnTo>
                  <a:pt x="12081215" y="10287000"/>
                </a:lnTo>
                <a:lnTo>
                  <a:pt x="0" y="10287000"/>
                </a:lnTo>
                <a:lnTo>
                  <a:pt x="65386" y="10192852"/>
                </a:lnTo>
                <a:cubicBezTo>
                  <a:pt x="995993" y="8784821"/>
                  <a:pt x="1547093" y="7036984"/>
                  <a:pt x="1547093" y="5143500"/>
                </a:cubicBezTo>
                <a:cubicBezTo>
                  <a:pt x="1547093" y="3250017"/>
                  <a:pt x="995993" y="1502179"/>
                  <a:pt x="65386" y="94148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ource Sans Pro"/>
              <a:ea typeface="+mn-ea"/>
              <a:cs typeface="+mn-cs"/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23E5A027-7F68-49D0-91B3-936311EC45C2}"/>
              </a:ext>
            </a:extLst>
          </p:cNvPr>
          <p:cNvSpPr txBox="1"/>
          <p:nvPr/>
        </p:nvSpPr>
        <p:spPr>
          <a:xfrm>
            <a:off x="5429526" y="3075057"/>
            <a:ext cx="6762474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uk-UA"/>
            </a:defPPr>
            <a:lvl1pPr algn="ctr">
              <a:defRPr sz="16600">
                <a:gradFill>
                  <a:gsLst>
                    <a:gs pos="100000">
                      <a:schemeClr val="accent6"/>
                    </a:gs>
                    <a:gs pos="80000">
                      <a:schemeClr val="accent5"/>
                    </a:gs>
                    <a:gs pos="60000">
                      <a:schemeClr val="accent4"/>
                    </a:gs>
                    <a:gs pos="40000">
                      <a:schemeClr val="accent3"/>
                    </a:gs>
                    <a:gs pos="20000">
                      <a:schemeClr val="accent2"/>
                    </a:gs>
                    <a:gs pos="1000">
                      <a:schemeClr val="accent1"/>
                    </a:gs>
                  </a:gsLst>
                  <a:lin ang="9000000" scaled="0"/>
                </a:gradFill>
                <a:latin typeface="+mj-lt"/>
              </a:defRPr>
            </a:lvl1pPr>
          </a:lstStyle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4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ource Sans Pro Black"/>
                <a:ea typeface="+mn-ea"/>
                <a:cs typeface="+mn-cs"/>
              </a:rPr>
              <a:t>Durchführen einer </a:t>
            </a:r>
            <a:r>
              <a:rPr kumimoji="0" lang="de-DE" sz="4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ource Sans Pro Black"/>
                <a:ea typeface="+mn-ea"/>
                <a:cs typeface="+mn-cs"/>
              </a:rPr>
              <a:t>binären Suche</a:t>
            </a:r>
            <a:endParaRPr kumimoji="0" lang="de-DE" sz="40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ource Sans Pro Black"/>
              <a:ea typeface="+mn-ea"/>
              <a:cs typeface="+mn-cs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344EC9D-0C25-4EE6-8351-B8DC7C38C514}"/>
              </a:ext>
            </a:extLst>
          </p:cNvPr>
          <p:cNvSpPr txBox="1"/>
          <p:nvPr/>
        </p:nvSpPr>
        <p:spPr>
          <a:xfrm>
            <a:off x="5880100" y="408257"/>
            <a:ext cx="5092700" cy="4205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2133" b="0" i="0" u="none" strike="noStrike" kern="1200" cap="none" spc="0" normalizeH="0" baseline="0" noProof="0" dirty="0">
                <a:ln>
                  <a:noFill/>
                </a:ln>
                <a:solidFill>
                  <a:srgbClr val="FFC955"/>
                </a:solidFill>
                <a:effectLst/>
                <a:uLnTx/>
                <a:uFillTx/>
                <a:latin typeface="Source Sans Pro Black"/>
                <a:ea typeface="+mn-ea"/>
                <a:cs typeface="+mn-cs"/>
              </a:rPr>
              <a:t>GIT</a:t>
            </a:r>
            <a:endParaRPr kumimoji="0" lang="de-DE" sz="2133" b="1" i="0" u="none" strike="noStrike" kern="1200" cap="none" spc="0" normalizeH="0" baseline="0" noProof="0" dirty="0">
              <a:ln>
                <a:noFill/>
              </a:ln>
              <a:solidFill>
                <a:srgbClr val="FFC955"/>
              </a:solidFill>
              <a:effectLst/>
              <a:uLnTx/>
              <a:uFillTx/>
              <a:latin typeface="Source Sans Pro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392105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5">
            <a:extLst>
              <a:ext uri="{FF2B5EF4-FFF2-40B4-BE49-F238E27FC236}">
                <a16:creationId xmlns:a16="http://schemas.microsoft.com/office/drawing/2014/main" id="{6D415B99-998B-FF46-BCEB-F2D96F4A5973}"/>
              </a:ext>
            </a:extLst>
          </p:cNvPr>
          <p:cNvSpPr txBox="1"/>
          <p:nvPr/>
        </p:nvSpPr>
        <p:spPr>
          <a:xfrm>
            <a:off x="1422400" y="2290227"/>
            <a:ext cx="4775201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3600" b="1" i="0" u="none" strike="noStrike" kern="1200" cap="none" spc="0" normalizeH="0" baseline="0" noProof="0" dirty="0">
                <a:ln>
                  <a:noFill/>
                </a:ln>
                <a:solidFill>
                  <a:srgbClr val="B6B6BD"/>
                </a:solidFill>
                <a:effectLst/>
                <a:uLnTx/>
                <a:uFillTx/>
                <a:latin typeface="Source Sans Pro"/>
                <a:ea typeface="+mn-ea"/>
                <a:cs typeface="+mn-cs"/>
              </a:rPr>
              <a:t>Recherche Aufgabe</a:t>
            </a:r>
          </a:p>
          <a:p>
            <a:pPr marL="0" marR="0" lvl="0" indent="0" algn="r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3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ource Sans Pro Black"/>
                <a:ea typeface="+mn-ea"/>
                <a:cs typeface="+mn-cs"/>
              </a:rPr>
              <a:t>Was ist eine binäre Suche</a:t>
            </a: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E5454B15-01F0-D149-B4D7-3EB7782D1709}"/>
              </a:ext>
            </a:extLst>
          </p:cNvPr>
          <p:cNvSpPr/>
          <p:nvPr/>
        </p:nvSpPr>
        <p:spPr>
          <a:xfrm>
            <a:off x="7010400" y="2057400"/>
            <a:ext cx="2743200" cy="2743200"/>
          </a:xfrm>
          <a:prstGeom prst="ellipse">
            <a:avLst/>
          </a:prstGeom>
          <a:gradFill>
            <a:gsLst>
              <a:gs pos="100000">
                <a:schemeClr val="accent4"/>
              </a:gs>
              <a:gs pos="0">
                <a:schemeClr val="accent3"/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A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ource Sans Pro"/>
              <a:ea typeface="+mn-ea"/>
              <a:cs typeface="+mn-cs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CCDB8E6-E786-9547-AA89-EF86BE4DBCA4}"/>
              </a:ext>
            </a:extLst>
          </p:cNvPr>
          <p:cNvSpPr txBox="1"/>
          <p:nvPr/>
        </p:nvSpPr>
        <p:spPr>
          <a:xfrm>
            <a:off x="7264400" y="2172246"/>
            <a:ext cx="2235200" cy="25444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934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+mn-cs"/>
              </a:rPr>
              <a:t>?</a:t>
            </a:r>
            <a:endParaRPr kumimoji="0" lang="uk-UA" sz="15934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ontserrat" panose="00000500000000000000" pitchFamily="2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2753207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5">
            <a:extLst>
              <a:ext uri="{FF2B5EF4-FFF2-40B4-BE49-F238E27FC236}">
                <a16:creationId xmlns:a16="http://schemas.microsoft.com/office/drawing/2014/main" id="{6D415B99-998B-FF46-BCEB-F2D96F4A5973}"/>
              </a:ext>
            </a:extLst>
          </p:cNvPr>
          <p:cNvSpPr txBox="1"/>
          <p:nvPr/>
        </p:nvSpPr>
        <p:spPr>
          <a:xfrm>
            <a:off x="1422400" y="2290227"/>
            <a:ext cx="4775201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3600" b="1" i="0" u="none" strike="noStrike" kern="1200" cap="none" spc="0" normalizeH="0" baseline="0" noProof="0" dirty="0">
                <a:ln>
                  <a:noFill/>
                </a:ln>
                <a:solidFill>
                  <a:srgbClr val="B6B6BD"/>
                </a:solidFill>
                <a:effectLst/>
                <a:uLnTx/>
                <a:uFillTx/>
                <a:latin typeface="Source Sans Pro"/>
                <a:ea typeface="+mn-ea"/>
                <a:cs typeface="+mn-cs"/>
              </a:rPr>
              <a:t>Recherche Aufgabe</a:t>
            </a:r>
          </a:p>
          <a:p>
            <a:pPr marL="0" marR="0" lvl="0" indent="0" algn="r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3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ource Sans Pro Black"/>
                <a:ea typeface="+mn-ea"/>
                <a:cs typeface="+mn-cs"/>
              </a:rPr>
              <a:t>Kann man in </a:t>
            </a:r>
            <a:r>
              <a:rPr kumimoji="0" lang="de-DE" sz="3600" b="1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ource Sans Pro Black"/>
                <a:ea typeface="+mn-ea"/>
                <a:cs typeface="+mn-cs"/>
              </a:rPr>
              <a:t>Git</a:t>
            </a:r>
            <a:r>
              <a:rPr kumimoji="0" lang="de-DE" sz="3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ource Sans Pro Black"/>
                <a:ea typeface="+mn-ea"/>
                <a:cs typeface="+mn-cs"/>
              </a:rPr>
              <a:t> überhaupt eine binäre Suche durchführen</a:t>
            </a: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E5454B15-01F0-D149-B4D7-3EB7782D1709}"/>
              </a:ext>
            </a:extLst>
          </p:cNvPr>
          <p:cNvSpPr/>
          <p:nvPr/>
        </p:nvSpPr>
        <p:spPr>
          <a:xfrm>
            <a:off x="7010400" y="2057400"/>
            <a:ext cx="2743200" cy="2743200"/>
          </a:xfrm>
          <a:prstGeom prst="ellipse">
            <a:avLst/>
          </a:prstGeom>
          <a:gradFill>
            <a:gsLst>
              <a:gs pos="100000">
                <a:schemeClr val="accent4"/>
              </a:gs>
              <a:gs pos="0">
                <a:schemeClr val="accent3"/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A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ource Sans Pro"/>
              <a:ea typeface="+mn-ea"/>
              <a:cs typeface="+mn-cs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CCDB8E6-E786-9547-AA89-EF86BE4DBCA4}"/>
              </a:ext>
            </a:extLst>
          </p:cNvPr>
          <p:cNvSpPr txBox="1"/>
          <p:nvPr/>
        </p:nvSpPr>
        <p:spPr>
          <a:xfrm>
            <a:off x="7264400" y="2172246"/>
            <a:ext cx="2235200" cy="25444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934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+mn-cs"/>
              </a:rPr>
              <a:t>?</a:t>
            </a:r>
            <a:endParaRPr kumimoji="0" lang="uk-UA" sz="15934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ontserrat" panose="00000500000000000000" pitchFamily="2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7204064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GENARAL LAYOUTS">
  <a:themeElements>
    <a:clrScheme name="VIVID21-00-Default">
      <a:dk1>
        <a:srgbClr val="171C30"/>
      </a:dk1>
      <a:lt1>
        <a:srgbClr val="FFFFFF"/>
      </a:lt1>
      <a:dk2>
        <a:srgbClr val="B6B6BD"/>
      </a:dk2>
      <a:lt2>
        <a:srgbClr val="F2F2F5"/>
      </a:lt2>
      <a:accent1>
        <a:srgbClr val="FFC955"/>
      </a:accent1>
      <a:accent2>
        <a:srgbClr val="FF5355"/>
      </a:accent2>
      <a:accent3>
        <a:srgbClr val="CE59C4"/>
      </a:accent3>
      <a:accent4>
        <a:srgbClr val="8766D0"/>
      </a:accent4>
      <a:accent5>
        <a:srgbClr val="6C9FF4"/>
      </a:accent5>
      <a:accent6>
        <a:srgbClr val="5BC9B0"/>
      </a:accent6>
      <a:hlink>
        <a:srgbClr val="6C9FF4"/>
      </a:hlink>
      <a:folHlink>
        <a:srgbClr val="5BC9B0"/>
      </a:folHlink>
    </a:clrScheme>
    <a:fontScheme name="Source Pro">
      <a:majorFont>
        <a:latin typeface="Source Sans Pro Black"/>
        <a:ea typeface=""/>
        <a:cs typeface=""/>
      </a:majorFont>
      <a:minorFont>
        <a:latin typeface="Source Sans Pro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 w="63500"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2800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38100" cap="sq">
          <a:solidFill>
            <a:schemeClr val="accent4"/>
          </a:solidFill>
          <a:bevel/>
          <a:headEnd type="none"/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>
          <a:defRPr sz="2000">
            <a:solidFill>
              <a:schemeClr val="tx2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110</Words>
  <Application>Microsoft Office PowerPoint</Application>
  <PresentationFormat>Breitbild</PresentationFormat>
  <Paragraphs>31</Paragraphs>
  <Slides>8</Slides>
  <Notes>4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7</vt:i4>
      </vt:variant>
      <vt:variant>
        <vt:lpstr>Design</vt:lpstr>
      </vt:variant>
      <vt:variant>
        <vt:i4>2</vt:i4>
      </vt:variant>
      <vt:variant>
        <vt:lpstr>Folientitel</vt:lpstr>
      </vt:variant>
      <vt:variant>
        <vt:i4>8</vt:i4>
      </vt:variant>
    </vt:vector>
  </HeadingPairs>
  <TitlesOfParts>
    <vt:vector size="17" baseType="lpstr">
      <vt:lpstr>Arial</vt:lpstr>
      <vt:lpstr>Bebas Neue</vt:lpstr>
      <vt:lpstr>Calibri</vt:lpstr>
      <vt:lpstr>Calibri Light</vt:lpstr>
      <vt:lpstr>Montserrat</vt:lpstr>
      <vt:lpstr>Source Sans Pro</vt:lpstr>
      <vt:lpstr>Source Sans Pro Black</vt:lpstr>
      <vt:lpstr>Office</vt:lpstr>
      <vt:lpstr>GENARAL LAYOUTS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Ben Cöppicus</dc:creator>
  <cp:lastModifiedBy>Ben Cöppicus</cp:lastModifiedBy>
  <cp:revision>5</cp:revision>
  <dcterms:created xsi:type="dcterms:W3CDTF">2023-08-16T17:37:25Z</dcterms:created>
  <dcterms:modified xsi:type="dcterms:W3CDTF">2023-08-25T11:29:56Z</dcterms:modified>
</cp:coreProperties>
</file>