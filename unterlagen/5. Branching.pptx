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7"/>
  </p:notesMasterIdLst>
  <p:sldIdLst>
    <p:sldId id="4932" r:id="rId3"/>
    <p:sldId id="4687" r:id="rId4"/>
    <p:sldId id="4698" r:id="rId5"/>
    <p:sldId id="434" r:id="rId6"/>
    <p:sldId id="4937" r:id="rId7"/>
    <p:sldId id="4938" r:id="rId8"/>
    <p:sldId id="4939" r:id="rId9"/>
    <p:sldId id="4940" r:id="rId10"/>
    <p:sldId id="7897" r:id="rId11"/>
    <p:sldId id="4933" r:id="rId12"/>
    <p:sldId id="9032" r:id="rId13"/>
    <p:sldId id="9033" r:id="rId14"/>
    <p:sldId id="9034" r:id="rId15"/>
    <p:sldId id="4934" r:id="rId16"/>
    <p:sldId id="9035" r:id="rId17"/>
    <p:sldId id="4935" r:id="rId18"/>
    <p:sldId id="9036" r:id="rId19"/>
    <p:sldId id="9037" r:id="rId20"/>
    <p:sldId id="7899" r:id="rId21"/>
    <p:sldId id="4936" r:id="rId22"/>
    <p:sldId id="9038" r:id="rId23"/>
    <p:sldId id="9039" r:id="rId24"/>
    <p:sldId id="9040" r:id="rId25"/>
    <p:sldId id="9041" r:id="rId2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82" y="10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2D12F1-A279-4DC2-B17A-2D4A032CD6C0}" type="datetimeFigureOut">
              <a:rPr lang="de-DE" smtClean="0"/>
              <a:t>23.08.2023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67626-627D-44E8-B4E1-7B97FDDDCB13}" type="slidenum">
              <a:rPr lang="de-DE" smtClean="0"/>
              <a:t>‹Nr.›</a:t>
            </a:fld>
            <a:endParaRPr lang="de-DE"/>
          </a:p>
        </p:txBody>
      </p:sp>
    </p:spTree>
    <p:extLst>
      <p:ext uri="{BB962C8B-B14F-4D97-AF65-F5344CB8AC3E}">
        <p14:creationId xmlns:p14="http://schemas.microsoft.com/office/powerpoint/2010/main" val="389023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Hunderte von Hosts können gemanagte werden, jedoch kann meistens nur </a:t>
            </a:r>
            <a:r>
              <a:rPr lang="de-DE" dirty="0" err="1"/>
              <a:t>ca</a:t>
            </a:r>
            <a:r>
              <a:rPr lang="de-DE" dirty="0"/>
              <a:t> 5 gleichzeitig bearbeitet werden</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02B74E-863F-41FF-8AFD-571F49C07FF8}"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9532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02B74E-863F-41FF-8AFD-571F49C07FF8}"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9532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554924-BC3F-7638-BF6F-142EC8EBD6B6}"/>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E93281D8-DDE8-CFAE-EFF6-CED5BF0C1F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B381B5D4-F14D-8083-6706-A6FAB9F81BD7}"/>
              </a:ext>
            </a:extLst>
          </p:cNvPr>
          <p:cNvSpPr>
            <a:spLocks noGrp="1"/>
          </p:cNvSpPr>
          <p:nvPr>
            <p:ph type="dt" sz="half" idx="10"/>
          </p:nvPr>
        </p:nvSpPr>
        <p:spPr/>
        <p:txBody>
          <a:bodyPr/>
          <a:lstStyle/>
          <a:p>
            <a:fld id="{669E9E8B-6CBD-4C3A-9E7F-ADC2103C5C25}" type="datetimeFigureOut">
              <a:rPr lang="de-DE" smtClean="0"/>
              <a:t>23.08.2023</a:t>
            </a:fld>
            <a:endParaRPr lang="de-DE"/>
          </a:p>
        </p:txBody>
      </p:sp>
      <p:sp>
        <p:nvSpPr>
          <p:cNvPr id="5" name="Fußzeilenplatzhalter 4">
            <a:extLst>
              <a:ext uri="{FF2B5EF4-FFF2-40B4-BE49-F238E27FC236}">
                <a16:creationId xmlns:a16="http://schemas.microsoft.com/office/drawing/2014/main" id="{9994BD95-D085-8547-BB7B-AFC9E2D6811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912263D-025C-AE54-46A2-9CEB62D87529}"/>
              </a:ext>
            </a:extLst>
          </p:cNvPr>
          <p:cNvSpPr>
            <a:spLocks noGrp="1"/>
          </p:cNvSpPr>
          <p:nvPr>
            <p:ph type="sldNum" sz="quarter" idx="12"/>
          </p:nvPr>
        </p:nvSpPr>
        <p:spPr/>
        <p:txBody>
          <a:bodyPr/>
          <a:lstStyle/>
          <a:p>
            <a:fld id="{EEC80EDD-FA99-45F1-865D-477AF8C7428C}" type="slidenum">
              <a:rPr lang="de-DE" smtClean="0"/>
              <a:t>‹Nr.›</a:t>
            </a:fld>
            <a:endParaRPr lang="de-DE"/>
          </a:p>
        </p:txBody>
      </p:sp>
    </p:spTree>
    <p:extLst>
      <p:ext uri="{BB962C8B-B14F-4D97-AF65-F5344CB8AC3E}">
        <p14:creationId xmlns:p14="http://schemas.microsoft.com/office/powerpoint/2010/main" val="206462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947FE1-3DF3-63C3-C2D1-7E19E3DC5D39}"/>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05271791-1FE7-E4AF-F09E-04F8EA098B9F}"/>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024C79C-66EC-CE31-E48D-D443875326CF}"/>
              </a:ext>
            </a:extLst>
          </p:cNvPr>
          <p:cNvSpPr>
            <a:spLocks noGrp="1"/>
          </p:cNvSpPr>
          <p:nvPr>
            <p:ph type="dt" sz="half" idx="10"/>
          </p:nvPr>
        </p:nvSpPr>
        <p:spPr/>
        <p:txBody>
          <a:bodyPr/>
          <a:lstStyle/>
          <a:p>
            <a:fld id="{669E9E8B-6CBD-4C3A-9E7F-ADC2103C5C25}" type="datetimeFigureOut">
              <a:rPr lang="de-DE" smtClean="0"/>
              <a:t>23.08.2023</a:t>
            </a:fld>
            <a:endParaRPr lang="de-DE"/>
          </a:p>
        </p:txBody>
      </p:sp>
      <p:sp>
        <p:nvSpPr>
          <p:cNvPr id="5" name="Fußzeilenplatzhalter 4">
            <a:extLst>
              <a:ext uri="{FF2B5EF4-FFF2-40B4-BE49-F238E27FC236}">
                <a16:creationId xmlns:a16="http://schemas.microsoft.com/office/drawing/2014/main" id="{A61363F7-1ACF-C865-2E48-5CD4AF84121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263A842-1A7D-0EAA-146E-1C6DBBC4F254}"/>
              </a:ext>
            </a:extLst>
          </p:cNvPr>
          <p:cNvSpPr>
            <a:spLocks noGrp="1"/>
          </p:cNvSpPr>
          <p:nvPr>
            <p:ph type="sldNum" sz="quarter" idx="12"/>
          </p:nvPr>
        </p:nvSpPr>
        <p:spPr/>
        <p:txBody>
          <a:bodyPr/>
          <a:lstStyle/>
          <a:p>
            <a:fld id="{EEC80EDD-FA99-45F1-865D-477AF8C7428C}" type="slidenum">
              <a:rPr lang="de-DE" smtClean="0"/>
              <a:t>‹Nr.›</a:t>
            </a:fld>
            <a:endParaRPr lang="de-DE"/>
          </a:p>
        </p:txBody>
      </p:sp>
    </p:spTree>
    <p:extLst>
      <p:ext uri="{BB962C8B-B14F-4D97-AF65-F5344CB8AC3E}">
        <p14:creationId xmlns:p14="http://schemas.microsoft.com/office/powerpoint/2010/main" val="4206492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8AB9C97-A078-D13C-A5AB-D03FAA46A563}"/>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9BE9BA7-BC58-5390-6889-DA2BACF5F6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C88F7EEC-5485-2861-63A5-EC88E43017E9}"/>
              </a:ext>
            </a:extLst>
          </p:cNvPr>
          <p:cNvSpPr>
            <a:spLocks noGrp="1"/>
          </p:cNvSpPr>
          <p:nvPr>
            <p:ph type="dt" sz="half" idx="10"/>
          </p:nvPr>
        </p:nvSpPr>
        <p:spPr/>
        <p:txBody>
          <a:bodyPr/>
          <a:lstStyle/>
          <a:p>
            <a:fld id="{669E9E8B-6CBD-4C3A-9E7F-ADC2103C5C25}" type="datetimeFigureOut">
              <a:rPr lang="de-DE" smtClean="0"/>
              <a:t>23.08.2023</a:t>
            </a:fld>
            <a:endParaRPr lang="de-DE"/>
          </a:p>
        </p:txBody>
      </p:sp>
      <p:sp>
        <p:nvSpPr>
          <p:cNvPr id="5" name="Fußzeilenplatzhalter 4">
            <a:extLst>
              <a:ext uri="{FF2B5EF4-FFF2-40B4-BE49-F238E27FC236}">
                <a16:creationId xmlns:a16="http://schemas.microsoft.com/office/drawing/2014/main" id="{FF701DE5-0DD0-9135-ECD6-3982CDE026D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B53142B-2B66-F43B-8774-C5B4140DF54C}"/>
              </a:ext>
            </a:extLst>
          </p:cNvPr>
          <p:cNvSpPr>
            <a:spLocks noGrp="1"/>
          </p:cNvSpPr>
          <p:nvPr>
            <p:ph type="sldNum" sz="quarter" idx="12"/>
          </p:nvPr>
        </p:nvSpPr>
        <p:spPr/>
        <p:txBody>
          <a:bodyPr/>
          <a:lstStyle/>
          <a:p>
            <a:fld id="{EEC80EDD-FA99-45F1-865D-477AF8C7428C}" type="slidenum">
              <a:rPr lang="de-DE" smtClean="0"/>
              <a:t>‹Nr.›</a:t>
            </a:fld>
            <a:endParaRPr lang="de-DE"/>
          </a:p>
        </p:txBody>
      </p:sp>
    </p:spTree>
    <p:extLst>
      <p:ext uri="{BB962C8B-B14F-4D97-AF65-F5344CB8AC3E}">
        <p14:creationId xmlns:p14="http://schemas.microsoft.com/office/powerpoint/2010/main" val="2848093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B947B1-07B4-D9C9-9A5C-CEB15C152FA1}"/>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6AA89E21-7DE2-508F-7C43-9CB76BA0BCD3}"/>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86EFEC3C-F849-7801-881D-26D49703EF8D}"/>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1BC82E72-5140-DEB1-7ECA-FC65A2C09874}"/>
              </a:ext>
            </a:extLst>
          </p:cNvPr>
          <p:cNvSpPr>
            <a:spLocks noGrp="1"/>
          </p:cNvSpPr>
          <p:nvPr>
            <p:ph type="dt" sz="half" idx="10"/>
          </p:nvPr>
        </p:nvSpPr>
        <p:spPr/>
        <p:txBody>
          <a:bodyPr/>
          <a:lstStyle/>
          <a:p>
            <a:fld id="{669E9E8B-6CBD-4C3A-9E7F-ADC2103C5C25}" type="datetimeFigureOut">
              <a:rPr lang="de-DE" smtClean="0"/>
              <a:t>23.08.2023</a:t>
            </a:fld>
            <a:endParaRPr lang="de-DE"/>
          </a:p>
        </p:txBody>
      </p:sp>
      <p:sp>
        <p:nvSpPr>
          <p:cNvPr id="6" name="Fußzeilenplatzhalter 5">
            <a:extLst>
              <a:ext uri="{FF2B5EF4-FFF2-40B4-BE49-F238E27FC236}">
                <a16:creationId xmlns:a16="http://schemas.microsoft.com/office/drawing/2014/main" id="{486659F8-49B5-BDA8-B474-65990C53D84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B47831FC-A192-EEEC-452D-EAA073C40435}"/>
              </a:ext>
            </a:extLst>
          </p:cNvPr>
          <p:cNvSpPr>
            <a:spLocks noGrp="1"/>
          </p:cNvSpPr>
          <p:nvPr>
            <p:ph type="sldNum" sz="quarter" idx="12"/>
          </p:nvPr>
        </p:nvSpPr>
        <p:spPr/>
        <p:txBody>
          <a:bodyPr/>
          <a:lstStyle/>
          <a:p>
            <a:fld id="{EEC80EDD-FA99-45F1-865D-477AF8C7428C}" type="slidenum">
              <a:rPr lang="de-DE" smtClean="0"/>
              <a:t>‹Nr.›</a:t>
            </a:fld>
            <a:endParaRPr lang="de-DE"/>
          </a:p>
        </p:txBody>
      </p:sp>
    </p:spTree>
    <p:extLst>
      <p:ext uri="{BB962C8B-B14F-4D97-AF65-F5344CB8AC3E}">
        <p14:creationId xmlns:p14="http://schemas.microsoft.com/office/powerpoint/2010/main" val="2259604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5B5CFB-3EFF-9C54-8F05-0201BFAB27DC}"/>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07E62F02-EC1A-138A-EED3-69DD686E5D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40247C43-314B-F181-0456-FE79F6279991}"/>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3C2F7A75-7BAA-F76E-586A-E07CCAE263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A652C2B7-5458-7B8E-2C63-3CC59647790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D62CB684-9387-22E1-22A9-81D7AB39F606}"/>
              </a:ext>
            </a:extLst>
          </p:cNvPr>
          <p:cNvSpPr>
            <a:spLocks noGrp="1"/>
          </p:cNvSpPr>
          <p:nvPr>
            <p:ph type="dt" sz="half" idx="10"/>
          </p:nvPr>
        </p:nvSpPr>
        <p:spPr/>
        <p:txBody>
          <a:bodyPr/>
          <a:lstStyle/>
          <a:p>
            <a:fld id="{669E9E8B-6CBD-4C3A-9E7F-ADC2103C5C25}" type="datetimeFigureOut">
              <a:rPr lang="de-DE" smtClean="0"/>
              <a:t>23.08.2023</a:t>
            </a:fld>
            <a:endParaRPr lang="de-DE"/>
          </a:p>
        </p:txBody>
      </p:sp>
      <p:sp>
        <p:nvSpPr>
          <p:cNvPr id="8" name="Fußzeilenplatzhalter 7">
            <a:extLst>
              <a:ext uri="{FF2B5EF4-FFF2-40B4-BE49-F238E27FC236}">
                <a16:creationId xmlns:a16="http://schemas.microsoft.com/office/drawing/2014/main" id="{71A3CCBD-7770-82C4-5820-EC237AEDF557}"/>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B7B8E4CE-6AEE-624D-9028-0F3943DFE8FC}"/>
              </a:ext>
            </a:extLst>
          </p:cNvPr>
          <p:cNvSpPr>
            <a:spLocks noGrp="1"/>
          </p:cNvSpPr>
          <p:nvPr>
            <p:ph type="sldNum" sz="quarter" idx="12"/>
          </p:nvPr>
        </p:nvSpPr>
        <p:spPr/>
        <p:txBody>
          <a:bodyPr/>
          <a:lstStyle/>
          <a:p>
            <a:fld id="{EEC80EDD-FA99-45F1-865D-477AF8C7428C}" type="slidenum">
              <a:rPr lang="de-DE" smtClean="0"/>
              <a:t>‹Nr.›</a:t>
            </a:fld>
            <a:endParaRPr lang="de-DE"/>
          </a:p>
        </p:txBody>
      </p:sp>
    </p:spTree>
    <p:extLst>
      <p:ext uri="{BB962C8B-B14F-4D97-AF65-F5344CB8AC3E}">
        <p14:creationId xmlns:p14="http://schemas.microsoft.com/office/powerpoint/2010/main" val="1689945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8021EF-739D-2E9D-0548-2C4908B58B16}"/>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0553ECB4-A926-013E-6DE9-DF8531611220}"/>
              </a:ext>
            </a:extLst>
          </p:cNvPr>
          <p:cNvSpPr>
            <a:spLocks noGrp="1"/>
          </p:cNvSpPr>
          <p:nvPr>
            <p:ph type="dt" sz="half" idx="10"/>
          </p:nvPr>
        </p:nvSpPr>
        <p:spPr/>
        <p:txBody>
          <a:bodyPr/>
          <a:lstStyle/>
          <a:p>
            <a:fld id="{669E9E8B-6CBD-4C3A-9E7F-ADC2103C5C25}" type="datetimeFigureOut">
              <a:rPr lang="de-DE" smtClean="0"/>
              <a:t>23.08.2023</a:t>
            </a:fld>
            <a:endParaRPr lang="de-DE"/>
          </a:p>
        </p:txBody>
      </p:sp>
      <p:sp>
        <p:nvSpPr>
          <p:cNvPr id="4" name="Fußzeilenplatzhalter 3">
            <a:extLst>
              <a:ext uri="{FF2B5EF4-FFF2-40B4-BE49-F238E27FC236}">
                <a16:creationId xmlns:a16="http://schemas.microsoft.com/office/drawing/2014/main" id="{50718A08-968C-8FFF-06BE-E7EDEA47A5F3}"/>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E4806E32-6EA2-BCC5-01EA-AFE1F29BC387}"/>
              </a:ext>
            </a:extLst>
          </p:cNvPr>
          <p:cNvSpPr>
            <a:spLocks noGrp="1"/>
          </p:cNvSpPr>
          <p:nvPr>
            <p:ph type="sldNum" sz="quarter" idx="12"/>
          </p:nvPr>
        </p:nvSpPr>
        <p:spPr/>
        <p:txBody>
          <a:bodyPr/>
          <a:lstStyle/>
          <a:p>
            <a:fld id="{EEC80EDD-FA99-45F1-865D-477AF8C7428C}" type="slidenum">
              <a:rPr lang="de-DE" smtClean="0"/>
              <a:t>‹Nr.›</a:t>
            </a:fld>
            <a:endParaRPr lang="de-DE"/>
          </a:p>
        </p:txBody>
      </p:sp>
    </p:spTree>
    <p:extLst>
      <p:ext uri="{BB962C8B-B14F-4D97-AF65-F5344CB8AC3E}">
        <p14:creationId xmlns:p14="http://schemas.microsoft.com/office/powerpoint/2010/main" val="2295014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8CA3C16F-FF9F-28A3-0846-E17BBA5A071D}"/>
              </a:ext>
            </a:extLst>
          </p:cNvPr>
          <p:cNvSpPr>
            <a:spLocks noGrp="1"/>
          </p:cNvSpPr>
          <p:nvPr>
            <p:ph type="dt" sz="half" idx="10"/>
          </p:nvPr>
        </p:nvSpPr>
        <p:spPr/>
        <p:txBody>
          <a:bodyPr/>
          <a:lstStyle/>
          <a:p>
            <a:fld id="{669E9E8B-6CBD-4C3A-9E7F-ADC2103C5C25}" type="datetimeFigureOut">
              <a:rPr lang="de-DE" smtClean="0"/>
              <a:t>23.08.2023</a:t>
            </a:fld>
            <a:endParaRPr lang="de-DE"/>
          </a:p>
        </p:txBody>
      </p:sp>
      <p:sp>
        <p:nvSpPr>
          <p:cNvPr id="3" name="Fußzeilenplatzhalter 2">
            <a:extLst>
              <a:ext uri="{FF2B5EF4-FFF2-40B4-BE49-F238E27FC236}">
                <a16:creationId xmlns:a16="http://schemas.microsoft.com/office/drawing/2014/main" id="{9D00B6F7-16DF-46D2-781F-DE6216D417A8}"/>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BD5B35AE-04ED-2FB8-647D-CBFD2CCE6A05}"/>
              </a:ext>
            </a:extLst>
          </p:cNvPr>
          <p:cNvSpPr>
            <a:spLocks noGrp="1"/>
          </p:cNvSpPr>
          <p:nvPr>
            <p:ph type="sldNum" sz="quarter" idx="12"/>
          </p:nvPr>
        </p:nvSpPr>
        <p:spPr/>
        <p:txBody>
          <a:bodyPr/>
          <a:lstStyle/>
          <a:p>
            <a:fld id="{EEC80EDD-FA99-45F1-865D-477AF8C7428C}" type="slidenum">
              <a:rPr lang="de-DE" smtClean="0"/>
              <a:t>‹Nr.›</a:t>
            </a:fld>
            <a:endParaRPr lang="de-DE"/>
          </a:p>
        </p:txBody>
      </p:sp>
    </p:spTree>
    <p:extLst>
      <p:ext uri="{BB962C8B-B14F-4D97-AF65-F5344CB8AC3E}">
        <p14:creationId xmlns:p14="http://schemas.microsoft.com/office/powerpoint/2010/main" val="685310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D4B2CB-86AF-FB77-01E6-827C5CD775E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337CA27E-8323-3A6E-2D64-8B7CC6E189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E473E7D4-6A04-E7BD-45F7-3E84D2E598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FA7F478-3DC0-3AF8-69E5-81BF6E4F487A}"/>
              </a:ext>
            </a:extLst>
          </p:cNvPr>
          <p:cNvSpPr>
            <a:spLocks noGrp="1"/>
          </p:cNvSpPr>
          <p:nvPr>
            <p:ph type="dt" sz="half" idx="10"/>
          </p:nvPr>
        </p:nvSpPr>
        <p:spPr/>
        <p:txBody>
          <a:bodyPr/>
          <a:lstStyle/>
          <a:p>
            <a:fld id="{669E9E8B-6CBD-4C3A-9E7F-ADC2103C5C25}" type="datetimeFigureOut">
              <a:rPr lang="de-DE" smtClean="0"/>
              <a:t>23.08.2023</a:t>
            </a:fld>
            <a:endParaRPr lang="de-DE"/>
          </a:p>
        </p:txBody>
      </p:sp>
      <p:sp>
        <p:nvSpPr>
          <p:cNvPr id="6" name="Fußzeilenplatzhalter 5">
            <a:extLst>
              <a:ext uri="{FF2B5EF4-FFF2-40B4-BE49-F238E27FC236}">
                <a16:creationId xmlns:a16="http://schemas.microsoft.com/office/drawing/2014/main" id="{3EA41DAA-EC22-ED75-6E09-9DC3DF74859E}"/>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2B158AB-8222-74CF-D9B2-BB07404ACC5D}"/>
              </a:ext>
            </a:extLst>
          </p:cNvPr>
          <p:cNvSpPr>
            <a:spLocks noGrp="1"/>
          </p:cNvSpPr>
          <p:nvPr>
            <p:ph type="sldNum" sz="quarter" idx="12"/>
          </p:nvPr>
        </p:nvSpPr>
        <p:spPr/>
        <p:txBody>
          <a:bodyPr/>
          <a:lstStyle/>
          <a:p>
            <a:fld id="{EEC80EDD-FA99-45F1-865D-477AF8C7428C}" type="slidenum">
              <a:rPr lang="de-DE" smtClean="0"/>
              <a:t>‹Nr.›</a:t>
            </a:fld>
            <a:endParaRPr lang="de-DE"/>
          </a:p>
        </p:txBody>
      </p:sp>
    </p:spTree>
    <p:extLst>
      <p:ext uri="{BB962C8B-B14F-4D97-AF65-F5344CB8AC3E}">
        <p14:creationId xmlns:p14="http://schemas.microsoft.com/office/powerpoint/2010/main" val="379832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814D64-42CD-CC21-2558-E50E19F8668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DCA21484-3B91-D85D-A607-A89C516978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1EE0ADAA-21E5-9944-ACEF-E6DAC9744A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B0FED69-505A-2FA7-73D0-4393EBA6D758}"/>
              </a:ext>
            </a:extLst>
          </p:cNvPr>
          <p:cNvSpPr>
            <a:spLocks noGrp="1"/>
          </p:cNvSpPr>
          <p:nvPr>
            <p:ph type="dt" sz="half" idx="10"/>
          </p:nvPr>
        </p:nvSpPr>
        <p:spPr/>
        <p:txBody>
          <a:bodyPr/>
          <a:lstStyle/>
          <a:p>
            <a:fld id="{669E9E8B-6CBD-4C3A-9E7F-ADC2103C5C25}" type="datetimeFigureOut">
              <a:rPr lang="de-DE" smtClean="0"/>
              <a:t>23.08.2023</a:t>
            </a:fld>
            <a:endParaRPr lang="de-DE"/>
          </a:p>
        </p:txBody>
      </p:sp>
      <p:sp>
        <p:nvSpPr>
          <p:cNvPr id="6" name="Fußzeilenplatzhalter 5">
            <a:extLst>
              <a:ext uri="{FF2B5EF4-FFF2-40B4-BE49-F238E27FC236}">
                <a16:creationId xmlns:a16="http://schemas.microsoft.com/office/drawing/2014/main" id="{EF29BC6E-1C67-2583-BA07-226CA6765782}"/>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0A63A05B-02A2-FE41-226E-4674E73089BC}"/>
              </a:ext>
            </a:extLst>
          </p:cNvPr>
          <p:cNvSpPr>
            <a:spLocks noGrp="1"/>
          </p:cNvSpPr>
          <p:nvPr>
            <p:ph type="sldNum" sz="quarter" idx="12"/>
          </p:nvPr>
        </p:nvSpPr>
        <p:spPr/>
        <p:txBody>
          <a:bodyPr/>
          <a:lstStyle/>
          <a:p>
            <a:fld id="{EEC80EDD-FA99-45F1-865D-477AF8C7428C}" type="slidenum">
              <a:rPr lang="de-DE" smtClean="0"/>
              <a:t>‹Nr.›</a:t>
            </a:fld>
            <a:endParaRPr lang="de-DE"/>
          </a:p>
        </p:txBody>
      </p:sp>
    </p:spTree>
    <p:extLst>
      <p:ext uri="{BB962C8B-B14F-4D97-AF65-F5344CB8AC3E}">
        <p14:creationId xmlns:p14="http://schemas.microsoft.com/office/powerpoint/2010/main" val="1050024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482BB8-CE0F-B4A9-FE0F-04F60CF18187}"/>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54D2844F-475E-26A3-5B24-A81AF4C6F159}"/>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E22A1DC-6FD1-411E-D639-AF73B704788A}"/>
              </a:ext>
            </a:extLst>
          </p:cNvPr>
          <p:cNvSpPr>
            <a:spLocks noGrp="1"/>
          </p:cNvSpPr>
          <p:nvPr>
            <p:ph type="dt" sz="half" idx="10"/>
          </p:nvPr>
        </p:nvSpPr>
        <p:spPr/>
        <p:txBody>
          <a:bodyPr/>
          <a:lstStyle/>
          <a:p>
            <a:fld id="{669E9E8B-6CBD-4C3A-9E7F-ADC2103C5C25}" type="datetimeFigureOut">
              <a:rPr lang="de-DE" smtClean="0"/>
              <a:t>23.08.2023</a:t>
            </a:fld>
            <a:endParaRPr lang="de-DE"/>
          </a:p>
        </p:txBody>
      </p:sp>
      <p:sp>
        <p:nvSpPr>
          <p:cNvPr id="5" name="Fußzeilenplatzhalter 4">
            <a:extLst>
              <a:ext uri="{FF2B5EF4-FFF2-40B4-BE49-F238E27FC236}">
                <a16:creationId xmlns:a16="http://schemas.microsoft.com/office/drawing/2014/main" id="{736FC356-4288-B519-D44A-4F8B3B44D04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8065B2B-AADE-D0DE-901C-0DF9ECDF15A7}"/>
              </a:ext>
            </a:extLst>
          </p:cNvPr>
          <p:cNvSpPr>
            <a:spLocks noGrp="1"/>
          </p:cNvSpPr>
          <p:nvPr>
            <p:ph type="sldNum" sz="quarter" idx="12"/>
          </p:nvPr>
        </p:nvSpPr>
        <p:spPr/>
        <p:txBody>
          <a:bodyPr/>
          <a:lstStyle/>
          <a:p>
            <a:fld id="{EEC80EDD-FA99-45F1-865D-477AF8C7428C}" type="slidenum">
              <a:rPr lang="de-DE" smtClean="0"/>
              <a:t>‹Nr.›</a:t>
            </a:fld>
            <a:endParaRPr lang="de-DE"/>
          </a:p>
        </p:txBody>
      </p:sp>
    </p:spTree>
    <p:extLst>
      <p:ext uri="{BB962C8B-B14F-4D97-AF65-F5344CB8AC3E}">
        <p14:creationId xmlns:p14="http://schemas.microsoft.com/office/powerpoint/2010/main" val="2889138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0805BCAD-5E60-E35B-F36F-F2A2B2721B87}"/>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44B2340A-2E02-5584-1760-E247F332D72E}"/>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3E691C5-1B1E-2E10-0F81-A5190F69C50E}"/>
              </a:ext>
            </a:extLst>
          </p:cNvPr>
          <p:cNvSpPr>
            <a:spLocks noGrp="1"/>
          </p:cNvSpPr>
          <p:nvPr>
            <p:ph type="dt" sz="half" idx="10"/>
          </p:nvPr>
        </p:nvSpPr>
        <p:spPr/>
        <p:txBody>
          <a:bodyPr/>
          <a:lstStyle/>
          <a:p>
            <a:fld id="{669E9E8B-6CBD-4C3A-9E7F-ADC2103C5C25}" type="datetimeFigureOut">
              <a:rPr lang="de-DE" smtClean="0"/>
              <a:t>23.08.2023</a:t>
            </a:fld>
            <a:endParaRPr lang="de-DE"/>
          </a:p>
        </p:txBody>
      </p:sp>
      <p:sp>
        <p:nvSpPr>
          <p:cNvPr id="5" name="Fußzeilenplatzhalter 4">
            <a:extLst>
              <a:ext uri="{FF2B5EF4-FFF2-40B4-BE49-F238E27FC236}">
                <a16:creationId xmlns:a16="http://schemas.microsoft.com/office/drawing/2014/main" id="{DE3FE51C-B544-2CC6-39F4-18D1CCFFAD8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1F3B16F-38D4-ADAF-7259-13EFB1F91772}"/>
              </a:ext>
            </a:extLst>
          </p:cNvPr>
          <p:cNvSpPr>
            <a:spLocks noGrp="1"/>
          </p:cNvSpPr>
          <p:nvPr>
            <p:ph type="sldNum" sz="quarter" idx="12"/>
          </p:nvPr>
        </p:nvSpPr>
        <p:spPr/>
        <p:txBody>
          <a:bodyPr/>
          <a:lstStyle/>
          <a:p>
            <a:fld id="{EEC80EDD-FA99-45F1-865D-477AF8C7428C}" type="slidenum">
              <a:rPr lang="de-DE" smtClean="0"/>
              <a:t>‹Nr.›</a:t>
            </a:fld>
            <a:endParaRPr lang="de-DE"/>
          </a:p>
        </p:txBody>
      </p:sp>
    </p:spTree>
    <p:extLst>
      <p:ext uri="{BB962C8B-B14F-4D97-AF65-F5344CB8AC3E}">
        <p14:creationId xmlns:p14="http://schemas.microsoft.com/office/powerpoint/2010/main" val="3827268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77296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REA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326091"/>
          </a:xfrm>
          <a:prstGeom prst="rect">
            <a:avLst/>
          </a:prstGeom>
        </p:spPr>
        <p:txBody>
          <a:bodyPr anchor="ctr"/>
          <a:lstStyle>
            <a:lvl1pPr algn="ctr">
              <a:defRPr lang="en-US" sz="4800" dirty="0">
                <a:gradFill>
                  <a:gsLst>
                    <a:gs pos="75000">
                      <a:schemeClr val="accent4"/>
                    </a:gs>
                    <a:gs pos="25000">
                      <a:schemeClr val="accent2"/>
                    </a:gs>
                    <a:gs pos="100000">
                      <a:schemeClr val="accent5"/>
                    </a:gs>
                    <a:gs pos="50000">
                      <a:schemeClr val="accent3"/>
                    </a:gs>
                    <a:gs pos="1000">
                      <a:schemeClr val="accent1"/>
                    </a:gs>
                  </a:gsLst>
                  <a:lin ang="9000000" scaled="0"/>
                </a:gradFill>
                <a:ea typeface="+mn-ea"/>
                <a:cs typeface="+mn-cs"/>
              </a:defRPr>
            </a:lvl1pPr>
          </a:lstStyle>
          <a:p>
            <a:pPr lvl="0" algn="ctr"/>
            <a:r>
              <a:rPr lang="en-US" dirty="0"/>
              <a:t>BREAKER TITLE</a:t>
            </a:r>
          </a:p>
        </p:txBody>
      </p:sp>
    </p:spTree>
    <p:extLst>
      <p:ext uri="{BB962C8B-B14F-4D97-AF65-F5344CB8AC3E}">
        <p14:creationId xmlns:p14="http://schemas.microsoft.com/office/powerpoint/2010/main" val="6355973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BREA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326091"/>
          </a:xfrm>
          <a:prstGeom prst="rect">
            <a:avLst/>
          </a:prstGeom>
        </p:spPr>
        <p:txBody>
          <a:bodyPr anchor="ctr"/>
          <a:lstStyle>
            <a:lvl1pPr algn="ctr">
              <a:defRPr lang="en-US" sz="7200">
                <a:gradFill>
                  <a:gsLst>
                    <a:gs pos="25000">
                      <a:schemeClr val="accent2"/>
                    </a:gs>
                    <a:gs pos="75000">
                      <a:schemeClr val="accent4"/>
                    </a:gs>
                    <a:gs pos="50000">
                      <a:schemeClr val="accent3"/>
                    </a:gs>
                    <a:gs pos="0">
                      <a:schemeClr val="accent1"/>
                    </a:gs>
                    <a:gs pos="100000">
                      <a:schemeClr val="accent5"/>
                    </a:gs>
                  </a:gsLst>
                  <a:lin ang="8100000" scaled="0"/>
                </a:gradFill>
                <a:ea typeface="+mn-ea"/>
                <a:cs typeface="+mn-cs"/>
              </a:defRPr>
            </a:lvl1pPr>
          </a:lstStyle>
          <a:p>
            <a:pPr marL="0" lvl="0" indent="0" algn="ctr">
              <a:spcBef>
                <a:spcPts val="1000"/>
              </a:spcBef>
              <a:buFont typeface="Arial" panose="020B0604020202020204" pitchFamily="34" charset="0"/>
            </a:pPr>
            <a:r>
              <a:rPr lang="en-US" dirty="0"/>
              <a:t>BREAKER TITLE</a:t>
            </a:r>
          </a:p>
        </p:txBody>
      </p:sp>
    </p:spTree>
    <p:extLst>
      <p:ext uri="{BB962C8B-B14F-4D97-AF65-F5344CB8AC3E}">
        <p14:creationId xmlns:p14="http://schemas.microsoft.com/office/powerpoint/2010/main" val="3901636986"/>
      </p:ext>
    </p:extLst>
  </p:cSld>
  <p:clrMapOvr>
    <a:masterClrMapping/>
  </p:clrMapOvr>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BREAK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F67B5C-981D-4EB5-9AD9-A7105E565435}"/>
              </a:ext>
            </a:extLst>
          </p:cNvPr>
          <p:cNvSpPr/>
          <p:nvPr userDrawn="1"/>
        </p:nvSpPr>
        <p:spPr>
          <a:xfrm>
            <a:off x="0" y="3429000"/>
            <a:ext cx="12192000" cy="3429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625125"/>
          </a:xfrm>
          <a:prstGeom prst="rect">
            <a:avLst/>
          </a:prstGeom>
          <a:noFill/>
        </p:spPr>
        <p:txBody>
          <a:bodyPr wrap="square" rtlCol="0">
            <a:spAutoFit/>
          </a:bodyPr>
          <a:lstStyle>
            <a:lvl1pPr algn="ctr">
              <a:defRPr lang="en-US" sz="11067" dirty="0">
                <a:gradFill>
                  <a:gsLst>
                    <a:gs pos="100000">
                      <a:schemeClr val="accent4"/>
                    </a:gs>
                    <a:gs pos="66000">
                      <a:schemeClr val="accent3"/>
                    </a:gs>
                    <a:gs pos="33000">
                      <a:schemeClr val="accent2"/>
                    </a:gs>
                    <a:gs pos="1000">
                      <a:schemeClr val="accent1"/>
                    </a:gs>
                  </a:gsLst>
                  <a:lin ang="9000000" scaled="0"/>
                </a:gradFill>
                <a:ea typeface="+mn-ea"/>
                <a:cs typeface="+mn-cs"/>
              </a:defRPr>
            </a:lvl1pPr>
          </a:lstStyle>
          <a:p>
            <a:pPr marL="0" lvl="0" algn="ctr"/>
            <a:r>
              <a:rPr lang="en-US" dirty="0"/>
              <a:t>SECTION TITLE</a:t>
            </a:r>
          </a:p>
        </p:txBody>
      </p:sp>
    </p:spTree>
    <p:extLst>
      <p:ext uri="{BB962C8B-B14F-4D97-AF65-F5344CB8AC3E}">
        <p14:creationId xmlns:p14="http://schemas.microsoft.com/office/powerpoint/2010/main" val="2628188989"/>
      </p:ext>
    </p:extLst>
  </p:cSld>
  <p:clrMapOvr>
    <a:masterClrMapping/>
  </p:clrMapOvr>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FAULT-1">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2FCD7B-4632-432C-AE09-A03957113A6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8324236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FAULT-2">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6E02EB8-4CBB-4C97-AC85-6BAEE43B152F}"/>
              </a:ext>
            </a:extLst>
          </p:cNvPr>
          <p:cNvSpPr/>
          <p:nvPr userDrawn="1"/>
        </p:nvSpPr>
        <p:spPr>
          <a:xfrm rot="10800000" flipH="1" flipV="1">
            <a:off x="0" y="-1"/>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 name="Title 4">
            <a:extLst>
              <a:ext uri="{FF2B5EF4-FFF2-40B4-BE49-F238E27FC236}">
                <a16:creationId xmlns:a16="http://schemas.microsoft.com/office/drawing/2014/main" id="{292FCD7B-4632-432C-AE09-A03957113A6F}"/>
              </a:ext>
            </a:extLst>
          </p:cNvPr>
          <p:cNvSpPr>
            <a:spLocks noGrp="1"/>
          </p:cNvSpPr>
          <p:nvPr>
            <p:ph type="title" hasCustomPrompt="1"/>
          </p:nvPr>
        </p:nvSpPr>
        <p:spPr>
          <a:xfrm>
            <a:off x="914400" y="204824"/>
            <a:ext cx="10363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4840344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FAULT-3">
    <p:bg>
      <p:bgPr>
        <a:solidFill>
          <a:schemeClr val="tx1"/>
        </a:solidFill>
        <a:effectLst/>
      </p:bgPr>
    </p:bg>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5147E30C-C464-44C9-84B9-C651C1BC1DF9}"/>
              </a:ext>
            </a:extLst>
          </p:cNvPr>
          <p:cNvSpPr/>
          <p:nvPr userDrawn="1"/>
        </p:nvSpPr>
        <p:spPr>
          <a:xfrm rot="10800000" flipH="1" flipV="1">
            <a:off x="0" y="6426198"/>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7" name="Rectangle: Rounded Corners 6">
            <a:extLst>
              <a:ext uri="{FF2B5EF4-FFF2-40B4-BE49-F238E27FC236}">
                <a16:creationId xmlns:a16="http://schemas.microsoft.com/office/drawing/2014/main" id="{94694606-ABEA-4095-8D53-FF83E07C48AB}"/>
              </a:ext>
            </a:extLst>
          </p:cNvPr>
          <p:cNvSpPr/>
          <p:nvPr userDrawn="1"/>
        </p:nvSpPr>
        <p:spPr>
          <a:xfrm rot="10800000" flipH="1" flipV="1">
            <a:off x="0" y="-1"/>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 name="TextBox 4">
            <a:extLst>
              <a:ext uri="{FF2B5EF4-FFF2-40B4-BE49-F238E27FC236}">
                <a16:creationId xmlns:a16="http://schemas.microsoft.com/office/drawing/2014/main" id="{3D5D7004-F5FA-4A63-BC13-01C888C4B4C4}"/>
              </a:ext>
            </a:extLst>
          </p:cNvPr>
          <p:cNvSpPr txBox="1"/>
          <p:nvPr userDrawn="1"/>
        </p:nvSpPr>
        <p:spPr>
          <a:xfrm>
            <a:off x="5702300" y="6210754"/>
            <a:ext cx="5575300" cy="461665"/>
          </a:xfrm>
          <a:prstGeom prst="rect">
            <a:avLst/>
          </a:prstGeom>
          <a:noFill/>
        </p:spPr>
        <p:txBody>
          <a:bodyPr wrap="square" rtlCol="0">
            <a:spAutoFit/>
          </a:bodyPr>
          <a:lstStyle/>
          <a:p>
            <a:pPr algn="r"/>
            <a:r>
              <a:rPr lang="en-US" sz="2400" dirty="0">
                <a:solidFill>
                  <a:schemeClr val="bg1">
                    <a:lumMod val="75000"/>
                  </a:schemeClr>
                </a:solidFill>
                <a:latin typeface="+mn-lt"/>
                <a:ea typeface="Roboto Thin" pitchFamily="2" charset="0"/>
              </a:rPr>
              <a:t>www.company.com</a:t>
            </a:r>
            <a:endParaRPr lang="uk-UA" sz="2400" dirty="0">
              <a:solidFill>
                <a:schemeClr val="bg1">
                  <a:lumMod val="75000"/>
                </a:schemeClr>
              </a:solidFill>
              <a:latin typeface="+mn-lt"/>
              <a:ea typeface="Roboto Thin" pitchFamily="2" charset="0"/>
            </a:endParaRPr>
          </a:p>
        </p:txBody>
      </p:sp>
      <p:sp>
        <p:nvSpPr>
          <p:cNvPr id="6" name="Title 4">
            <a:extLst>
              <a:ext uri="{FF2B5EF4-FFF2-40B4-BE49-F238E27FC236}">
                <a16:creationId xmlns:a16="http://schemas.microsoft.com/office/drawing/2014/main" id="{C3C9C03B-2E3C-47D9-845E-A2FC81AECB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304470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FAULT-4">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5D7004-F5FA-4A63-BC13-01C888C4B4C4}"/>
              </a:ext>
            </a:extLst>
          </p:cNvPr>
          <p:cNvSpPr txBox="1"/>
          <p:nvPr userDrawn="1"/>
        </p:nvSpPr>
        <p:spPr>
          <a:xfrm>
            <a:off x="5702300" y="6210754"/>
            <a:ext cx="5575300" cy="461665"/>
          </a:xfrm>
          <a:prstGeom prst="rect">
            <a:avLst/>
          </a:prstGeom>
          <a:noFill/>
        </p:spPr>
        <p:txBody>
          <a:bodyPr wrap="square" rtlCol="0">
            <a:spAutoFit/>
          </a:bodyPr>
          <a:lstStyle/>
          <a:p>
            <a:pPr algn="r"/>
            <a:r>
              <a:rPr lang="en-US" sz="2400" dirty="0">
                <a:solidFill>
                  <a:schemeClr val="bg1">
                    <a:lumMod val="75000"/>
                  </a:schemeClr>
                </a:solidFill>
                <a:latin typeface="+mn-lt"/>
                <a:ea typeface="Roboto Thin" pitchFamily="2" charset="0"/>
              </a:rPr>
              <a:t>www.company.com</a:t>
            </a:r>
            <a:endParaRPr lang="uk-UA" sz="2400" dirty="0">
              <a:solidFill>
                <a:schemeClr val="bg1">
                  <a:lumMod val="75000"/>
                </a:schemeClr>
              </a:solidFill>
              <a:latin typeface="+mn-lt"/>
              <a:ea typeface="Roboto Thin" pitchFamily="2" charset="0"/>
            </a:endParaRPr>
          </a:p>
        </p:txBody>
      </p:sp>
      <p:sp>
        <p:nvSpPr>
          <p:cNvPr id="6" name="Title 4">
            <a:extLst>
              <a:ext uri="{FF2B5EF4-FFF2-40B4-BE49-F238E27FC236}">
                <a16:creationId xmlns:a16="http://schemas.microsoft.com/office/drawing/2014/main" id="{C3C9C03B-2E3C-47D9-845E-A2FC81AECB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9856112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IMAGE-Layout-0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12192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9438407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IMAGE-Layout-02">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21644BE-9EF6-4F34-8C65-8690D6878534}"/>
              </a:ext>
            </a:extLst>
          </p:cNvPr>
          <p:cNvSpPr>
            <a:spLocks noGrp="1"/>
          </p:cNvSpPr>
          <p:nvPr>
            <p:ph type="pic" sz="quarter" idx="10"/>
          </p:nvPr>
        </p:nvSpPr>
        <p:spPr>
          <a:xfrm>
            <a:off x="914400" y="914400"/>
            <a:ext cx="10363200" cy="5029200"/>
          </a:xfrm>
          <a:prstGeom prst="roundRect">
            <a:avLst>
              <a:gd name="adj" fmla="val 2021"/>
            </a:avLst>
          </a:prstGeom>
          <a:solidFill>
            <a:schemeClr val="bg2">
              <a:lumMod val="25000"/>
            </a:schemeClr>
          </a:solidFill>
        </p:spPr>
        <p:txBody>
          <a:bodyPr/>
          <a:lstStyle>
            <a:lvl1pPr>
              <a:defRPr lang="uk-UA"/>
            </a:lvl1pPr>
          </a:lstStyle>
          <a:p>
            <a:pPr lvl="0"/>
            <a:endParaRPr lang="uk-UA"/>
          </a:p>
        </p:txBody>
      </p:sp>
      <p:sp>
        <p:nvSpPr>
          <p:cNvPr id="5" name="Title 4">
            <a:extLst>
              <a:ext uri="{FF2B5EF4-FFF2-40B4-BE49-F238E27FC236}">
                <a16:creationId xmlns:a16="http://schemas.microsoft.com/office/drawing/2014/main" id="{3815914F-FDB1-440C-9E18-D27D5868B538}"/>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2188983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Layout-03">
    <p:bg>
      <p:bgPr>
        <a:solidFill>
          <a:schemeClr val="tx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14400" y="914400"/>
            <a:ext cx="10363200" cy="4013200"/>
          </a:xfrm>
          <a:prstGeom prst="roundRect">
            <a:avLst>
              <a:gd name="adj" fmla="val 2426"/>
            </a:avLst>
          </a:prstGeom>
          <a:solidFill>
            <a:schemeClr val="bg2">
              <a:lumMod val="25000"/>
            </a:schemeClr>
          </a:solidFill>
        </p:spPr>
        <p:txBody>
          <a:bodyPr/>
          <a:lstStyle>
            <a:lvl1pPr>
              <a:defRPr lang="uk-UA"/>
            </a:lvl1pPr>
          </a:lstStyle>
          <a:p>
            <a:pPr lvl="0"/>
            <a:endParaRPr lang="uk-UA"/>
          </a:p>
        </p:txBody>
      </p:sp>
      <p:sp>
        <p:nvSpPr>
          <p:cNvPr id="4" name="Title 4">
            <a:extLst>
              <a:ext uri="{FF2B5EF4-FFF2-40B4-BE49-F238E27FC236}">
                <a16:creationId xmlns:a16="http://schemas.microsoft.com/office/drawing/2014/main" id="{9DE83458-DC7C-4F50-8CDD-14D91D0DDC9D}"/>
              </a:ext>
            </a:extLst>
          </p:cNvPr>
          <p:cNvSpPr>
            <a:spLocks noGrp="1"/>
          </p:cNvSpPr>
          <p:nvPr>
            <p:ph type="title" hasCustomPrompt="1"/>
          </p:nvPr>
        </p:nvSpPr>
        <p:spPr>
          <a:xfrm>
            <a:off x="1803400" y="204824"/>
            <a:ext cx="8585200" cy="535531"/>
          </a:xfrm>
          <a:prstGeom prst="rect">
            <a:avLst/>
          </a:prstGeom>
          <a:noFill/>
        </p:spPr>
        <p:txBody>
          <a:bodyPr wrap="square" rtlCol="0">
            <a:spAutoFit/>
          </a:bodyPr>
          <a:lstStyle>
            <a:lvl1pPr algn="ct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5647336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IMAGE-Layout-04">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72B4464-F622-4D59-B0EB-837A7D569281}"/>
              </a:ext>
            </a:extLst>
          </p:cNvPr>
          <p:cNvSpPr>
            <a:spLocks noGrp="1"/>
          </p:cNvSpPr>
          <p:nvPr>
            <p:ph type="pic" sz="quarter" idx="10"/>
          </p:nvPr>
        </p:nvSpPr>
        <p:spPr>
          <a:xfrm>
            <a:off x="914400" y="914400"/>
            <a:ext cx="8308258" cy="5029200"/>
          </a:xfrm>
          <a:prstGeom prst="rect">
            <a:avLst/>
          </a:prstGeom>
          <a:solidFill>
            <a:schemeClr val="bg2">
              <a:lumMod val="25000"/>
            </a:schemeClr>
          </a:solidFill>
        </p:spPr>
        <p:txBody>
          <a:bodyPr/>
          <a:lstStyle>
            <a:lvl1pPr>
              <a:defRPr lang="en-US"/>
            </a:lvl1pPr>
          </a:lstStyle>
          <a:p>
            <a:pPr lvl="0"/>
            <a:endParaRPr lang="en-US"/>
          </a:p>
        </p:txBody>
      </p:sp>
      <p:sp>
        <p:nvSpPr>
          <p:cNvPr id="3" name="Title 4">
            <a:extLst>
              <a:ext uri="{FF2B5EF4-FFF2-40B4-BE49-F238E27FC236}">
                <a16:creationId xmlns:a16="http://schemas.microsoft.com/office/drawing/2014/main" id="{7B5DA946-38B7-47EF-BA99-1AF3686155B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6834001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IMAGE-Layout-05">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72B4464-F622-4D59-B0EB-837A7D569281}"/>
              </a:ext>
            </a:extLst>
          </p:cNvPr>
          <p:cNvSpPr>
            <a:spLocks noGrp="1"/>
          </p:cNvSpPr>
          <p:nvPr>
            <p:ph type="pic" sz="quarter" idx="10"/>
          </p:nvPr>
        </p:nvSpPr>
        <p:spPr>
          <a:xfrm>
            <a:off x="2969342" y="914400"/>
            <a:ext cx="8308258" cy="5029200"/>
          </a:xfrm>
          <a:prstGeom prst="rect">
            <a:avLst/>
          </a:prstGeom>
          <a:solidFill>
            <a:schemeClr val="bg2">
              <a:lumMod val="25000"/>
            </a:schemeClr>
          </a:solidFill>
        </p:spPr>
        <p:txBody>
          <a:bodyPr/>
          <a:lstStyle>
            <a:lvl1pPr>
              <a:defRPr lang="en-US"/>
            </a:lvl1pPr>
          </a:lstStyle>
          <a:p>
            <a:pPr lvl="0"/>
            <a:endParaRPr lang="en-US"/>
          </a:p>
        </p:txBody>
      </p:sp>
      <p:sp>
        <p:nvSpPr>
          <p:cNvPr id="3" name="Title 4">
            <a:extLst>
              <a:ext uri="{FF2B5EF4-FFF2-40B4-BE49-F238E27FC236}">
                <a16:creationId xmlns:a16="http://schemas.microsoft.com/office/drawing/2014/main" id="{ED6D72D2-9BCC-45A6-A342-781349144284}"/>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9673989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Layout-06">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DB9D0DDD-5F06-4A50-8692-CADC5FD00B29}"/>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003397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IMAGE-Layout-0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3048001" y="0"/>
            <a:ext cx="6095999"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35851845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IMAGE-Layout-08">
    <p:bg>
      <p:bgPr>
        <a:solidFill>
          <a:schemeClr val="tx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6096000" y="0"/>
            <a:ext cx="6096000" cy="6858000"/>
          </a:xfrm>
          <a:prstGeom prst="rect">
            <a:avLst/>
          </a:prstGeom>
          <a:solidFill>
            <a:schemeClr val="bg2">
              <a:lumMod val="25000"/>
            </a:schemeClr>
          </a:solidFill>
        </p:spPr>
        <p:txBody>
          <a:bodyPr/>
          <a:lstStyle>
            <a:lvl1pPr>
              <a:defRPr lang="uk-UA"/>
            </a:lvl1pPr>
          </a:lstStyle>
          <a:p>
            <a:pPr lvl="0"/>
            <a:endParaRPr lang="uk-UA"/>
          </a:p>
        </p:txBody>
      </p:sp>
      <p:sp>
        <p:nvSpPr>
          <p:cNvPr id="4" name="Title 4">
            <a:extLst>
              <a:ext uri="{FF2B5EF4-FFF2-40B4-BE49-F238E27FC236}">
                <a16:creationId xmlns:a16="http://schemas.microsoft.com/office/drawing/2014/main" id="{8C1C4CB0-E103-4518-BF7B-6A1458F43F0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3606378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IMAGE-Layout-09">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0" y="0"/>
            <a:ext cx="4056000"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B2F39605-129A-48D8-8833-9A1C4446F59B}"/>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4210534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IMAGE-Layout-10">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068000" y="0"/>
            <a:ext cx="405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40582621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IMAGE-Layout-11">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8136000" y="0"/>
            <a:ext cx="4056000"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C8AEAFCC-E5E5-4450-A2D9-6267133D820B}"/>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2000765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IMAGE-Layout-12">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056000" y="0"/>
            <a:ext cx="813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27690333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IMAGE-Layout-13">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813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42361332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IMAGE-Layout-14">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74041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26719866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IMAGE-Layout-15">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87900" y="0"/>
            <a:ext cx="74041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30070643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AGE-Layout-16">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34290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26210932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AGE-Layout-1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42926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11406303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IMAGE-Layout-1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3429000"/>
            <a:ext cx="12191999" cy="34290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5002415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MAGE-Layout-19">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6096000"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6096000" y="0"/>
            <a:ext cx="6096000"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1911177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IMAGE-Layout-20">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0"/>
            <a:ext cx="6096000"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6096000" y="3429000"/>
            <a:ext cx="6096000"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14818221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IMAGE-Layout-21">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8836085"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8836085" y="3429000"/>
            <a:ext cx="3355915"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11443302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IMAGE-Layout-22">
    <p:bg>
      <p:bgPr>
        <a:solidFill>
          <a:schemeClr val="tx1"/>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CEB6E739-39F9-4E42-B265-0E28996ABE27}"/>
              </a:ext>
            </a:extLst>
          </p:cNvPr>
          <p:cNvSpPr>
            <a:spLocks noGrp="1"/>
          </p:cNvSpPr>
          <p:nvPr>
            <p:ph type="pic" sz="quarter" idx="11"/>
          </p:nvPr>
        </p:nvSpPr>
        <p:spPr>
          <a:xfrm>
            <a:off x="0" y="3429000"/>
            <a:ext cx="3355915"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27949156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Layout-23">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038A9B6-0CC9-46A8-8325-AC97DD01FA72}"/>
              </a:ext>
            </a:extLst>
          </p:cNvPr>
          <p:cNvSpPr>
            <a:spLocks noGrp="1"/>
          </p:cNvSpPr>
          <p:nvPr>
            <p:ph type="pic" sz="quarter" idx="10"/>
          </p:nvPr>
        </p:nvSpPr>
        <p:spPr>
          <a:xfrm>
            <a:off x="914400" y="914400"/>
            <a:ext cx="7027200" cy="5029200"/>
          </a:xfrm>
          <a:prstGeom prst="roundRect">
            <a:avLst>
              <a:gd name="adj" fmla="val 0"/>
            </a:avLst>
          </a:prstGeom>
          <a:solidFill>
            <a:schemeClr val="bg2">
              <a:lumMod val="25000"/>
            </a:schemeClr>
          </a:solidFill>
        </p:spPr>
        <p:txBody>
          <a:bodyPr/>
          <a:lstStyle/>
          <a:p>
            <a:endParaRPr lang="en-US"/>
          </a:p>
        </p:txBody>
      </p:sp>
      <p:sp>
        <p:nvSpPr>
          <p:cNvPr id="3" name="Title 4">
            <a:extLst>
              <a:ext uri="{FF2B5EF4-FFF2-40B4-BE49-F238E27FC236}">
                <a16:creationId xmlns:a16="http://schemas.microsoft.com/office/drawing/2014/main" id="{E614D36E-ECF9-42A6-B627-4D2F5657214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0722566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Layout-24">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038A9B6-0CC9-46A8-8325-AC97DD01FA72}"/>
              </a:ext>
            </a:extLst>
          </p:cNvPr>
          <p:cNvSpPr>
            <a:spLocks noGrp="1"/>
          </p:cNvSpPr>
          <p:nvPr>
            <p:ph type="pic" sz="quarter" idx="10"/>
          </p:nvPr>
        </p:nvSpPr>
        <p:spPr>
          <a:xfrm>
            <a:off x="4250400" y="914400"/>
            <a:ext cx="7027200" cy="5029200"/>
          </a:xfrm>
          <a:prstGeom prst="roundRect">
            <a:avLst>
              <a:gd name="adj" fmla="val 0"/>
            </a:avLst>
          </a:prstGeom>
          <a:solidFill>
            <a:schemeClr val="bg2">
              <a:lumMod val="25000"/>
            </a:schemeClr>
          </a:solidFill>
        </p:spPr>
        <p:txBody>
          <a:bodyPr/>
          <a:lstStyle/>
          <a:p>
            <a:endParaRPr lang="en-US"/>
          </a:p>
        </p:txBody>
      </p:sp>
      <p:sp>
        <p:nvSpPr>
          <p:cNvPr id="3" name="Title 4">
            <a:extLst>
              <a:ext uri="{FF2B5EF4-FFF2-40B4-BE49-F238E27FC236}">
                <a16:creationId xmlns:a16="http://schemas.microsoft.com/office/drawing/2014/main" id="{A15DD993-0F59-40B2-8E5D-FE7EF97F652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9473242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IMAGE-Layout-25">
    <p:bg>
      <p:bgPr>
        <a:solidFill>
          <a:schemeClr val="tx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15DD993-0F59-40B2-8E5D-FE7EF97F652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
        <p:nvSpPr>
          <p:cNvPr id="4" name="Picture Placeholder 6">
            <a:extLst>
              <a:ext uri="{FF2B5EF4-FFF2-40B4-BE49-F238E27FC236}">
                <a16:creationId xmlns:a16="http://schemas.microsoft.com/office/drawing/2014/main" id="{C46AC66E-831B-481E-9DCA-6F38FC2799A1}"/>
              </a:ext>
            </a:extLst>
          </p:cNvPr>
          <p:cNvSpPr>
            <a:spLocks noGrp="1"/>
          </p:cNvSpPr>
          <p:nvPr>
            <p:ph type="pic" sz="quarter" idx="10"/>
          </p:nvPr>
        </p:nvSpPr>
        <p:spPr>
          <a:xfrm>
            <a:off x="6096000" y="914400"/>
            <a:ext cx="5181600" cy="5029200"/>
          </a:xfrm>
          <a:prstGeom prst="roundRect">
            <a:avLst>
              <a:gd name="adj" fmla="val 0"/>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37179511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Layout-26">
    <p:bg>
      <p:bgPr>
        <a:solidFill>
          <a:schemeClr val="tx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3D589A9-0690-4D70-AC6B-7E02C990809B}"/>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
        <p:nvSpPr>
          <p:cNvPr id="5" name="Picture Placeholder 2">
            <a:extLst>
              <a:ext uri="{FF2B5EF4-FFF2-40B4-BE49-F238E27FC236}">
                <a16:creationId xmlns:a16="http://schemas.microsoft.com/office/drawing/2014/main" id="{1D032E74-E98C-4A65-8348-308DC5A57330}"/>
              </a:ext>
            </a:extLst>
          </p:cNvPr>
          <p:cNvSpPr>
            <a:spLocks noGrp="1"/>
          </p:cNvSpPr>
          <p:nvPr>
            <p:ph type="pic" sz="quarter" idx="11"/>
          </p:nvPr>
        </p:nvSpPr>
        <p:spPr>
          <a:xfrm>
            <a:off x="1219200" y="1600200"/>
            <a:ext cx="3657600" cy="3657600"/>
          </a:xfrm>
          <a:prstGeom prst="ellipse">
            <a:avLst/>
          </a:prstGeom>
          <a:solidFill>
            <a:schemeClr val="bg2">
              <a:lumMod val="25000"/>
            </a:schemeClr>
          </a:solidFill>
          <a:ln w="38100">
            <a:noFill/>
          </a:ln>
          <a:effectLst/>
        </p:spPr>
        <p:txBody>
          <a:bodyPr/>
          <a:lstStyle>
            <a:lvl1pPr>
              <a:defRPr sz="1867">
                <a:solidFill>
                  <a:schemeClr val="bg1"/>
                </a:solidFill>
              </a:defRPr>
            </a:lvl1pPr>
          </a:lstStyle>
          <a:p>
            <a:endParaRPr lang="uk-UA"/>
          </a:p>
        </p:txBody>
      </p:sp>
    </p:spTree>
    <p:extLst>
      <p:ext uri="{BB962C8B-B14F-4D97-AF65-F5344CB8AC3E}">
        <p14:creationId xmlns:p14="http://schemas.microsoft.com/office/powerpoint/2010/main" val="215926980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Layout-2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5" name="Title 4">
            <a:extLst>
              <a:ext uri="{FF2B5EF4-FFF2-40B4-BE49-F238E27FC236}">
                <a16:creationId xmlns:a16="http://schemas.microsoft.com/office/drawing/2014/main" id="{051B3C81-37F1-45BE-8A36-6F5B922614F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3200314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MAGE-Layout-2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BDE31C0E-ED7D-4FBC-B3FC-8850A717228D}"/>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2662275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MAGE-Layout-29">
    <p:bg>
      <p:bgPr>
        <a:solidFill>
          <a:schemeClr val="tx1"/>
        </a:solidFill>
        <a:effectLst/>
      </p:bgPr>
    </p:bg>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A01E19A8-58F0-4680-BA37-243AA8D2479B}"/>
              </a:ext>
            </a:extLst>
          </p:cNvPr>
          <p:cNvSpPr>
            <a:spLocks noGrp="1"/>
          </p:cNvSpPr>
          <p:nvPr>
            <p:ph type="pic" sz="quarter" idx="10"/>
          </p:nvPr>
        </p:nvSpPr>
        <p:spPr>
          <a:xfrm>
            <a:off x="9144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56E3EE0B-F4D7-4A15-858C-7B64D9236F77}"/>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58173580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Layout-30">
    <p:bg>
      <p:bgPr>
        <a:solidFill>
          <a:schemeClr val="tx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DB8E2D95-DBF1-4838-AC3D-96F341E8EC32}"/>
              </a:ext>
            </a:extLst>
          </p:cNvPr>
          <p:cNvSpPr>
            <a:spLocks noGrp="1"/>
          </p:cNvSpPr>
          <p:nvPr>
            <p:ph type="pic" sz="quarter" idx="11"/>
          </p:nvPr>
        </p:nvSpPr>
        <p:spPr>
          <a:xfrm>
            <a:off x="6522720" y="1688785"/>
            <a:ext cx="1633728" cy="1633728"/>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5" name="Picture Placeholder 3">
            <a:extLst>
              <a:ext uri="{FF2B5EF4-FFF2-40B4-BE49-F238E27FC236}">
                <a16:creationId xmlns:a16="http://schemas.microsoft.com/office/drawing/2014/main" id="{90CB9292-A56B-4AF1-9C57-80C7BB9D0850}"/>
              </a:ext>
            </a:extLst>
          </p:cNvPr>
          <p:cNvSpPr>
            <a:spLocks noGrp="1"/>
          </p:cNvSpPr>
          <p:nvPr>
            <p:ph type="pic" sz="quarter" idx="10"/>
          </p:nvPr>
        </p:nvSpPr>
        <p:spPr>
          <a:xfrm>
            <a:off x="4035552" y="1688785"/>
            <a:ext cx="1633728" cy="1633728"/>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4" name="Title 4">
            <a:extLst>
              <a:ext uri="{FF2B5EF4-FFF2-40B4-BE49-F238E27FC236}">
                <a16:creationId xmlns:a16="http://schemas.microsoft.com/office/drawing/2014/main" id="{3EC904EB-B2A2-479C-9B2E-50DCB0CD54D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17547793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MAGE-Layout-31">
    <p:bg>
      <p:bgPr>
        <a:solidFill>
          <a:schemeClr val="tx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25D926C8-134F-4B4E-AFA6-422CF4396A99}"/>
              </a:ext>
            </a:extLst>
          </p:cNvPr>
          <p:cNvSpPr>
            <a:spLocks noGrp="1"/>
          </p:cNvSpPr>
          <p:nvPr>
            <p:ph type="pic" sz="quarter" idx="12"/>
          </p:nvPr>
        </p:nvSpPr>
        <p:spPr>
          <a:xfrm>
            <a:off x="3927933"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4" name="Picture Placeholder 2">
            <a:extLst>
              <a:ext uri="{FF2B5EF4-FFF2-40B4-BE49-F238E27FC236}">
                <a16:creationId xmlns:a16="http://schemas.microsoft.com/office/drawing/2014/main" id="{E7A03C44-8D2E-4BFD-9CA2-776A82F3D046}"/>
              </a:ext>
            </a:extLst>
          </p:cNvPr>
          <p:cNvSpPr>
            <a:spLocks noGrp="1"/>
          </p:cNvSpPr>
          <p:nvPr>
            <p:ph type="pic" sz="quarter" idx="13"/>
          </p:nvPr>
        </p:nvSpPr>
        <p:spPr>
          <a:xfrm>
            <a:off x="6484267"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5" name="Picture Placeholder 2">
            <a:extLst>
              <a:ext uri="{FF2B5EF4-FFF2-40B4-BE49-F238E27FC236}">
                <a16:creationId xmlns:a16="http://schemas.microsoft.com/office/drawing/2014/main" id="{F4B1582B-7009-4058-8A5C-E13B6D711671}"/>
              </a:ext>
            </a:extLst>
          </p:cNvPr>
          <p:cNvSpPr>
            <a:spLocks noGrp="1"/>
          </p:cNvSpPr>
          <p:nvPr>
            <p:ph type="pic" sz="quarter" idx="14"/>
          </p:nvPr>
        </p:nvSpPr>
        <p:spPr>
          <a:xfrm>
            <a:off x="90406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4" name="Picture Placeholder 2">
            <a:extLst>
              <a:ext uri="{FF2B5EF4-FFF2-40B4-BE49-F238E27FC236}">
                <a16:creationId xmlns:a16="http://schemas.microsoft.com/office/drawing/2014/main" id="{ECE65DF2-591D-4F3E-B1AE-7D36BDC98605}"/>
              </a:ext>
            </a:extLst>
          </p:cNvPr>
          <p:cNvSpPr>
            <a:spLocks noGrp="1"/>
          </p:cNvSpPr>
          <p:nvPr>
            <p:ph type="pic" sz="quarter" idx="11"/>
          </p:nvPr>
        </p:nvSpPr>
        <p:spPr>
          <a:xfrm>
            <a:off x="13716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9572780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AGE-Layout-32">
    <p:bg>
      <p:bgPr>
        <a:solidFill>
          <a:schemeClr val="tx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D51E2876-E8C8-423C-9494-4CEF2FF3A976}"/>
              </a:ext>
            </a:extLst>
          </p:cNvPr>
          <p:cNvSpPr>
            <a:spLocks noGrp="1"/>
          </p:cNvSpPr>
          <p:nvPr>
            <p:ph type="pic" sz="quarter" idx="14"/>
          </p:nvPr>
        </p:nvSpPr>
        <p:spPr>
          <a:xfrm>
            <a:off x="3528799"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BEA9705-624D-467C-AF97-F2C06F54CF58}"/>
              </a:ext>
            </a:extLst>
          </p:cNvPr>
          <p:cNvSpPr>
            <a:spLocks noGrp="1"/>
          </p:cNvSpPr>
          <p:nvPr>
            <p:ph type="pic" sz="quarter" idx="15"/>
          </p:nvPr>
        </p:nvSpPr>
        <p:spPr>
          <a:xfrm>
            <a:off x="3528799"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52E7B9-C3A8-480E-B89A-1D9E52E70D05}"/>
              </a:ext>
            </a:extLst>
          </p:cNvPr>
          <p:cNvSpPr>
            <a:spLocks noGrp="1"/>
          </p:cNvSpPr>
          <p:nvPr>
            <p:ph type="pic" sz="quarter" idx="16"/>
          </p:nvPr>
        </p:nvSpPr>
        <p:spPr>
          <a:xfrm>
            <a:off x="87576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9362819E-B2B5-455B-AA2D-A8DAF1066AC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9199736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IMAGE-Layout-33">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4" name="Picture Placeholder 3">
            <a:extLst>
              <a:ext uri="{FF2B5EF4-FFF2-40B4-BE49-F238E27FC236}">
                <a16:creationId xmlns:a16="http://schemas.microsoft.com/office/drawing/2014/main" id="{4D6CAF51-6BDC-498B-A477-237F7A227F5F}"/>
              </a:ext>
            </a:extLst>
          </p:cNvPr>
          <p:cNvSpPr>
            <a:spLocks noGrp="1"/>
          </p:cNvSpPr>
          <p:nvPr>
            <p:ph type="pic" sz="quarter" idx="11"/>
          </p:nvPr>
        </p:nvSpPr>
        <p:spPr>
          <a:xfrm>
            <a:off x="259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5" name="Picture Placeholder 3">
            <a:extLst>
              <a:ext uri="{FF2B5EF4-FFF2-40B4-BE49-F238E27FC236}">
                <a16:creationId xmlns:a16="http://schemas.microsoft.com/office/drawing/2014/main" id="{90441955-A97F-4CDA-9F8E-65C8BCEFD3D4}"/>
              </a:ext>
            </a:extLst>
          </p:cNvPr>
          <p:cNvSpPr>
            <a:spLocks noGrp="1"/>
          </p:cNvSpPr>
          <p:nvPr>
            <p:ph type="pic" sz="quarter" idx="12"/>
          </p:nvPr>
        </p:nvSpPr>
        <p:spPr>
          <a:xfrm>
            <a:off x="427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6" name="Picture Placeholder 3">
            <a:extLst>
              <a:ext uri="{FF2B5EF4-FFF2-40B4-BE49-F238E27FC236}">
                <a16:creationId xmlns:a16="http://schemas.microsoft.com/office/drawing/2014/main" id="{34091CEE-A618-459D-8440-5B817743F9C9}"/>
              </a:ext>
            </a:extLst>
          </p:cNvPr>
          <p:cNvSpPr>
            <a:spLocks noGrp="1"/>
          </p:cNvSpPr>
          <p:nvPr>
            <p:ph type="pic" sz="quarter" idx="13"/>
          </p:nvPr>
        </p:nvSpPr>
        <p:spPr>
          <a:xfrm>
            <a:off x="91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7" name="Picture Placeholder 3">
            <a:extLst>
              <a:ext uri="{FF2B5EF4-FFF2-40B4-BE49-F238E27FC236}">
                <a16:creationId xmlns:a16="http://schemas.microsoft.com/office/drawing/2014/main" id="{6A2A6811-5688-499E-AFFE-209FF0846F7B}"/>
              </a:ext>
            </a:extLst>
          </p:cNvPr>
          <p:cNvSpPr>
            <a:spLocks noGrp="1"/>
          </p:cNvSpPr>
          <p:nvPr>
            <p:ph type="pic" sz="quarter" idx="14"/>
          </p:nvPr>
        </p:nvSpPr>
        <p:spPr>
          <a:xfrm>
            <a:off x="259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8" name="Picture Placeholder 3">
            <a:extLst>
              <a:ext uri="{FF2B5EF4-FFF2-40B4-BE49-F238E27FC236}">
                <a16:creationId xmlns:a16="http://schemas.microsoft.com/office/drawing/2014/main" id="{6816AFA0-6B0E-411B-A44B-9433003B1E60}"/>
              </a:ext>
            </a:extLst>
          </p:cNvPr>
          <p:cNvSpPr>
            <a:spLocks noGrp="1"/>
          </p:cNvSpPr>
          <p:nvPr>
            <p:ph type="pic" sz="quarter" idx="15"/>
          </p:nvPr>
        </p:nvSpPr>
        <p:spPr>
          <a:xfrm>
            <a:off x="427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9" name="Picture Placeholder 3">
            <a:extLst>
              <a:ext uri="{FF2B5EF4-FFF2-40B4-BE49-F238E27FC236}">
                <a16:creationId xmlns:a16="http://schemas.microsoft.com/office/drawing/2014/main" id="{F33CACAB-EFD3-4423-A56F-67BF87122A24}"/>
              </a:ext>
            </a:extLst>
          </p:cNvPr>
          <p:cNvSpPr>
            <a:spLocks noGrp="1"/>
          </p:cNvSpPr>
          <p:nvPr>
            <p:ph type="pic" sz="quarter" idx="16"/>
          </p:nvPr>
        </p:nvSpPr>
        <p:spPr>
          <a:xfrm>
            <a:off x="91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30" name="Picture Placeholder 3">
            <a:extLst>
              <a:ext uri="{FF2B5EF4-FFF2-40B4-BE49-F238E27FC236}">
                <a16:creationId xmlns:a16="http://schemas.microsoft.com/office/drawing/2014/main" id="{454B9E96-3F41-4112-B2F2-7C91659C962B}"/>
              </a:ext>
            </a:extLst>
          </p:cNvPr>
          <p:cNvSpPr>
            <a:spLocks noGrp="1"/>
          </p:cNvSpPr>
          <p:nvPr>
            <p:ph type="pic" sz="quarter" idx="17"/>
          </p:nvPr>
        </p:nvSpPr>
        <p:spPr>
          <a:xfrm>
            <a:off x="259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31" name="Picture Placeholder 3">
            <a:extLst>
              <a:ext uri="{FF2B5EF4-FFF2-40B4-BE49-F238E27FC236}">
                <a16:creationId xmlns:a16="http://schemas.microsoft.com/office/drawing/2014/main" id="{BC02999A-F922-4A21-97D6-ACA30F81B716}"/>
              </a:ext>
            </a:extLst>
          </p:cNvPr>
          <p:cNvSpPr>
            <a:spLocks noGrp="1"/>
          </p:cNvSpPr>
          <p:nvPr>
            <p:ph type="pic" sz="quarter" idx="18"/>
          </p:nvPr>
        </p:nvSpPr>
        <p:spPr>
          <a:xfrm>
            <a:off x="427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07ABEAF5-F661-4B13-AA84-91E5DCACEE8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5368976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MAGE-Layout-34">
    <p:bg>
      <p:bgPr>
        <a:solidFill>
          <a:schemeClr val="tx1"/>
        </a:solidFill>
        <a:effectLst/>
      </p:bgPr>
    </p:bg>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DB359F9B-D09D-41FC-A8A3-34B107216361}"/>
              </a:ext>
            </a:extLst>
          </p:cNvPr>
          <p:cNvSpPr>
            <a:spLocks noGrp="1"/>
          </p:cNvSpPr>
          <p:nvPr>
            <p:ph type="pic" sz="quarter" idx="11"/>
          </p:nvPr>
        </p:nvSpPr>
        <p:spPr>
          <a:xfrm>
            <a:off x="3657600" y="12446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1" name="Picture Placeholder 3">
            <a:extLst>
              <a:ext uri="{FF2B5EF4-FFF2-40B4-BE49-F238E27FC236}">
                <a16:creationId xmlns:a16="http://schemas.microsoft.com/office/drawing/2014/main" id="{30340115-791E-436C-B1D2-4BA0EF313DD6}"/>
              </a:ext>
            </a:extLst>
          </p:cNvPr>
          <p:cNvSpPr>
            <a:spLocks noGrp="1"/>
          </p:cNvSpPr>
          <p:nvPr>
            <p:ph type="pic" sz="quarter" idx="12"/>
          </p:nvPr>
        </p:nvSpPr>
        <p:spPr>
          <a:xfrm>
            <a:off x="3657600" y="35814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2" name="Picture Placeholder 3">
            <a:extLst>
              <a:ext uri="{FF2B5EF4-FFF2-40B4-BE49-F238E27FC236}">
                <a16:creationId xmlns:a16="http://schemas.microsoft.com/office/drawing/2014/main" id="{A7AFE5EF-FFAF-44D0-AE52-53409201E332}"/>
              </a:ext>
            </a:extLst>
          </p:cNvPr>
          <p:cNvSpPr>
            <a:spLocks noGrp="1"/>
          </p:cNvSpPr>
          <p:nvPr>
            <p:ph type="pic" sz="quarter" idx="13"/>
          </p:nvPr>
        </p:nvSpPr>
        <p:spPr>
          <a:xfrm>
            <a:off x="1259225" y="35814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259225" y="12446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066796E9-17FF-4B7C-BBAB-43BCEA9CC3F3}"/>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48983733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MAGE-Layout-35">
    <p:bg>
      <p:bgPr>
        <a:solidFill>
          <a:schemeClr val="tx1"/>
        </a:solidFill>
        <a:effectLst/>
      </p:bgPr>
    </p:bg>
    <p:spTree>
      <p:nvGrpSpPr>
        <p:cNvPr id="1" name=""/>
        <p:cNvGrpSpPr/>
        <p:nvPr/>
      </p:nvGrpSpPr>
      <p:grpSpPr>
        <a:xfrm>
          <a:off x="0" y="0"/>
          <a:ext cx="0" cy="0"/>
          <a:chOff x="0" y="0"/>
          <a:chExt cx="0" cy="0"/>
        </a:xfrm>
      </p:grpSpPr>
      <p:sp>
        <p:nvSpPr>
          <p:cNvPr id="18" name="Picture Placeholder 3">
            <a:extLst>
              <a:ext uri="{FF2B5EF4-FFF2-40B4-BE49-F238E27FC236}">
                <a16:creationId xmlns:a16="http://schemas.microsoft.com/office/drawing/2014/main" id="{4F61D5AC-6B9A-4E76-9528-AC060A579713}"/>
              </a:ext>
            </a:extLst>
          </p:cNvPr>
          <p:cNvSpPr>
            <a:spLocks noGrp="1"/>
          </p:cNvSpPr>
          <p:nvPr>
            <p:ph type="pic" sz="quarter" idx="10"/>
          </p:nvPr>
        </p:nvSpPr>
        <p:spPr>
          <a:xfrm>
            <a:off x="4986454" y="1430453"/>
            <a:ext cx="1109547" cy="1109547"/>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9" name="Picture Placeholder 3">
            <a:extLst>
              <a:ext uri="{FF2B5EF4-FFF2-40B4-BE49-F238E27FC236}">
                <a16:creationId xmlns:a16="http://schemas.microsoft.com/office/drawing/2014/main" id="{182EF3E6-2533-4B75-8BBE-37A72D1F9537}"/>
              </a:ext>
            </a:extLst>
          </p:cNvPr>
          <p:cNvSpPr>
            <a:spLocks noGrp="1"/>
          </p:cNvSpPr>
          <p:nvPr>
            <p:ph type="pic" sz="quarter" idx="11"/>
          </p:nvPr>
        </p:nvSpPr>
        <p:spPr>
          <a:xfrm>
            <a:off x="4986454"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0" name="Picture Placeholder 3">
            <a:extLst>
              <a:ext uri="{FF2B5EF4-FFF2-40B4-BE49-F238E27FC236}">
                <a16:creationId xmlns:a16="http://schemas.microsoft.com/office/drawing/2014/main" id="{39BDB5CE-3845-49A2-B1DD-B21BA2398B5E}"/>
              </a:ext>
            </a:extLst>
          </p:cNvPr>
          <p:cNvSpPr>
            <a:spLocks noGrp="1"/>
          </p:cNvSpPr>
          <p:nvPr>
            <p:ph type="pic" sz="quarter" idx="12"/>
          </p:nvPr>
        </p:nvSpPr>
        <p:spPr>
          <a:xfrm>
            <a:off x="4986454"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1" name="Picture Placeholder 3">
            <a:extLst>
              <a:ext uri="{FF2B5EF4-FFF2-40B4-BE49-F238E27FC236}">
                <a16:creationId xmlns:a16="http://schemas.microsoft.com/office/drawing/2014/main" id="{87177F30-49A0-43D7-9750-F6537569BC0C}"/>
              </a:ext>
            </a:extLst>
          </p:cNvPr>
          <p:cNvSpPr>
            <a:spLocks noGrp="1"/>
          </p:cNvSpPr>
          <p:nvPr>
            <p:ph type="pic" sz="quarter" idx="13"/>
          </p:nvPr>
        </p:nvSpPr>
        <p:spPr>
          <a:xfrm>
            <a:off x="64850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2" name="Picture Placeholder 3">
            <a:extLst>
              <a:ext uri="{FF2B5EF4-FFF2-40B4-BE49-F238E27FC236}">
                <a16:creationId xmlns:a16="http://schemas.microsoft.com/office/drawing/2014/main" id="{A4D7A181-BF2B-4E2C-8DC6-9E9F93789422}"/>
              </a:ext>
            </a:extLst>
          </p:cNvPr>
          <p:cNvSpPr>
            <a:spLocks noGrp="1"/>
          </p:cNvSpPr>
          <p:nvPr>
            <p:ph type="pic" sz="quarter" idx="14"/>
          </p:nvPr>
        </p:nvSpPr>
        <p:spPr>
          <a:xfrm>
            <a:off x="64850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3" name="Picture Placeholder 3">
            <a:extLst>
              <a:ext uri="{FF2B5EF4-FFF2-40B4-BE49-F238E27FC236}">
                <a16:creationId xmlns:a16="http://schemas.microsoft.com/office/drawing/2014/main" id="{5656422B-2BD1-4349-AEF4-549C487EBAF9}"/>
              </a:ext>
            </a:extLst>
          </p:cNvPr>
          <p:cNvSpPr>
            <a:spLocks noGrp="1"/>
          </p:cNvSpPr>
          <p:nvPr>
            <p:ph type="pic" sz="quarter" idx="15"/>
          </p:nvPr>
        </p:nvSpPr>
        <p:spPr>
          <a:xfrm>
            <a:off x="64850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4" name="Picture Placeholder 3">
            <a:extLst>
              <a:ext uri="{FF2B5EF4-FFF2-40B4-BE49-F238E27FC236}">
                <a16:creationId xmlns:a16="http://schemas.microsoft.com/office/drawing/2014/main" id="{F5BEF3CE-BE91-482E-9A1D-F323D666EC82}"/>
              </a:ext>
            </a:extLst>
          </p:cNvPr>
          <p:cNvSpPr>
            <a:spLocks noGrp="1"/>
          </p:cNvSpPr>
          <p:nvPr>
            <p:ph type="pic" sz="quarter" idx="16"/>
          </p:nvPr>
        </p:nvSpPr>
        <p:spPr>
          <a:xfrm>
            <a:off x="79836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5" name="Picture Placeholder 3">
            <a:extLst>
              <a:ext uri="{FF2B5EF4-FFF2-40B4-BE49-F238E27FC236}">
                <a16:creationId xmlns:a16="http://schemas.microsoft.com/office/drawing/2014/main" id="{94CA472E-95A8-43F9-BA68-D9D29CFA582C}"/>
              </a:ext>
            </a:extLst>
          </p:cNvPr>
          <p:cNvSpPr>
            <a:spLocks noGrp="1"/>
          </p:cNvSpPr>
          <p:nvPr>
            <p:ph type="pic" sz="quarter" idx="17"/>
          </p:nvPr>
        </p:nvSpPr>
        <p:spPr>
          <a:xfrm>
            <a:off x="79836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6" name="Picture Placeholder 3">
            <a:extLst>
              <a:ext uri="{FF2B5EF4-FFF2-40B4-BE49-F238E27FC236}">
                <a16:creationId xmlns:a16="http://schemas.microsoft.com/office/drawing/2014/main" id="{B76B9EDF-B9FA-4D55-9CD3-DC606A762809}"/>
              </a:ext>
            </a:extLst>
          </p:cNvPr>
          <p:cNvSpPr>
            <a:spLocks noGrp="1"/>
          </p:cNvSpPr>
          <p:nvPr>
            <p:ph type="pic" sz="quarter" idx="18"/>
          </p:nvPr>
        </p:nvSpPr>
        <p:spPr>
          <a:xfrm>
            <a:off x="79836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7" name="Picture Placeholder 3">
            <a:extLst>
              <a:ext uri="{FF2B5EF4-FFF2-40B4-BE49-F238E27FC236}">
                <a16:creationId xmlns:a16="http://schemas.microsoft.com/office/drawing/2014/main" id="{338378F8-9586-4B0C-A232-3B726BB5670E}"/>
              </a:ext>
            </a:extLst>
          </p:cNvPr>
          <p:cNvSpPr>
            <a:spLocks noGrp="1"/>
          </p:cNvSpPr>
          <p:nvPr>
            <p:ph type="pic" sz="quarter" idx="19"/>
          </p:nvPr>
        </p:nvSpPr>
        <p:spPr>
          <a:xfrm>
            <a:off x="94822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8" name="Picture Placeholder 3">
            <a:extLst>
              <a:ext uri="{FF2B5EF4-FFF2-40B4-BE49-F238E27FC236}">
                <a16:creationId xmlns:a16="http://schemas.microsoft.com/office/drawing/2014/main" id="{DBAA4A7E-83F0-4DE1-8058-727D0D550AE8}"/>
              </a:ext>
            </a:extLst>
          </p:cNvPr>
          <p:cNvSpPr>
            <a:spLocks noGrp="1"/>
          </p:cNvSpPr>
          <p:nvPr>
            <p:ph type="pic" sz="quarter" idx="20"/>
          </p:nvPr>
        </p:nvSpPr>
        <p:spPr>
          <a:xfrm>
            <a:off x="94822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9" name="Picture Placeholder 3">
            <a:extLst>
              <a:ext uri="{FF2B5EF4-FFF2-40B4-BE49-F238E27FC236}">
                <a16:creationId xmlns:a16="http://schemas.microsoft.com/office/drawing/2014/main" id="{2D3DF732-700F-4626-B6E5-D4FE7CA7F750}"/>
              </a:ext>
            </a:extLst>
          </p:cNvPr>
          <p:cNvSpPr>
            <a:spLocks noGrp="1"/>
          </p:cNvSpPr>
          <p:nvPr>
            <p:ph type="pic" sz="quarter" idx="21"/>
          </p:nvPr>
        </p:nvSpPr>
        <p:spPr>
          <a:xfrm>
            <a:off x="94822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Tree>
    <p:extLst>
      <p:ext uri="{BB962C8B-B14F-4D97-AF65-F5344CB8AC3E}">
        <p14:creationId xmlns:p14="http://schemas.microsoft.com/office/powerpoint/2010/main" val="306358950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MAGE-Layout-36">
    <p:bg>
      <p:bgPr>
        <a:solidFill>
          <a:schemeClr val="tx1"/>
        </a:solidFill>
        <a:effectLst/>
      </p:bgPr>
    </p:bg>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9DE22400-4DFB-4070-BD11-796979D44517}"/>
              </a:ext>
            </a:extLst>
          </p:cNvPr>
          <p:cNvSpPr>
            <a:spLocks noGrp="1"/>
          </p:cNvSpPr>
          <p:nvPr>
            <p:ph type="pic" sz="quarter" idx="11"/>
          </p:nvPr>
        </p:nvSpPr>
        <p:spPr>
          <a:xfrm>
            <a:off x="3048001" y="3522134"/>
            <a:ext cx="1199847" cy="1199847"/>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2">
            <a:extLst>
              <a:ext uri="{FF2B5EF4-FFF2-40B4-BE49-F238E27FC236}">
                <a16:creationId xmlns:a16="http://schemas.microsoft.com/office/drawing/2014/main" id="{F6B20438-F6EA-44E8-AE9B-E1D8927EDD45}"/>
              </a:ext>
            </a:extLst>
          </p:cNvPr>
          <p:cNvSpPr>
            <a:spLocks noGrp="1"/>
          </p:cNvSpPr>
          <p:nvPr>
            <p:ph type="pic" sz="quarter" idx="12"/>
          </p:nvPr>
        </p:nvSpPr>
        <p:spPr>
          <a:xfrm>
            <a:off x="7944153" y="3522134"/>
            <a:ext cx="1199847" cy="1199847"/>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2445601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MAGE-Layout-37">
    <p:bg>
      <p:bgPr>
        <a:solidFill>
          <a:schemeClr val="tx1"/>
        </a:solidFill>
        <a:effectLst/>
      </p:bgPr>
    </p:bg>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4167C466-06CA-4316-837F-DE41C6D25BBE}"/>
              </a:ext>
            </a:extLst>
          </p:cNvPr>
          <p:cNvSpPr>
            <a:spLocks noGrp="1"/>
          </p:cNvSpPr>
          <p:nvPr>
            <p:ph type="pic" sz="quarter" idx="12"/>
          </p:nvPr>
        </p:nvSpPr>
        <p:spPr>
          <a:xfrm>
            <a:off x="56304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10" name="Picture Placeholder 2">
            <a:extLst>
              <a:ext uri="{FF2B5EF4-FFF2-40B4-BE49-F238E27FC236}">
                <a16:creationId xmlns:a16="http://schemas.microsoft.com/office/drawing/2014/main" id="{BEF702DF-314A-48F1-973E-85A0F00953B2}"/>
              </a:ext>
            </a:extLst>
          </p:cNvPr>
          <p:cNvSpPr>
            <a:spLocks noGrp="1"/>
          </p:cNvSpPr>
          <p:nvPr>
            <p:ph type="pic" sz="quarter" idx="13"/>
          </p:nvPr>
        </p:nvSpPr>
        <p:spPr>
          <a:xfrm>
            <a:off x="91440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8" name="Picture Placeholder 2">
            <a:extLst>
              <a:ext uri="{FF2B5EF4-FFF2-40B4-BE49-F238E27FC236}">
                <a16:creationId xmlns:a16="http://schemas.microsoft.com/office/drawing/2014/main" id="{0498764A-68F6-42A7-8513-24CEA7D01CDF}"/>
              </a:ext>
            </a:extLst>
          </p:cNvPr>
          <p:cNvSpPr>
            <a:spLocks noGrp="1"/>
          </p:cNvSpPr>
          <p:nvPr>
            <p:ph type="pic" sz="quarter" idx="11"/>
          </p:nvPr>
        </p:nvSpPr>
        <p:spPr>
          <a:xfrm>
            <a:off x="21168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47216751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MAGE-Layout-3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5138399"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Picture Placeholder 3">
            <a:extLst>
              <a:ext uri="{FF2B5EF4-FFF2-40B4-BE49-F238E27FC236}">
                <a16:creationId xmlns:a16="http://schemas.microsoft.com/office/drawing/2014/main" id="{C2276A54-15F6-49F8-8236-5D53CB303591}"/>
              </a:ext>
            </a:extLst>
          </p:cNvPr>
          <p:cNvSpPr>
            <a:spLocks noGrp="1"/>
          </p:cNvSpPr>
          <p:nvPr>
            <p:ph type="pic" sz="quarter" idx="11"/>
          </p:nvPr>
        </p:nvSpPr>
        <p:spPr>
          <a:xfrm>
            <a:off x="6139201" y="914400"/>
            <a:ext cx="5138399"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49830062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Layout-39">
    <p:bg>
      <p:bgPr>
        <a:solidFill>
          <a:schemeClr val="tx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90FCA33D-2064-4B79-A05B-33E02F45CC00}"/>
              </a:ext>
            </a:extLst>
          </p:cNvPr>
          <p:cNvSpPr>
            <a:spLocks noGrp="1"/>
          </p:cNvSpPr>
          <p:nvPr>
            <p:ph type="pic" sz="quarter" idx="10"/>
          </p:nvPr>
        </p:nvSpPr>
        <p:spPr>
          <a:xfrm>
            <a:off x="914400" y="914400"/>
            <a:ext cx="6577781"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B3F2EB52-6437-443D-83F2-470160C639DE}"/>
              </a:ext>
            </a:extLst>
          </p:cNvPr>
          <p:cNvSpPr>
            <a:spLocks noGrp="1"/>
          </p:cNvSpPr>
          <p:nvPr>
            <p:ph type="pic" sz="quarter" idx="13"/>
          </p:nvPr>
        </p:nvSpPr>
        <p:spPr>
          <a:xfrm>
            <a:off x="914400" y="3471598"/>
            <a:ext cx="6577781" cy="2472001"/>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285046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GE-Layout-40">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F5D57908-4AFF-424F-A126-737853EA3FE9}"/>
              </a:ext>
            </a:extLst>
          </p:cNvPr>
          <p:cNvSpPr>
            <a:spLocks noGrp="1"/>
          </p:cNvSpPr>
          <p:nvPr>
            <p:ph type="pic" sz="quarter" idx="10"/>
          </p:nvPr>
        </p:nvSpPr>
        <p:spPr>
          <a:xfrm>
            <a:off x="914400" y="914400"/>
            <a:ext cx="2568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Picture Placeholder 3">
            <a:extLst>
              <a:ext uri="{FF2B5EF4-FFF2-40B4-BE49-F238E27FC236}">
                <a16:creationId xmlns:a16="http://schemas.microsoft.com/office/drawing/2014/main" id="{9E22C849-BA60-407D-AF15-5F2874C1B427}"/>
              </a:ext>
            </a:extLst>
          </p:cNvPr>
          <p:cNvSpPr>
            <a:spLocks noGrp="1"/>
          </p:cNvSpPr>
          <p:nvPr>
            <p:ph type="pic" sz="quarter" idx="13"/>
          </p:nvPr>
        </p:nvSpPr>
        <p:spPr>
          <a:xfrm>
            <a:off x="3528000" y="3452400"/>
            <a:ext cx="2570400" cy="249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3">
            <a:extLst>
              <a:ext uri="{FF2B5EF4-FFF2-40B4-BE49-F238E27FC236}">
                <a16:creationId xmlns:a16="http://schemas.microsoft.com/office/drawing/2014/main" id="{6EA590BF-BEF4-4611-8EE4-786523DD517B}"/>
              </a:ext>
            </a:extLst>
          </p:cNvPr>
          <p:cNvSpPr>
            <a:spLocks noGrp="1"/>
          </p:cNvSpPr>
          <p:nvPr>
            <p:ph type="pic" sz="quarter" idx="14"/>
          </p:nvPr>
        </p:nvSpPr>
        <p:spPr>
          <a:xfrm>
            <a:off x="3528000" y="914400"/>
            <a:ext cx="2570400" cy="249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78857438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MAGE-Layout-41">
    <p:bg>
      <p:bgPr>
        <a:solidFill>
          <a:schemeClr val="tx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57030164-06EA-4D37-9C6D-49853C2FD302}"/>
              </a:ext>
            </a:extLst>
          </p:cNvPr>
          <p:cNvSpPr>
            <a:spLocks noGrp="1"/>
          </p:cNvSpPr>
          <p:nvPr>
            <p:ph type="pic" sz="quarter" idx="13"/>
          </p:nvPr>
        </p:nvSpPr>
        <p:spPr>
          <a:xfrm>
            <a:off x="914400" y="3452400"/>
            <a:ext cx="7003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3">
            <a:extLst>
              <a:ext uri="{FF2B5EF4-FFF2-40B4-BE49-F238E27FC236}">
                <a16:creationId xmlns:a16="http://schemas.microsoft.com/office/drawing/2014/main" id="{C00E378F-86E7-4993-B91B-1784EE997AAF}"/>
              </a:ext>
            </a:extLst>
          </p:cNvPr>
          <p:cNvSpPr>
            <a:spLocks noGrp="1"/>
          </p:cNvSpPr>
          <p:nvPr>
            <p:ph type="pic" sz="quarter" idx="14"/>
          </p:nvPr>
        </p:nvSpPr>
        <p:spPr>
          <a:xfrm>
            <a:off x="7965600" y="914400"/>
            <a:ext cx="3312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1EC91ED1-A8F9-42ED-8B48-4C358265977D}"/>
              </a:ext>
            </a:extLst>
          </p:cNvPr>
          <p:cNvSpPr>
            <a:spLocks noGrp="1"/>
          </p:cNvSpPr>
          <p:nvPr>
            <p:ph type="pic" sz="quarter" idx="15"/>
          </p:nvPr>
        </p:nvSpPr>
        <p:spPr>
          <a:xfrm>
            <a:off x="914399" y="914400"/>
            <a:ext cx="3487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3" name="Picture Placeholder 3">
            <a:extLst>
              <a:ext uri="{FF2B5EF4-FFF2-40B4-BE49-F238E27FC236}">
                <a16:creationId xmlns:a16="http://schemas.microsoft.com/office/drawing/2014/main" id="{47B720D8-3A04-4E2B-8D9E-02FDA88BF576}"/>
              </a:ext>
            </a:extLst>
          </p:cNvPr>
          <p:cNvSpPr>
            <a:spLocks noGrp="1"/>
          </p:cNvSpPr>
          <p:nvPr>
            <p:ph type="pic" sz="quarter" idx="16"/>
          </p:nvPr>
        </p:nvSpPr>
        <p:spPr>
          <a:xfrm>
            <a:off x="4452000" y="914400"/>
            <a:ext cx="3463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19661478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MAGE-Layout-42">
    <p:bg>
      <p:bgPr>
        <a:solidFill>
          <a:schemeClr val="tx1"/>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3429601" y="3452400"/>
            <a:ext cx="78480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1" name="Picture Placeholder 3">
            <a:extLst>
              <a:ext uri="{FF2B5EF4-FFF2-40B4-BE49-F238E27FC236}">
                <a16:creationId xmlns:a16="http://schemas.microsoft.com/office/drawing/2014/main" id="{D49F64A6-006D-4964-ADA8-191336165E77}"/>
              </a:ext>
            </a:extLst>
          </p:cNvPr>
          <p:cNvSpPr>
            <a:spLocks noGrp="1"/>
          </p:cNvSpPr>
          <p:nvPr>
            <p:ph type="pic" sz="quarter" idx="15"/>
          </p:nvPr>
        </p:nvSpPr>
        <p:spPr>
          <a:xfrm>
            <a:off x="914400" y="3452400"/>
            <a:ext cx="2515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4" name="Picture Placeholder 3">
            <a:extLst>
              <a:ext uri="{FF2B5EF4-FFF2-40B4-BE49-F238E27FC236}">
                <a16:creationId xmlns:a16="http://schemas.microsoft.com/office/drawing/2014/main" id="{4E1F1C57-80A2-45AD-980A-D7B8D6595E8C}"/>
              </a:ext>
            </a:extLst>
          </p:cNvPr>
          <p:cNvSpPr>
            <a:spLocks noGrp="1"/>
          </p:cNvSpPr>
          <p:nvPr>
            <p:ph type="pic" sz="quarter" idx="18"/>
          </p:nvPr>
        </p:nvSpPr>
        <p:spPr>
          <a:xfrm>
            <a:off x="914399" y="914400"/>
            <a:ext cx="53088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497656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MAGE-Layout-43">
    <p:bg>
      <p:bgPr>
        <a:solidFill>
          <a:schemeClr val="tx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E6195AC3-CE2F-4B7C-9152-7B81DB7FCAD2}"/>
              </a:ext>
            </a:extLst>
          </p:cNvPr>
          <p:cNvSpPr>
            <a:spLocks noGrp="1"/>
          </p:cNvSpPr>
          <p:nvPr>
            <p:ph type="pic" sz="quarter" idx="13"/>
          </p:nvPr>
        </p:nvSpPr>
        <p:spPr>
          <a:xfrm>
            <a:off x="914399" y="2456565"/>
            <a:ext cx="42168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3">
            <a:extLst>
              <a:ext uri="{FF2B5EF4-FFF2-40B4-BE49-F238E27FC236}">
                <a16:creationId xmlns:a16="http://schemas.microsoft.com/office/drawing/2014/main" id="{8EAB607D-A34C-4A17-ACEF-CD3480C6BB11}"/>
              </a:ext>
            </a:extLst>
          </p:cNvPr>
          <p:cNvSpPr>
            <a:spLocks noGrp="1"/>
          </p:cNvSpPr>
          <p:nvPr>
            <p:ph type="pic" sz="quarter" idx="14"/>
          </p:nvPr>
        </p:nvSpPr>
        <p:spPr>
          <a:xfrm>
            <a:off x="5179199" y="914400"/>
            <a:ext cx="6098400" cy="4033365"/>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5BB50CE9-A1AB-4ED4-8678-11C119D84DFB}"/>
              </a:ext>
            </a:extLst>
          </p:cNvPr>
          <p:cNvSpPr>
            <a:spLocks noGrp="1"/>
          </p:cNvSpPr>
          <p:nvPr>
            <p:ph type="pic" sz="quarter" idx="15"/>
          </p:nvPr>
        </p:nvSpPr>
        <p:spPr>
          <a:xfrm>
            <a:off x="914399" y="914400"/>
            <a:ext cx="2097600" cy="147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2" name="Picture Placeholder 3">
            <a:extLst>
              <a:ext uri="{FF2B5EF4-FFF2-40B4-BE49-F238E27FC236}">
                <a16:creationId xmlns:a16="http://schemas.microsoft.com/office/drawing/2014/main" id="{D9B87A15-EFFB-4AFD-B17A-2D9576F8DB71}"/>
              </a:ext>
            </a:extLst>
          </p:cNvPr>
          <p:cNvSpPr>
            <a:spLocks noGrp="1"/>
          </p:cNvSpPr>
          <p:nvPr>
            <p:ph type="pic" sz="quarter" idx="16"/>
          </p:nvPr>
        </p:nvSpPr>
        <p:spPr>
          <a:xfrm>
            <a:off x="3070799" y="914400"/>
            <a:ext cx="2049600" cy="147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30661995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IMAGE-Layout-44">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5138397" cy="2472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Picture Placeholder 3">
            <a:extLst>
              <a:ext uri="{FF2B5EF4-FFF2-40B4-BE49-F238E27FC236}">
                <a16:creationId xmlns:a16="http://schemas.microsoft.com/office/drawing/2014/main" id="{28CC71D8-1B64-4A1A-A2BC-928D2CD5DEE4}"/>
              </a:ext>
            </a:extLst>
          </p:cNvPr>
          <p:cNvSpPr>
            <a:spLocks noGrp="1"/>
          </p:cNvSpPr>
          <p:nvPr>
            <p:ph type="pic" sz="quarter" idx="11"/>
          </p:nvPr>
        </p:nvSpPr>
        <p:spPr>
          <a:xfrm>
            <a:off x="6139201" y="3471597"/>
            <a:ext cx="5138399" cy="2472003"/>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3">
            <a:extLst>
              <a:ext uri="{FF2B5EF4-FFF2-40B4-BE49-F238E27FC236}">
                <a16:creationId xmlns:a16="http://schemas.microsoft.com/office/drawing/2014/main" id="{9D389867-A538-4B05-B3E9-D87EEAE66B5A}"/>
              </a:ext>
            </a:extLst>
          </p:cNvPr>
          <p:cNvSpPr>
            <a:spLocks noGrp="1"/>
          </p:cNvSpPr>
          <p:nvPr>
            <p:ph type="pic" sz="quarter" idx="12"/>
          </p:nvPr>
        </p:nvSpPr>
        <p:spPr>
          <a:xfrm>
            <a:off x="6139201" y="914400"/>
            <a:ext cx="5138399" cy="2472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914400" y="3471598"/>
            <a:ext cx="5138397" cy="2472002"/>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82958462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IMAGE-Layout-45">
    <p:bg>
      <p:bgPr>
        <a:solidFill>
          <a:schemeClr val="tx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D51E2876-E8C8-423C-9494-4CEF2FF3A976}"/>
              </a:ext>
            </a:extLst>
          </p:cNvPr>
          <p:cNvSpPr>
            <a:spLocks noGrp="1"/>
          </p:cNvSpPr>
          <p:nvPr>
            <p:ph type="pic" sz="quarter" idx="14"/>
          </p:nvPr>
        </p:nvSpPr>
        <p:spPr>
          <a:xfrm>
            <a:off x="3528799"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BEA9705-624D-467C-AF97-F2C06F54CF58}"/>
              </a:ext>
            </a:extLst>
          </p:cNvPr>
          <p:cNvSpPr>
            <a:spLocks noGrp="1"/>
          </p:cNvSpPr>
          <p:nvPr>
            <p:ph type="pic" sz="quarter" idx="15"/>
          </p:nvPr>
        </p:nvSpPr>
        <p:spPr>
          <a:xfrm>
            <a:off x="3528799"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52E7B9-C3A8-480E-B89A-1D9E52E70D05}"/>
              </a:ext>
            </a:extLst>
          </p:cNvPr>
          <p:cNvSpPr>
            <a:spLocks noGrp="1"/>
          </p:cNvSpPr>
          <p:nvPr>
            <p:ph type="pic" sz="quarter" idx="16"/>
          </p:nvPr>
        </p:nvSpPr>
        <p:spPr>
          <a:xfrm>
            <a:off x="87576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91721998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IMAGE-Layout-46">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914400" y="914400"/>
            <a:ext cx="11277600" cy="5943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9B6E5E6E-DD3D-4F05-B4F6-C317A8A5C5A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34948427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IMAGE-Layout-4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699000" y="914400"/>
            <a:ext cx="20574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3">
            <a:extLst>
              <a:ext uri="{FF2B5EF4-FFF2-40B4-BE49-F238E27FC236}">
                <a16:creationId xmlns:a16="http://schemas.microsoft.com/office/drawing/2014/main" id="{69BEAD33-76BE-4CAF-B375-E999A680F839}"/>
              </a:ext>
            </a:extLst>
          </p:cNvPr>
          <p:cNvSpPr>
            <a:spLocks noGrp="1"/>
          </p:cNvSpPr>
          <p:nvPr>
            <p:ph type="pic" sz="quarter" idx="11"/>
          </p:nvPr>
        </p:nvSpPr>
        <p:spPr>
          <a:xfrm>
            <a:off x="6959600" y="914400"/>
            <a:ext cx="20574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C5AF0A1-D71D-4DD2-A802-8F21C1EDDD04}"/>
              </a:ext>
            </a:extLst>
          </p:cNvPr>
          <p:cNvSpPr>
            <a:spLocks noGrp="1"/>
          </p:cNvSpPr>
          <p:nvPr>
            <p:ph type="pic" sz="quarter" idx="12"/>
          </p:nvPr>
        </p:nvSpPr>
        <p:spPr>
          <a:xfrm>
            <a:off x="9220200" y="914400"/>
            <a:ext cx="20574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15692916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IMAGE-Layout-4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99167939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IMAGE-Layout-49">
    <p:bg>
      <p:bgPr>
        <a:solidFill>
          <a:schemeClr val="tx1"/>
        </a:solid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D2742DDA-BD5D-4F67-A96E-7DB1DBD7D7C3}"/>
              </a:ext>
            </a:extLst>
          </p:cNvPr>
          <p:cNvSpPr>
            <a:spLocks noGrp="1"/>
          </p:cNvSpPr>
          <p:nvPr>
            <p:ph type="pic" sz="quarter" idx="10"/>
          </p:nvPr>
        </p:nvSpPr>
        <p:spPr>
          <a:xfrm>
            <a:off x="9144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2" name="Picture Placeholder 3">
            <a:extLst>
              <a:ext uri="{FF2B5EF4-FFF2-40B4-BE49-F238E27FC236}">
                <a16:creationId xmlns:a16="http://schemas.microsoft.com/office/drawing/2014/main" id="{0C2BEC9C-F7F4-45F2-BE52-C02716CCE40A}"/>
              </a:ext>
            </a:extLst>
          </p:cNvPr>
          <p:cNvSpPr>
            <a:spLocks noGrp="1"/>
          </p:cNvSpPr>
          <p:nvPr>
            <p:ph type="pic" sz="quarter" idx="11"/>
          </p:nvPr>
        </p:nvSpPr>
        <p:spPr>
          <a:xfrm>
            <a:off x="43980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3" name="Picture Placeholder 3">
            <a:extLst>
              <a:ext uri="{FF2B5EF4-FFF2-40B4-BE49-F238E27FC236}">
                <a16:creationId xmlns:a16="http://schemas.microsoft.com/office/drawing/2014/main" id="{5AD3325F-8DD8-4D2F-B33D-278CDFB34443}"/>
              </a:ext>
            </a:extLst>
          </p:cNvPr>
          <p:cNvSpPr>
            <a:spLocks noGrp="1"/>
          </p:cNvSpPr>
          <p:nvPr>
            <p:ph type="pic" sz="quarter" idx="12"/>
          </p:nvPr>
        </p:nvSpPr>
        <p:spPr>
          <a:xfrm>
            <a:off x="78816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90682599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IMAGE-Layout-50">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58469993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IMAGE-Layout-51">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71916469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IMAGE-Layout-52">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15A66BDF-7867-487E-BD05-90820D1AE42F}"/>
              </a:ext>
            </a:extLst>
          </p:cNvPr>
          <p:cNvSpPr>
            <a:spLocks noGrp="1"/>
          </p:cNvSpPr>
          <p:nvPr>
            <p:ph type="pic" sz="quarter" idx="13"/>
          </p:nvPr>
        </p:nvSpPr>
        <p:spPr>
          <a:xfrm>
            <a:off x="9144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7" name="Picture Placeholder 3">
            <a:extLst>
              <a:ext uri="{FF2B5EF4-FFF2-40B4-BE49-F238E27FC236}">
                <a16:creationId xmlns:a16="http://schemas.microsoft.com/office/drawing/2014/main" id="{8505305E-90B1-4FC8-841C-CA5C48C9CA6F}"/>
              </a:ext>
            </a:extLst>
          </p:cNvPr>
          <p:cNvSpPr>
            <a:spLocks noGrp="1"/>
          </p:cNvSpPr>
          <p:nvPr>
            <p:ph type="pic" sz="quarter" idx="14"/>
          </p:nvPr>
        </p:nvSpPr>
        <p:spPr>
          <a:xfrm>
            <a:off x="43980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8" name="Picture Placeholder 3">
            <a:extLst>
              <a:ext uri="{FF2B5EF4-FFF2-40B4-BE49-F238E27FC236}">
                <a16:creationId xmlns:a16="http://schemas.microsoft.com/office/drawing/2014/main" id="{7CDA6529-604C-4B16-9E5D-87D4CD114D94}"/>
              </a:ext>
            </a:extLst>
          </p:cNvPr>
          <p:cNvSpPr>
            <a:spLocks noGrp="1"/>
          </p:cNvSpPr>
          <p:nvPr>
            <p:ph type="pic" sz="quarter" idx="15"/>
          </p:nvPr>
        </p:nvSpPr>
        <p:spPr>
          <a:xfrm>
            <a:off x="78816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01718504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IMAGE-Layout-53">
    <p:bg>
      <p:bgPr>
        <a:solidFill>
          <a:schemeClr val="tx1"/>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914401" y="914400"/>
            <a:ext cx="5946019" cy="2040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0" name="Picture Placeholder 3">
            <a:extLst>
              <a:ext uri="{FF2B5EF4-FFF2-40B4-BE49-F238E27FC236}">
                <a16:creationId xmlns:a16="http://schemas.microsoft.com/office/drawing/2014/main" id="{9AA3B0D7-8EEE-40CB-9A33-9F9360474B55}"/>
              </a:ext>
            </a:extLst>
          </p:cNvPr>
          <p:cNvSpPr>
            <a:spLocks noGrp="1"/>
          </p:cNvSpPr>
          <p:nvPr>
            <p:ph type="pic" sz="quarter" idx="14"/>
          </p:nvPr>
        </p:nvSpPr>
        <p:spPr>
          <a:xfrm>
            <a:off x="6860420" y="914400"/>
            <a:ext cx="4417181" cy="40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C4AB4514-60E6-454B-8051-E8C2CD922934}"/>
              </a:ext>
            </a:extLst>
          </p:cNvPr>
          <p:cNvSpPr>
            <a:spLocks noGrp="1"/>
          </p:cNvSpPr>
          <p:nvPr>
            <p:ph type="pic" sz="quarter" idx="15"/>
          </p:nvPr>
        </p:nvSpPr>
        <p:spPr>
          <a:xfrm>
            <a:off x="914401" y="2954400"/>
            <a:ext cx="5946019" cy="2040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07408374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IMAGE-Layout-54">
    <p:bg>
      <p:bgPr>
        <a:solidFill>
          <a:schemeClr val="tx1"/>
        </a:solidFill>
        <a:effectLst/>
      </p:bgPr>
    </p:bg>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4267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1125715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IMAGE-Layout-55">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0" y="0"/>
            <a:ext cx="12192000" cy="2870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59738197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userDrawn="1">
  <p:cSld name="IMAGE-Layout-56">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7518400" y="0"/>
            <a:ext cx="4673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02253221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userDrawn="1">
  <p:cSld name="IMAGE-Layout-57">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7112000" y="1600200"/>
            <a:ext cx="3505200" cy="3657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24987223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userDrawn="1">
  <p:cSld name="IMAGE-Layout-58">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2997200" y="1685925"/>
            <a:ext cx="6197600" cy="348615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27153076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IMAGE-Layout-59">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5966489"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24532288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IMAGE-Layout-6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1153484"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2461666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userDrawn="1">
  <p:cSld name="IMAGE-Layout-6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4454262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IMAGE-Layout-62">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95960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70860674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IMAGE-Layout-63">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80000" y="479400"/>
            <a:ext cx="11232000" cy="5899200"/>
          </a:xfrm>
          <a:prstGeom prst="roundRect">
            <a:avLst>
              <a:gd name="adj" fmla="val 223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11369405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userDrawn="1">
  <p:cSld name="IMAGE-Layout-64">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860800" y="1549400"/>
            <a:ext cx="8331200" cy="5308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49594697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IMAGE-Layout-65">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64008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71633867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IMAGE-Layout-66">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096000" y="0"/>
            <a:ext cx="7874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43196258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userDrawn="1">
  <p:cSld name="IMAGE-Layout-67">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12192000" cy="5156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45633010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userDrawn="1">
  <p:cSld name="IMAGE-Layout-68">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029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67654922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userDrawn="1">
  <p:cSld name="IMAGE-Layout-69">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654800" y="0"/>
            <a:ext cx="5537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1096991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userDrawn="1">
  <p:cSld name="IMAGE-Layout-70">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689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6800545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userDrawn="1">
  <p:cSld name="IMAGE-Layout-7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556000" y="433400"/>
            <a:ext cx="8175600" cy="5991200"/>
          </a:xfrm>
          <a:prstGeom prst="parallelogram">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189374946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userDrawn="1">
  <p:cSld name="IMAGE-Layout-72">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860800" y="0"/>
            <a:ext cx="8331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85788786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userDrawn="1">
  <p:cSld name="IMAGE-Layout-73">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8331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4092707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userDrawn="1">
  <p:cSld name="IMAGE-Layout-74">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978400" y="0"/>
            <a:ext cx="7213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93272174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userDrawn="1">
  <p:cSld name="IMAGE-Layout-75">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454400" y="0"/>
            <a:ext cx="873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96692606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userDrawn="1">
  <p:cSld name="IMAGE-Layout-7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7244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89380874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userDrawn="1">
  <p:cSld name="IMAGE-Layout-77">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30480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81465315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userDrawn="1">
  <p:cSld name="IMAGE-Layout-7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3716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90347722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userDrawn="1">
  <p:cSld name="IMAGE-Layout-79">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6096000" y="0"/>
            <a:ext cx="6096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60259717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userDrawn="1">
  <p:cSld name="IMAGE-Layout-80">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6473A6D7-DE33-354E-BEC6-4712BD5E04DE}"/>
              </a:ext>
            </a:extLst>
          </p:cNvPr>
          <p:cNvSpPr>
            <a:spLocks noGrp="1"/>
          </p:cNvSpPr>
          <p:nvPr>
            <p:ph type="pic" sz="quarter" idx="11"/>
          </p:nvPr>
        </p:nvSpPr>
        <p:spPr>
          <a:xfrm>
            <a:off x="609600" y="624840"/>
            <a:ext cx="7332000" cy="5608320"/>
          </a:xfrm>
          <a:prstGeom prst="roundRect">
            <a:avLst>
              <a:gd name="adj" fmla="val 0"/>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237398124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IMAGE-Layout-81">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09600" y="627888"/>
            <a:ext cx="3444240" cy="5614416"/>
          </a:xfrm>
          <a:prstGeom prst="roundRect">
            <a:avLst>
              <a:gd name="adj" fmla="val 413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37666201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userDrawn="1">
  <p:cSld name="IMAGE-Layout-8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054234F-206C-4002-95BE-53DC4A1649FB}"/>
              </a:ext>
            </a:extLst>
          </p:cNvPr>
          <p:cNvSpPr>
            <a:spLocks noGrp="1"/>
          </p:cNvSpPr>
          <p:nvPr>
            <p:ph type="pic" sz="quarter" idx="11"/>
          </p:nvPr>
        </p:nvSpPr>
        <p:spPr>
          <a:xfrm>
            <a:off x="8136000" y="627888"/>
            <a:ext cx="3444240" cy="5614416"/>
          </a:xfrm>
          <a:prstGeom prst="roundRect">
            <a:avLst>
              <a:gd name="adj" fmla="val 413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14198314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userDrawn="1">
  <p:cSld name="IMAGE-Layout-83">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83706319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userDrawn="1">
  <p:cSld name="IMAGE-Layout-84">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95960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7035138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userDrawn="1">
  <p:cSld name="IMAGE-Layout-8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64267431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IMAGE-Layout-8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3429000"/>
            <a:ext cx="12191999"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38196292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userDrawn="1">
  <p:cSld name="IMAGE-Layout-87">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609600" y="627888"/>
            <a:ext cx="10972800" cy="280416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12250595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IMAGE-Layout-8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7A86A2D-80E2-48E5-B1F6-4F8C81EE1343}"/>
              </a:ext>
            </a:extLst>
          </p:cNvPr>
          <p:cNvSpPr>
            <a:spLocks noGrp="1"/>
          </p:cNvSpPr>
          <p:nvPr>
            <p:ph type="pic" sz="quarter" idx="11"/>
          </p:nvPr>
        </p:nvSpPr>
        <p:spPr>
          <a:xfrm>
            <a:off x="609600" y="624840"/>
            <a:ext cx="6858000" cy="560832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03325458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userDrawn="1">
  <p:cSld name="IMAGE-Layout-8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724400" y="624840"/>
            <a:ext cx="6858000" cy="560832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59221848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userDrawn="1">
  <p:cSld name="IMAGE-Layout-90">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828800" y="2133600"/>
            <a:ext cx="2590800" cy="2590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78408432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userDrawn="1">
  <p:cSld name="IMAGE-Layout-91">
    <p:spTree>
      <p:nvGrpSpPr>
        <p:cNvPr id="1" name=""/>
        <p:cNvGrpSpPr/>
        <p:nvPr/>
      </p:nvGrpSpPr>
      <p:grpSpPr>
        <a:xfrm>
          <a:off x="0" y="0"/>
          <a:ext cx="0" cy="0"/>
          <a:chOff x="0" y="0"/>
          <a:chExt cx="0" cy="0"/>
        </a:xfrm>
      </p:grpSpPr>
      <p:sp>
        <p:nvSpPr>
          <p:cNvPr id="11" name="Picture Placeholder 5"/>
          <p:cNvSpPr>
            <a:spLocks noGrp="1"/>
          </p:cNvSpPr>
          <p:nvPr>
            <p:ph type="pic" sz="quarter" idx="11"/>
          </p:nvPr>
        </p:nvSpPr>
        <p:spPr>
          <a:xfrm>
            <a:off x="4876800" y="993648"/>
            <a:ext cx="2438400" cy="24384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90957092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userDrawn="1">
  <p:cSld name="IMAGE-Layout-92">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89EBB9A9-634C-4929-97C8-A7CBFC25C956}"/>
              </a:ext>
            </a:extLst>
          </p:cNvPr>
          <p:cNvSpPr>
            <a:spLocks noGrp="1"/>
          </p:cNvSpPr>
          <p:nvPr>
            <p:ph type="pic" sz="quarter" idx="11"/>
          </p:nvPr>
        </p:nvSpPr>
        <p:spPr>
          <a:xfrm>
            <a:off x="7772400"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53716620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IMAGE-Layout-93">
    <p:spTree>
      <p:nvGrpSpPr>
        <p:cNvPr id="1" name=""/>
        <p:cNvGrpSpPr/>
        <p:nvPr/>
      </p:nvGrpSpPr>
      <p:grpSpPr>
        <a:xfrm>
          <a:off x="0" y="0"/>
          <a:ext cx="0" cy="0"/>
          <a:chOff x="0" y="0"/>
          <a:chExt cx="0" cy="0"/>
        </a:xfrm>
      </p:grpSpPr>
      <p:sp>
        <p:nvSpPr>
          <p:cNvPr id="45" name="Picture Placeholder 2">
            <a:extLst>
              <a:ext uri="{FF2B5EF4-FFF2-40B4-BE49-F238E27FC236}">
                <a16:creationId xmlns:a16="http://schemas.microsoft.com/office/drawing/2014/main" id="{128F5896-9AFD-42E8-BB51-39D5D95DA270}"/>
              </a:ext>
            </a:extLst>
          </p:cNvPr>
          <p:cNvSpPr>
            <a:spLocks noGrp="1"/>
          </p:cNvSpPr>
          <p:nvPr>
            <p:ph type="pic" sz="quarter" idx="11"/>
          </p:nvPr>
        </p:nvSpPr>
        <p:spPr>
          <a:xfrm flipH="1">
            <a:off x="7851649" y="0"/>
            <a:ext cx="4340351" cy="6858000"/>
          </a:xfrm>
          <a:custGeom>
            <a:avLst/>
            <a:gdLst>
              <a:gd name="connsiteX0" fmla="*/ 0 w 6208775"/>
              <a:gd name="connsiteY0" fmla="*/ 0 h 10287000"/>
              <a:gd name="connsiteX1" fmla="*/ 6208775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3393004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4900870 w 6208775"/>
              <a:gd name="connsiteY1" fmla="*/ 1905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6350 h 10293350"/>
              <a:gd name="connsiteX1" fmla="*/ 4864536 w 6208775"/>
              <a:gd name="connsiteY1" fmla="*/ 0 h 10293350"/>
              <a:gd name="connsiteX2" fmla="*/ 6208775 w 6208775"/>
              <a:gd name="connsiteY2" fmla="*/ 10293350 h 10293350"/>
              <a:gd name="connsiteX3" fmla="*/ 0 w 6208775"/>
              <a:gd name="connsiteY3" fmla="*/ 10293350 h 10293350"/>
              <a:gd name="connsiteX4" fmla="*/ 0 w 6208775"/>
              <a:gd name="connsiteY4" fmla="*/ 6350 h 10293350"/>
              <a:gd name="connsiteX0" fmla="*/ 0 w 6208775"/>
              <a:gd name="connsiteY0" fmla="*/ 0 h 10287000"/>
              <a:gd name="connsiteX1" fmla="*/ 4876648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8775" h="10287000">
                <a:moveTo>
                  <a:pt x="0" y="0"/>
                </a:moveTo>
                <a:lnTo>
                  <a:pt x="4876648" y="0"/>
                </a:lnTo>
                <a:lnTo>
                  <a:pt x="6208775" y="10287000"/>
                </a:lnTo>
                <a:lnTo>
                  <a:pt x="0" y="10287000"/>
                </a:lnTo>
                <a:lnTo>
                  <a:pt x="0" y="0"/>
                </a:lnTo>
                <a:close/>
              </a:path>
            </a:pathLst>
          </a:cu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28194500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IMAGE-Layout-94">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4340351" cy="6858000"/>
          </a:xfrm>
          <a:custGeom>
            <a:avLst/>
            <a:gdLst>
              <a:gd name="connsiteX0" fmla="*/ 0 w 6208775"/>
              <a:gd name="connsiteY0" fmla="*/ 0 h 10287000"/>
              <a:gd name="connsiteX1" fmla="*/ 6208775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3393004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4900870 w 6208775"/>
              <a:gd name="connsiteY1" fmla="*/ 1905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6350 h 10293350"/>
              <a:gd name="connsiteX1" fmla="*/ 4864536 w 6208775"/>
              <a:gd name="connsiteY1" fmla="*/ 0 h 10293350"/>
              <a:gd name="connsiteX2" fmla="*/ 6208775 w 6208775"/>
              <a:gd name="connsiteY2" fmla="*/ 10293350 h 10293350"/>
              <a:gd name="connsiteX3" fmla="*/ 0 w 6208775"/>
              <a:gd name="connsiteY3" fmla="*/ 10293350 h 10293350"/>
              <a:gd name="connsiteX4" fmla="*/ 0 w 6208775"/>
              <a:gd name="connsiteY4" fmla="*/ 6350 h 10293350"/>
              <a:gd name="connsiteX0" fmla="*/ 0 w 6208775"/>
              <a:gd name="connsiteY0" fmla="*/ 0 h 10287000"/>
              <a:gd name="connsiteX1" fmla="*/ 4876648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8775" h="10287000">
                <a:moveTo>
                  <a:pt x="0" y="0"/>
                </a:moveTo>
                <a:lnTo>
                  <a:pt x="4876648" y="0"/>
                </a:lnTo>
                <a:lnTo>
                  <a:pt x="6208775" y="10287000"/>
                </a:lnTo>
                <a:lnTo>
                  <a:pt x="0" y="10287000"/>
                </a:lnTo>
                <a:lnTo>
                  <a:pt x="0" y="0"/>
                </a:lnTo>
                <a:close/>
              </a:path>
            </a:pathLst>
          </a:cu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411956351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userDrawn="1">
  <p:cSld name="IMAGE-Layout-95">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9FEC6B68-FA2A-4755-9330-C8332671BDE0}"/>
              </a:ext>
            </a:extLst>
          </p:cNvPr>
          <p:cNvSpPr>
            <a:spLocks noGrp="1"/>
          </p:cNvSpPr>
          <p:nvPr>
            <p:ph type="pic" sz="quarter" idx="10"/>
          </p:nvPr>
        </p:nvSpPr>
        <p:spPr>
          <a:xfrm>
            <a:off x="1" y="3429000"/>
            <a:ext cx="12191999"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Picture Placeholder 2">
            <a:extLst>
              <a:ext uri="{FF2B5EF4-FFF2-40B4-BE49-F238E27FC236}">
                <a16:creationId xmlns:a16="http://schemas.microsoft.com/office/drawing/2014/main" id="{172DC03B-E2AF-40E5-9057-345DBC7818A6}"/>
              </a:ext>
            </a:extLst>
          </p:cNvPr>
          <p:cNvSpPr>
            <a:spLocks noGrp="1"/>
          </p:cNvSpPr>
          <p:nvPr>
            <p:ph type="pic" sz="quarter" idx="11"/>
          </p:nvPr>
        </p:nvSpPr>
        <p:spPr>
          <a:xfrm>
            <a:off x="6732965" y="1700596"/>
            <a:ext cx="4328160" cy="4328160"/>
          </a:xfrm>
          <a:prstGeom prst="ellipse">
            <a:avLst/>
          </a:prstGeom>
          <a:solidFill>
            <a:schemeClr val="bg2">
              <a:lumMod val="25000"/>
            </a:schemeClr>
          </a:solidFill>
          <a:ln w="88900">
            <a:solidFill>
              <a:schemeClr val="bg1"/>
            </a:solidFill>
          </a:ln>
          <a:effectLst/>
        </p:spPr>
        <p:txBody>
          <a:bodyPr/>
          <a:lstStyle>
            <a:lvl1pPr>
              <a:defRPr>
                <a:solidFill>
                  <a:schemeClr val="bg1"/>
                </a:solidFill>
              </a:defRPr>
            </a:lvl1pPr>
          </a:lstStyle>
          <a:p>
            <a:endParaRPr lang="uk-UA" dirty="0"/>
          </a:p>
        </p:txBody>
      </p:sp>
    </p:spTree>
    <p:extLst>
      <p:ext uri="{BB962C8B-B14F-4D97-AF65-F5344CB8AC3E}">
        <p14:creationId xmlns:p14="http://schemas.microsoft.com/office/powerpoint/2010/main" val="66528110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userDrawn="1">
  <p:cSld name="IMAGE-Layout-96">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1347B36-C170-4594-A4B8-DA33EA32E6AA}"/>
              </a:ext>
            </a:extLst>
          </p:cNvPr>
          <p:cNvSpPr>
            <a:spLocks noGrp="1"/>
          </p:cNvSpPr>
          <p:nvPr>
            <p:ph type="pic" sz="quarter" idx="10"/>
          </p:nvPr>
        </p:nvSpPr>
        <p:spPr>
          <a:xfrm>
            <a:off x="0" y="3543300"/>
            <a:ext cx="12192000" cy="3314700"/>
          </a:xfrm>
          <a:custGeom>
            <a:avLst/>
            <a:gdLst>
              <a:gd name="connsiteX0" fmla="*/ 0 w 18288000"/>
              <a:gd name="connsiteY0" fmla="*/ 0 h 4972050"/>
              <a:gd name="connsiteX1" fmla="*/ 431800 w 18288000"/>
              <a:gd name="connsiteY1" fmla="*/ 91500 h 4972050"/>
              <a:gd name="connsiteX2" fmla="*/ 2616200 w 18288000"/>
              <a:gd name="connsiteY2" fmla="*/ 737175 h 4972050"/>
              <a:gd name="connsiteX3" fmla="*/ 5219700 w 18288000"/>
              <a:gd name="connsiteY3" fmla="*/ 1657350 h 4972050"/>
              <a:gd name="connsiteX4" fmla="*/ 7835900 w 18288000"/>
              <a:gd name="connsiteY4" fmla="*/ 1013400 h 4972050"/>
              <a:gd name="connsiteX5" fmla="*/ 10452100 w 18288000"/>
              <a:gd name="connsiteY5" fmla="*/ 1657350 h 4972050"/>
              <a:gd name="connsiteX6" fmla="*/ 13068300 w 18288000"/>
              <a:gd name="connsiteY6" fmla="*/ 2762250 h 4972050"/>
              <a:gd name="connsiteX7" fmla="*/ 15671800 w 18288000"/>
              <a:gd name="connsiteY7" fmla="*/ 3223201 h 4972050"/>
              <a:gd name="connsiteX8" fmla="*/ 17852390 w 18288000"/>
              <a:gd name="connsiteY8" fmla="*/ 1565850 h 4972050"/>
              <a:gd name="connsiteX9" fmla="*/ 18288000 w 18288000"/>
              <a:gd name="connsiteY9" fmla="*/ 1104900 h 4972050"/>
              <a:gd name="connsiteX10" fmla="*/ 18288000 w 18288000"/>
              <a:gd name="connsiteY10" fmla="*/ 4972050 h 4972050"/>
              <a:gd name="connsiteX11" fmla="*/ 17856200 w 18288000"/>
              <a:gd name="connsiteY11" fmla="*/ 4972050 h 4972050"/>
              <a:gd name="connsiteX12" fmla="*/ 17670608 w 18288000"/>
              <a:gd name="connsiteY12" fmla="*/ 4972050 h 4972050"/>
              <a:gd name="connsiteX13" fmla="*/ 17450416 w 18288000"/>
              <a:gd name="connsiteY13" fmla="*/ 4972050 h 4972050"/>
              <a:gd name="connsiteX14" fmla="*/ 17200426 w 18288000"/>
              <a:gd name="connsiteY14" fmla="*/ 4972050 h 4972050"/>
              <a:gd name="connsiteX15" fmla="*/ 16925448 w 18288000"/>
              <a:gd name="connsiteY15" fmla="*/ 4972050 h 4972050"/>
              <a:gd name="connsiteX16" fmla="*/ 16630290 w 18288000"/>
              <a:gd name="connsiteY16" fmla="*/ 4972050 h 4972050"/>
              <a:gd name="connsiteX17" fmla="*/ 16319758 w 18288000"/>
              <a:gd name="connsiteY17" fmla="*/ 4972050 h 4972050"/>
              <a:gd name="connsiteX18" fmla="*/ 15671800 w 18288000"/>
              <a:gd name="connsiteY18" fmla="*/ 4972050 h 4972050"/>
              <a:gd name="connsiteX19" fmla="*/ 14370526 w 18288000"/>
              <a:gd name="connsiteY19" fmla="*/ 4972050 h 4972050"/>
              <a:gd name="connsiteX20" fmla="*/ 13068300 w 18288000"/>
              <a:gd name="connsiteY20" fmla="*/ 4972050 h 4972050"/>
              <a:gd name="connsiteX21" fmla="*/ 10452100 w 18288000"/>
              <a:gd name="connsiteY21" fmla="*/ 4972050 h 4972050"/>
              <a:gd name="connsiteX22" fmla="*/ 7835900 w 18288000"/>
              <a:gd name="connsiteY22" fmla="*/ 4972050 h 4972050"/>
              <a:gd name="connsiteX23" fmla="*/ 6532563 w 18288000"/>
              <a:gd name="connsiteY23" fmla="*/ 4972050 h 4972050"/>
              <a:gd name="connsiteX24" fmla="*/ 5219700 w 18288000"/>
              <a:gd name="connsiteY24" fmla="*/ 4972050 h 4972050"/>
              <a:gd name="connsiteX25" fmla="*/ 2616200 w 18288000"/>
              <a:gd name="connsiteY25" fmla="*/ 4972050 h 4972050"/>
              <a:gd name="connsiteX26" fmla="*/ 1967052 w 18288000"/>
              <a:gd name="connsiteY26" fmla="*/ 4972050 h 4972050"/>
              <a:gd name="connsiteX27" fmla="*/ 1656013 w 18288000"/>
              <a:gd name="connsiteY27" fmla="*/ 4972050 h 4972050"/>
              <a:gd name="connsiteX28" fmla="*/ 1360647 w 18288000"/>
              <a:gd name="connsiteY28" fmla="*/ 4972050 h 4972050"/>
              <a:gd name="connsiteX29" fmla="*/ 1085937 w 18288000"/>
              <a:gd name="connsiteY29" fmla="*/ 4972050 h 4972050"/>
              <a:gd name="connsiteX30" fmla="*/ 836871 w 18288000"/>
              <a:gd name="connsiteY30" fmla="*/ 4972050 h 4972050"/>
              <a:gd name="connsiteX31" fmla="*/ 618433 w 18288000"/>
              <a:gd name="connsiteY31" fmla="*/ 4972050 h 4972050"/>
              <a:gd name="connsiteX32" fmla="*/ 435610 w 18288000"/>
              <a:gd name="connsiteY32" fmla="*/ 4972050 h 4972050"/>
              <a:gd name="connsiteX33" fmla="*/ 0 w 18288000"/>
              <a:gd name="connsiteY33" fmla="*/ 4972050 h 497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288000" h="4972050">
                <a:moveTo>
                  <a:pt x="0" y="0"/>
                </a:moveTo>
                <a:lnTo>
                  <a:pt x="431800" y="91500"/>
                </a:lnTo>
                <a:cubicBezTo>
                  <a:pt x="876300" y="189905"/>
                  <a:pt x="1741170" y="362545"/>
                  <a:pt x="2616200" y="737175"/>
                </a:cubicBezTo>
                <a:cubicBezTo>
                  <a:pt x="3479801" y="1104900"/>
                  <a:pt x="4354830" y="1657350"/>
                  <a:pt x="5219700" y="1657350"/>
                </a:cubicBezTo>
                <a:cubicBezTo>
                  <a:pt x="6096000" y="1657350"/>
                  <a:pt x="6967221" y="1104900"/>
                  <a:pt x="7835900" y="1013400"/>
                </a:cubicBezTo>
                <a:cubicBezTo>
                  <a:pt x="8712200" y="914995"/>
                  <a:pt x="9579610" y="1294805"/>
                  <a:pt x="10452100" y="1657350"/>
                </a:cubicBezTo>
                <a:cubicBezTo>
                  <a:pt x="11315700" y="2019895"/>
                  <a:pt x="12192000" y="2399705"/>
                  <a:pt x="13068300" y="2762250"/>
                </a:cubicBezTo>
                <a:cubicBezTo>
                  <a:pt x="13931900" y="3124795"/>
                  <a:pt x="14804390" y="3504605"/>
                  <a:pt x="15671800" y="3223201"/>
                </a:cubicBezTo>
                <a:cubicBezTo>
                  <a:pt x="16548100" y="2952155"/>
                  <a:pt x="17416780" y="2019895"/>
                  <a:pt x="17852390" y="1565850"/>
                </a:cubicBezTo>
                <a:lnTo>
                  <a:pt x="18288000" y="1104900"/>
                </a:lnTo>
                <a:lnTo>
                  <a:pt x="18288000" y="4972050"/>
                </a:lnTo>
                <a:lnTo>
                  <a:pt x="17856200" y="4972050"/>
                </a:lnTo>
                <a:lnTo>
                  <a:pt x="17670608" y="4972050"/>
                </a:lnTo>
                <a:lnTo>
                  <a:pt x="17450416" y="4972050"/>
                </a:lnTo>
                <a:lnTo>
                  <a:pt x="17200426" y="4972050"/>
                </a:lnTo>
                <a:lnTo>
                  <a:pt x="16925448" y="4972050"/>
                </a:lnTo>
                <a:lnTo>
                  <a:pt x="16630290" y="4972050"/>
                </a:lnTo>
                <a:lnTo>
                  <a:pt x="16319758" y="4972050"/>
                </a:lnTo>
                <a:lnTo>
                  <a:pt x="15671800" y="4972050"/>
                </a:lnTo>
                <a:lnTo>
                  <a:pt x="14370526" y="4972050"/>
                </a:lnTo>
                <a:lnTo>
                  <a:pt x="13068300" y="4972050"/>
                </a:lnTo>
                <a:lnTo>
                  <a:pt x="10452100" y="4972050"/>
                </a:lnTo>
                <a:lnTo>
                  <a:pt x="7835900" y="4972050"/>
                </a:lnTo>
                <a:lnTo>
                  <a:pt x="6532563" y="4972050"/>
                </a:lnTo>
                <a:lnTo>
                  <a:pt x="5219700" y="4972050"/>
                </a:lnTo>
                <a:lnTo>
                  <a:pt x="2616200" y="4972050"/>
                </a:lnTo>
                <a:lnTo>
                  <a:pt x="1967052" y="4972050"/>
                </a:lnTo>
                <a:lnTo>
                  <a:pt x="1656013" y="4972050"/>
                </a:lnTo>
                <a:lnTo>
                  <a:pt x="1360647" y="4972050"/>
                </a:lnTo>
                <a:lnTo>
                  <a:pt x="1085937" y="4972050"/>
                </a:lnTo>
                <a:lnTo>
                  <a:pt x="836871" y="4972050"/>
                </a:lnTo>
                <a:lnTo>
                  <a:pt x="618433" y="4972050"/>
                </a:lnTo>
                <a:lnTo>
                  <a:pt x="435610" y="4972050"/>
                </a:lnTo>
                <a:lnTo>
                  <a:pt x="0" y="4972050"/>
                </a:lnTo>
                <a:close/>
              </a:path>
            </a:pathLst>
          </a:cu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36169972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IMAGE-Layout-9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003821" y="0"/>
            <a:ext cx="318817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9" name="Title 4">
            <a:extLst>
              <a:ext uri="{FF2B5EF4-FFF2-40B4-BE49-F238E27FC236}">
                <a16:creationId xmlns:a16="http://schemas.microsoft.com/office/drawing/2014/main" id="{FB5268E0-107A-4C2A-AE10-D7A100ECE335}"/>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97725508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userDrawn="1">
  <p:cSld name="IMAGE-Layout-9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6096000" y="627888"/>
            <a:ext cx="5486400" cy="5608320"/>
          </a:xfrm>
          <a:prstGeom prst="roundRect">
            <a:avLst>
              <a:gd name="adj" fmla="val 3164"/>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0726693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userDrawn="1">
  <p:cSld name="IMAGE-Layout-100">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2438400" y="1603248"/>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1947141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userDrawn="1">
  <p:cSld name="IMAGE-Layout-101">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BCD71B4B-B307-408C-AF40-6BE341328741}"/>
              </a:ext>
            </a:extLst>
          </p:cNvPr>
          <p:cNvSpPr>
            <a:spLocks noGrp="1"/>
          </p:cNvSpPr>
          <p:nvPr>
            <p:ph type="pic" sz="quarter" idx="11"/>
          </p:nvPr>
        </p:nvSpPr>
        <p:spPr>
          <a:xfrm>
            <a:off x="6918960" y="2426742"/>
            <a:ext cx="4078223" cy="2743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1">
            <a:extLst>
              <a:ext uri="{FF2B5EF4-FFF2-40B4-BE49-F238E27FC236}">
                <a16:creationId xmlns:a16="http://schemas.microsoft.com/office/drawing/2014/main" id="{46991B3E-5992-4C30-9C53-3AB54D37F872}"/>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7" name="Text Placeholder 4">
            <a:extLst>
              <a:ext uri="{FF2B5EF4-FFF2-40B4-BE49-F238E27FC236}">
                <a16:creationId xmlns:a16="http://schemas.microsoft.com/office/drawing/2014/main" id="{1BCF9BE1-EC04-4B8E-9B3A-8527507F7250}"/>
              </a:ext>
            </a:extLst>
          </p:cNvPr>
          <p:cNvSpPr>
            <a:spLocks noGrp="1"/>
          </p:cNvSpPr>
          <p:nvPr>
            <p:ph type="body" sz="quarter" idx="10" hasCustomPrompt="1"/>
          </p:nvPr>
        </p:nvSpPr>
        <p:spPr>
          <a:xfrm>
            <a:off x="3073400" y="396240"/>
            <a:ext cx="6045200" cy="355601"/>
          </a:xfrm>
          <a:prstGeom prst="rect">
            <a:avLst/>
          </a:prstGeom>
        </p:spPr>
        <p:txBody>
          <a:bodyPr anchor="ctr"/>
          <a:lstStyle>
            <a:lvl1pPr marL="0" indent="0" algn="ctr">
              <a:buNone/>
              <a:defRPr lang="en-UA" sz="1867" kern="1200" spc="333" dirty="0">
                <a:solidFill>
                  <a:schemeClr val="tx2"/>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396464993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userDrawn="1">
  <p:cSld name="IMAGE-Layout-102">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BCD71B4B-B307-408C-AF40-6BE341328741}"/>
              </a:ext>
            </a:extLst>
          </p:cNvPr>
          <p:cNvSpPr>
            <a:spLocks noGrp="1"/>
          </p:cNvSpPr>
          <p:nvPr>
            <p:ph type="pic" sz="quarter" idx="11"/>
          </p:nvPr>
        </p:nvSpPr>
        <p:spPr>
          <a:xfrm>
            <a:off x="1194817" y="2426742"/>
            <a:ext cx="4078223" cy="2743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81665773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userDrawn="1">
  <p:cSld name="IMAGE-Layout-103">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19814AC4-74A4-493C-B3E1-FA832232AFFE}"/>
              </a:ext>
            </a:extLst>
          </p:cNvPr>
          <p:cNvSpPr>
            <a:spLocks noGrp="1"/>
          </p:cNvSpPr>
          <p:nvPr>
            <p:ph type="pic" sz="quarter" idx="13"/>
          </p:nvPr>
        </p:nvSpPr>
        <p:spPr>
          <a:xfrm>
            <a:off x="2184403" y="3919381"/>
            <a:ext cx="3088637" cy="20775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CF8F8440-C5A5-4AF8-8F8A-3BA5B158F99F}"/>
              </a:ext>
            </a:extLst>
          </p:cNvPr>
          <p:cNvSpPr>
            <a:spLocks noGrp="1"/>
          </p:cNvSpPr>
          <p:nvPr>
            <p:ph type="pic" sz="quarter" idx="12"/>
          </p:nvPr>
        </p:nvSpPr>
        <p:spPr>
          <a:xfrm>
            <a:off x="6918960" y="1127531"/>
            <a:ext cx="3088637" cy="20775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31634291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userDrawn="1">
  <p:cSld name="IMAGE-Layout-104">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420CF65-F5F8-4E58-88D4-96A7FF8EDE3F}"/>
              </a:ext>
            </a:extLst>
          </p:cNvPr>
          <p:cNvSpPr>
            <a:spLocks noGrp="1"/>
          </p:cNvSpPr>
          <p:nvPr>
            <p:ph type="pic" sz="quarter" idx="11"/>
          </p:nvPr>
        </p:nvSpPr>
        <p:spPr>
          <a:xfrm>
            <a:off x="6096000" y="627888"/>
            <a:ext cx="5486400" cy="5608320"/>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27545910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IMAGE-Layout-105">
    <p:spTree>
      <p:nvGrpSpPr>
        <p:cNvPr id="1" name=""/>
        <p:cNvGrpSpPr/>
        <p:nvPr/>
      </p:nvGrpSpPr>
      <p:grpSpPr>
        <a:xfrm>
          <a:off x="0" y="0"/>
          <a:ext cx="0" cy="0"/>
          <a:chOff x="0" y="0"/>
          <a:chExt cx="0" cy="0"/>
        </a:xfrm>
      </p:grpSpPr>
      <p:sp>
        <p:nvSpPr>
          <p:cNvPr id="11" name="Picture Placeholder 12"/>
          <p:cNvSpPr>
            <a:spLocks noGrp="1"/>
          </p:cNvSpPr>
          <p:nvPr>
            <p:ph type="pic" sz="quarter" idx="11"/>
          </p:nvPr>
        </p:nvSpPr>
        <p:spPr>
          <a:xfrm>
            <a:off x="1688592" y="1675384"/>
            <a:ext cx="1804416" cy="1804416"/>
          </a:xfrm>
          <a:prstGeom prst="roundRect">
            <a:avLst>
              <a:gd name="adj" fmla="val 892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1F63D903-2C79-4845-B9F0-F48F4CAC9105}"/>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73266931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IMAGE-Layout-106">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2DB4F3EC-6FA6-4607-B645-7D3F2258AE21}"/>
              </a:ext>
            </a:extLst>
          </p:cNvPr>
          <p:cNvSpPr>
            <a:spLocks noGrp="1"/>
          </p:cNvSpPr>
          <p:nvPr>
            <p:ph type="pic" sz="quarter" idx="12"/>
          </p:nvPr>
        </p:nvSpPr>
        <p:spPr>
          <a:xfrm>
            <a:off x="52061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2">
            <a:extLst>
              <a:ext uri="{FF2B5EF4-FFF2-40B4-BE49-F238E27FC236}">
                <a16:creationId xmlns:a16="http://schemas.microsoft.com/office/drawing/2014/main" id="{896841DE-F57D-4FFA-B2B4-844AE25D7DD8}"/>
              </a:ext>
            </a:extLst>
          </p:cNvPr>
          <p:cNvSpPr>
            <a:spLocks noGrp="1"/>
          </p:cNvSpPr>
          <p:nvPr>
            <p:ph type="pic" sz="quarter" idx="13"/>
          </p:nvPr>
        </p:nvSpPr>
        <p:spPr>
          <a:xfrm>
            <a:off x="843325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2">
            <a:extLst>
              <a:ext uri="{FF2B5EF4-FFF2-40B4-BE49-F238E27FC236}">
                <a16:creationId xmlns:a16="http://schemas.microsoft.com/office/drawing/2014/main" id="{A96FD531-41C1-429F-981E-C03DFE4D2EA5}"/>
              </a:ext>
            </a:extLst>
          </p:cNvPr>
          <p:cNvSpPr>
            <a:spLocks noGrp="1"/>
          </p:cNvSpPr>
          <p:nvPr>
            <p:ph type="pic" sz="quarter" idx="11"/>
          </p:nvPr>
        </p:nvSpPr>
        <p:spPr>
          <a:xfrm>
            <a:off x="197895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393234128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userDrawn="1">
  <p:cSld name="IMAGE-Layout-108">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609599" y="627888"/>
            <a:ext cx="5486400" cy="5608320"/>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7826824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IMAGE-Layout-109">
    <p:spTree>
      <p:nvGrpSpPr>
        <p:cNvPr id="1" name=""/>
        <p:cNvGrpSpPr/>
        <p:nvPr/>
      </p:nvGrpSpPr>
      <p:grpSpPr>
        <a:xfrm>
          <a:off x="0" y="0"/>
          <a:ext cx="0" cy="0"/>
          <a:chOff x="0" y="0"/>
          <a:chExt cx="0" cy="0"/>
        </a:xfrm>
      </p:grpSpPr>
      <p:sp>
        <p:nvSpPr>
          <p:cNvPr id="13" name="Picture Placeholder 12"/>
          <p:cNvSpPr>
            <a:spLocks noGrp="1"/>
          </p:cNvSpPr>
          <p:nvPr>
            <p:ph type="pic" sz="quarter" idx="11"/>
          </p:nvPr>
        </p:nvSpPr>
        <p:spPr>
          <a:xfrm>
            <a:off x="2182368" y="1752600"/>
            <a:ext cx="963168" cy="96316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12"/>
          <p:cNvSpPr>
            <a:spLocks noGrp="1"/>
          </p:cNvSpPr>
          <p:nvPr>
            <p:ph type="pic" sz="quarter" idx="12"/>
          </p:nvPr>
        </p:nvSpPr>
        <p:spPr>
          <a:xfrm>
            <a:off x="9186672" y="3752088"/>
            <a:ext cx="963168" cy="963168"/>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Title 4">
            <a:extLst>
              <a:ext uri="{FF2B5EF4-FFF2-40B4-BE49-F238E27FC236}">
                <a16:creationId xmlns:a16="http://schemas.microsoft.com/office/drawing/2014/main" id="{40895BE1-F501-4DA6-BAC7-1628FD1F7753}"/>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69360120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IMAGE-Layout-110">
    <p:spTree>
      <p:nvGrpSpPr>
        <p:cNvPr id="1" name=""/>
        <p:cNvGrpSpPr/>
        <p:nvPr/>
      </p:nvGrpSpPr>
      <p:grpSpPr>
        <a:xfrm>
          <a:off x="0" y="0"/>
          <a:ext cx="0" cy="0"/>
          <a:chOff x="0" y="0"/>
          <a:chExt cx="0" cy="0"/>
        </a:xfrm>
      </p:grpSpPr>
      <p:sp>
        <p:nvSpPr>
          <p:cNvPr id="18" name="Picture Placeholder 2"/>
          <p:cNvSpPr>
            <a:spLocks noGrp="1"/>
          </p:cNvSpPr>
          <p:nvPr>
            <p:ph type="pic" sz="quarter" idx="11"/>
          </p:nvPr>
        </p:nvSpPr>
        <p:spPr>
          <a:xfrm>
            <a:off x="1853184" y="2151888"/>
            <a:ext cx="1219200" cy="1219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9" name="Picture Placeholder 2"/>
          <p:cNvSpPr>
            <a:spLocks noGrp="1"/>
          </p:cNvSpPr>
          <p:nvPr>
            <p:ph type="pic" sz="quarter" idx="12"/>
          </p:nvPr>
        </p:nvSpPr>
        <p:spPr>
          <a:xfrm>
            <a:off x="6742176" y="2151888"/>
            <a:ext cx="1219200" cy="1219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Title 4">
            <a:extLst>
              <a:ext uri="{FF2B5EF4-FFF2-40B4-BE49-F238E27FC236}">
                <a16:creationId xmlns:a16="http://schemas.microsoft.com/office/drawing/2014/main" id="{23153593-CEED-43D7-8481-1C18D9F0B67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15199280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IMAGE-Layout-111">
    <p:spTree>
      <p:nvGrpSpPr>
        <p:cNvPr id="1" name=""/>
        <p:cNvGrpSpPr/>
        <p:nvPr/>
      </p:nvGrpSpPr>
      <p:grpSpPr>
        <a:xfrm>
          <a:off x="0" y="0"/>
          <a:ext cx="0" cy="0"/>
          <a:chOff x="0" y="0"/>
          <a:chExt cx="0" cy="0"/>
        </a:xfrm>
      </p:grpSpPr>
      <p:sp>
        <p:nvSpPr>
          <p:cNvPr id="18" name="Picture Placeholder 2"/>
          <p:cNvSpPr>
            <a:spLocks noGrp="1"/>
          </p:cNvSpPr>
          <p:nvPr>
            <p:ph type="pic" sz="quarter" idx="11"/>
          </p:nvPr>
        </p:nvSpPr>
        <p:spPr>
          <a:xfrm>
            <a:off x="1773936" y="1432560"/>
            <a:ext cx="1828800" cy="1828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28095E9E-7213-4071-833B-F76EE6B46E6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90628407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IMAGE-Layout-112">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0" y="1"/>
            <a:ext cx="12192000" cy="342537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93470737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userDrawn="1">
  <p:cSld name="IMAGE-Layout-113">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8136000" y="0"/>
            <a:ext cx="4056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78447124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userDrawn="1">
  <p:cSld name="IMAGE-Layout-114">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0" y="1"/>
            <a:ext cx="12192000" cy="342537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07546306-BB2E-C745-BE62-0F61AFAAA161}"/>
              </a:ext>
            </a:extLst>
          </p:cNvPr>
          <p:cNvSpPr>
            <a:spLocks noGrp="1"/>
          </p:cNvSpPr>
          <p:nvPr>
            <p:ph type="title" hasCustomPrompt="1"/>
          </p:nvPr>
        </p:nvSpPr>
        <p:spPr>
          <a:xfrm>
            <a:off x="1079500" y="1596153"/>
            <a:ext cx="10033000" cy="609600"/>
          </a:xfrm>
          <a:prstGeom prst="rect">
            <a:avLst/>
          </a:prstGeom>
        </p:spPr>
        <p:txBody>
          <a:bodyPr anchor="ctr"/>
          <a:lstStyle>
            <a:lvl1pPr marL="0" algn="ctr" defTabSz="914446" rtl="0" eaLnBrk="1" latinLnBrk="0" hangingPunct="1">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5" name="Text Placeholder 4">
            <a:extLst>
              <a:ext uri="{FF2B5EF4-FFF2-40B4-BE49-F238E27FC236}">
                <a16:creationId xmlns:a16="http://schemas.microsoft.com/office/drawing/2014/main" id="{E2C02C6C-381F-CE48-B1C7-45378DCAA986}"/>
              </a:ext>
            </a:extLst>
          </p:cNvPr>
          <p:cNvSpPr>
            <a:spLocks noGrp="1"/>
          </p:cNvSpPr>
          <p:nvPr>
            <p:ph type="body" sz="quarter" idx="12" hasCustomPrompt="1"/>
          </p:nvPr>
        </p:nvSpPr>
        <p:spPr>
          <a:xfrm>
            <a:off x="1079500" y="1218201"/>
            <a:ext cx="10033000" cy="355601"/>
          </a:xfrm>
          <a:prstGeom prst="rect">
            <a:avLst/>
          </a:prstGeom>
        </p:spPr>
        <p:txBody>
          <a:bodyPr anchor="ctr"/>
          <a:lstStyle>
            <a:lvl1pPr marL="0" indent="0" algn="ctr">
              <a:buNone/>
              <a:defRPr lang="en-UA" sz="1867" kern="1200" spc="333" dirty="0">
                <a:solidFill>
                  <a:srgbClr val="85859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94993893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userDrawn="1">
  <p:cSld name="IMAGE-Layout-11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3937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5" name="Title 1">
            <a:extLst>
              <a:ext uri="{FF2B5EF4-FFF2-40B4-BE49-F238E27FC236}">
                <a16:creationId xmlns:a16="http://schemas.microsoft.com/office/drawing/2014/main" id="{5153F44B-F8DD-4AF0-9746-A6E6D1B4BA7C}"/>
              </a:ext>
            </a:extLst>
          </p:cNvPr>
          <p:cNvSpPr>
            <a:spLocks noGrp="1"/>
          </p:cNvSpPr>
          <p:nvPr>
            <p:ph type="title" hasCustomPrompt="1"/>
          </p:nvPr>
        </p:nvSpPr>
        <p:spPr>
          <a:xfrm>
            <a:off x="1371600" y="1521149"/>
            <a:ext cx="9499600" cy="609600"/>
          </a:xfrm>
          <a:prstGeom prst="rect">
            <a:avLst/>
          </a:prstGeom>
        </p:spPr>
        <p:txBody>
          <a:bodyPr anchor="ctr"/>
          <a:lstStyle>
            <a:lvl1pPr marL="0" algn="l" defTabSz="914446" rtl="0" eaLnBrk="1" latinLnBrk="0" hangingPunct="1">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6" name="Text Placeholder 4">
            <a:extLst>
              <a:ext uri="{FF2B5EF4-FFF2-40B4-BE49-F238E27FC236}">
                <a16:creationId xmlns:a16="http://schemas.microsoft.com/office/drawing/2014/main" id="{FC0693EC-ECEC-45D9-A0CD-3062924AC7BA}"/>
              </a:ext>
            </a:extLst>
          </p:cNvPr>
          <p:cNvSpPr>
            <a:spLocks noGrp="1"/>
          </p:cNvSpPr>
          <p:nvPr>
            <p:ph type="body" sz="quarter" idx="11" hasCustomPrompt="1"/>
          </p:nvPr>
        </p:nvSpPr>
        <p:spPr>
          <a:xfrm>
            <a:off x="1371600" y="1143197"/>
            <a:ext cx="9499600" cy="355601"/>
          </a:xfrm>
          <a:prstGeom prst="rect">
            <a:avLst/>
          </a:prstGeom>
        </p:spPr>
        <p:txBody>
          <a:bodyPr anchor="ctr"/>
          <a:lstStyle>
            <a:lvl1pPr marL="0" indent="0" algn="l">
              <a:buNone/>
              <a:defRPr lang="en-UA" sz="1867" kern="1200" spc="333" dirty="0">
                <a:solidFill>
                  <a:srgbClr val="85859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4284765094"/>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IMAGE-Layout-116">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0" y="1725168"/>
            <a:ext cx="12192000" cy="231648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B5B7ED05-6BE5-404E-B123-A15F21DCA52E}"/>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4" name="Text Placeholder 4">
            <a:extLst>
              <a:ext uri="{FF2B5EF4-FFF2-40B4-BE49-F238E27FC236}">
                <a16:creationId xmlns:a16="http://schemas.microsoft.com/office/drawing/2014/main" id="{29C676B4-FAF3-0D4E-83C5-9499FF8D7F9E}"/>
              </a:ext>
            </a:extLst>
          </p:cNvPr>
          <p:cNvSpPr>
            <a:spLocks noGrp="1"/>
          </p:cNvSpPr>
          <p:nvPr>
            <p:ph type="body" sz="quarter" idx="10" hasCustomPrompt="1"/>
          </p:nvPr>
        </p:nvSpPr>
        <p:spPr>
          <a:xfrm>
            <a:off x="762000" y="396240"/>
            <a:ext cx="10668001" cy="355601"/>
          </a:xfrm>
          <a:prstGeom prst="rect">
            <a:avLst/>
          </a:prstGeom>
        </p:spPr>
        <p:txBody>
          <a:bodyPr anchor="ctr"/>
          <a:lstStyle>
            <a:lvl1pPr marL="0" indent="0" algn="ctr">
              <a:buNone/>
              <a:defRPr lang="en-UA" sz="1867" kern="1200" spc="333" dirty="0">
                <a:solidFill>
                  <a:schemeClr val="accent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358500819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userDrawn="1">
  <p:cSld name="IMAGE-Layout-117">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724400" y="624840"/>
            <a:ext cx="6858000" cy="5608320"/>
          </a:xfrm>
          <a:prstGeom prst="roundRect">
            <a:avLst>
              <a:gd name="adj" fmla="val 3727"/>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6177015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IMAGE-Layout-11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7A86A2D-80E2-48E5-B1F6-4F8C81EE1343}"/>
              </a:ext>
            </a:extLst>
          </p:cNvPr>
          <p:cNvSpPr>
            <a:spLocks noGrp="1"/>
          </p:cNvSpPr>
          <p:nvPr>
            <p:ph type="pic" sz="quarter" idx="11"/>
          </p:nvPr>
        </p:nvSpPr>
        <p:spPr>
          <a:xfrm>
            <a:off x="609600" y="624840"/>
            <a:ext cx="6858000" cy="5608320"/>
          </a:xfrm>
          <a:prstGeom prst="roundRect">
            <a:avLst>
              <a:gd name="adj" fmla="val 355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531581842"/>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userDrawn="1">
  <p:cSld name="IMAGE-Layout-11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24400" y="627888"/>
            <a:ext cx="6858000" cy="5608320"/>
          </a:xfrm>
          <a:prstGeom prst="roundRect">
            <a:avLst>
              <a:gd name="adj" fmla="val 3727"/>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571928944"/>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4464">
          <p15:clr>
            <a:srgbClr val="FBAE40"/>
          </p15:clr>
        </p15:guide>
        <p15:guide id="4" pos="3888">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userDrawn="1">
  <p:cSld name="IMAGE-Layout-120">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609600" y="627888"/>
            <a:ext cx="6858000" cy="5614416"/>
          </a:xfrm>
          <a:prstGeom prst="roundRect">
            <a:avLst>
              <a:gd name="adj" fmla="val 3569"/>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19135082"/>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7056">
          <p15:clr>
            <a:srgbClr val="FBAE40"/>
          </p15:clr>
        </p15:guide>
        <p15:guide id="4" pos="4464">
          <p15:clr>
            <a:srgbClr val="FBAE40"/>
          </p15:clr>
        </p15:guide>
        <p15:guide id="5" pos="4896">
          <p15:clr>
            <a:srgbClr val="FBAE40"/>
          </p15:clr>
        </p15:guide>
        <p15:guide id="6" pos="6624">
          <p15:clr>
            <a:srgbClr val="FBAE40"/>
          </p15:clr>
        </p15:guide>
        <p15:guide id="7" pos="7632">
          <p15:clr>
            <a:srgbClr val="FBAE40"/>
          </p15:clr>
        </p15:guide>
        <p15:guide id="8" pos="388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IMAGE-Layout-121">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752848" y="2254207"/>
            <a:ext cx="2346960" cy="234696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4" name="Title 4">
            <a:extLst>
              <a:ext uri="{FF2B5EF4-FFF2-40B4-BE49-F238E27FC236}">
                <a16:creationId xmlns:a16="http://schemas.microsoft.com/office/drawing/2014/main" id="{C9614C9E-3D8C-47CB-8BCB-66D98B2EC01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77992039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IMAGE-Layout-122">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905000" y="1622701"/>
            <a:ext cx="1524000" cy="15240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905000" y="3711299"/>
            <a:ext cx="1524000" cy="15240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510F5D02-55ED-4EA4-B7B3-347E951403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35616848"/>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IMAGE-Layout-123">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6EDA7AB7-33DF-BD46-AB8B-02E37949E421}"/>
              </a:ext>
            </a:extLst>
          </p:cNvPr>
          <p:cNvSpPr>
            <a:spLocks noGrp="1" noChangeAspect="1"/>
          </p:cNvSpPr>
          <p:nvPr>
            <p:ph type="pic" sz="quarter" idx="13"/>
          </p:nvPr>
        </p:nvSpPr>
        <p:spPr>
          <a:xfrm>
            <a:off x="1165693" y="2801874"/>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2">
            <a:extLst>
              <a:ext uri="{FF2B5EF4-FFF2-40B4-BE49-F238E27FC236}">
                <a16:creationId xmlns:a16="http://schemas.microsoft.com/office/drawing/2014/main" id="{16B7D76E-9414-3045-81FD-7BEF4A9AEA78}"/>
              </a:ext>
            </a:extLst>
          </p:cNvPr>
          <p:cNvSpPr>
            <a:spLocks noGrp="1" noChangeAspect="1"/>
          </p:cNvSpPr>
          <p:nvPr>
            <p:ph type="pic" sz="quarter" idx="14"/>
          </p:nvPr>
        </p:nvSpPr>
        <p:spPr>
          <a:xfrm>
            <a:off x="1165693" y="4356033"/>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165693" y="1246192"/>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2B903F16-A6BA-4DF7-ABFF-05463A2A300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85157150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IMAGE-Layout-124">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2520293" y="1669806"/>
            <a:ext cx="2023872" cy="202387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AD3264B4-0A33-0F42-B162-461C536D5376}"/>
              </a:ext>
            </a:extLst>
          </p:cNvPr>
          <p:cNvSpPr>
            <a:spLocks noGrp="1" noChangeAspect="1"/>
          </p:cNvSpPr>
          <p:nvPr>
            <p:ph type="pic" sz="quarter" idx="12"/>
          </p:nvPr>
        </p:nvSpPr>
        <p:spPr>
          <a:xfrm>
            <a:off x="7337259" y="1669806"/>
            <a:ext cx="2023872" cy="202387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0582B724-2DE7-4DD8-8B83-2D7CA97BFCC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51611260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IMAGE-Layout-125">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787160"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2">
            <a:extLst>
              <a:ext uri="{FF2B5EF4-FFF2-40B4-BE49-F238E27FC236}">
                <a16:creationId xmlns:a16="http://schemas.microsoft.com/office/drawing/2014/main" id="{00D1B728-F65B-1049-A423-4018D50F1E2D}"/>
              </a:ext>
            </a:extLst>
          </p:cNvPr>
          <p:cNvSpPr>
            <a:spLocks noGrp="1" noChangeAspect="1"/>
          </p:cNvSpPr>
          <p:nvPr>
            <p:ph type="pic" sz="quarter" idx="12"/>
          </p:nvPr>
        </p:nvSpPr>
        <p:spPr>
          <a:xfrm>
            <a:off x="5139455"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2">
            <a:extLst>
              <a:ext uri="{FF2B5EF4-FFF2-40B4-BE49-F238E27FC236}">
                <a16:creationId xmlns:a16="http://schemas.microsoft.com/office/drawing/2014/main" id="{2E925699-281D-D34C-8E74-602EA1212DED}"/>
              </a:ext>
            </a:extLst>
          </p:cNvPr>
          <p:cNvSpPr>
            <a:spLocks noGrp="1" noChangeAspect="1"/>
          </p:cNvSpPr>
          <p:nvPr>
            <p:ph type="pic" sz="quarter" idx="13"/>
          </p:nvPr>
        </p:nvSpPr>
        <p:spPr>
          <a:xfrm>
            <a:off x="8529155"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279620E3-E26D-468F-A5AA-E9B9AE5E97F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18728696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IMAGE-Layout-126">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02B1CD80-073E-FC48-97A5-FEE449811055}"/>
              </a:ext>
            </a:extLst>
          </p:cNvPr>
          <p:cNvSpPr>
            <a:spLocks noGrp="1" noChangeAspect="1"/>
          </p:cNvSpPr>
          <p:nvPr>
            <p:ph type="pic" sz="quarter" idx="11"/>
          </p:nvPr>
        </p:nvSpPr>
        <p:spPr>
          <a:xfrm>
            <a:off x="1167871"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2">
            <a:extLst>
              <a:ext uri="{FF2B5EF4-FFF2-40B4-BE49-F238E27FC236}">
                <a16:creationId xmlns:a16="http://schemas.microsoft.com/office/drawing/2014/main" id="{3461EC8E-8C72-EE43-B452-AB416A04E632}"/>
              </a:ext>
            </a:extLst>
          </p:cNvPr>
          <p:cNvSpPr>
            <a:spLocks noGrp="1" noChangeAspect="1"/>
          </p:cNvSpPr>
          <p:nvPr>
            <p:ph type="pic" sz="quarter" idx="12"/>
          </p:nvPr>
        </p:nvSpPr>
        <p:spPr>
          <a:xfrm>
            <a:off x="3843691"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2">
            <a:extLst>
              <a:ext uri="{FF2B5EF4-FFF2-40B4-BE49-F238E27FC236}">
                <a16:creationId xmlns:a16="http://schemas.microsoft.com/office/drawing/2014/main" id="{2754217B-17E2-0C41-BF2A-2295F77DD588}"/>
              </a:ext>
            </a:extLst>
          </p:cNvPr>
          <p:cNvSpPr>
            <a:spLocks noGrp="1" noChangeAspect="1"/>
          </p:cNvSpPr>
          <p:nvPr>
            <p:ph type="pic" sz="quarter" idx="13"/>
          </p:nvPr>
        </p:nvSpPr>
        <p:spPr>
          <a:xfrm>
            <a:off x="6519510"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2" name="Picture Placeholder 2">
            <a:extLst>
              <a:ext uri="{FF2B5EF4-FFF2-40B4-BE49-F238E27FC236}">
                <a16:creationId xmlns:a16="http://schemas.microsoft.com/office/drawing/2014/main" id="{6A1C50D3-A699-074D-961E-9E2391BED581}"/>
              </a:ext>
            </a:extLst>
          </p:cNvPr>
          <p:cNvSpPr>
            <a:spLocks noGrp="1" noChangeAspect="1"/>
          </p:cNvSpPr>
          <p:nvPr>
            <p:ph type="pic" sz="quarter" idx="14"/>
          </p:nvPr>
        </p:nvSpPr>
        <p:spPr>
          <a:xfrm>
            <a:off x="9195329"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Title 4">
            <a:extLst>
              <a:ext uri="{FF2B5EF4-FFF2-40B4-BE49-F238E27FC236}">
                <a16:creationId xmlns:a16="http://schemas.microsoft.com/office/drawing/2014/main" id="{A160751B-E67B-4E08-9503-4B1526F2528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69435698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IMAGE-Layout-127">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7217D4CB-A698-D74A-A732-CB04DCE47B70}"/>
              </a:ext>
            </a:extLst>
          </p:cNvPr>
          <p:cNvSpPr>
            <a:spLocks noGrp="1" noChangeAspect="1"/>
          </p:cNvSpPr>
          <p:nvPr>
            <p:ph type="pic" sz="quarter" idx="13"/>
          </p:nvPr>
        </p:nvSpPr>
        <p:spPr>
          <a:xfrm>
            <a:off x="1473661" y="3649240"/>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2">
            <a:extLst>
              <a:ext uri="{FF2B5EF4-FFF2-40B4-BE49-F238E27FC236}">
                <a16:creationId xmlns:a16="http://schemas.microsoft.com/office/drawing/2014/main" id="{A0A7330D-6470-8E48-AB41-17C032110911}"/>
              </a:ext>
            </a:extLst>
          </p:cNvPr>
          <p:cNvSpPr>
            <a:spLocks noGrp="1" noChangeAspect="1"/>
          </p:cNvSpPr>
          <p:nvPr>
            <p:ph type="pic" sz="quarter" idx="14"/>
          </p:nvPr>
        </p:nvSpPr>
        <p:spPr>
          <a:xfrm>
            <a:off x="6463790" y="1757912"/>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2">
            <a:extLst>
              <a:ext uri="{FF2B5EF4-FFF2-40B4-BE49-F238E27FC236}">
                <a16:creationId xmlns:a16="http://schemas.microsoft.com/office/drawing/2014/main" id="{D340C943-4790-9348-93AD-9486360732E2}"/>
              </a:ext>
            </a:extLst>
          </p:cNvPr>
          <p:cNvSpPr>
            <a:spLocks noGrp="1" noChangeAspect="1"/>
          </p:cNvSpPr>
          <p:nvPr>
            <p:ph type="pic" sz="quarter" idx="15"/>
          </p:nvPr>
        </p:nvSpPr>
        <p:spPr>
          <a:xfrm>
            <a:off x="6463790" y="3649240"/>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473661" y="1757912"/>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Title 4">
            <a:extLst>
              <a:ext uri="{FF2B5EF4-FFF2-40B4-BE49-F238E27FC236}">
                <a16:creationId xmlns:a16="http://schemas.microsoft.com/office/drawing/2014/main" id="{7E9D3BE8-D975-43CB-A997-BE76A4E2420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61431275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IMAGE-Layout-128">
    <p:spTree>
      <p:nvGrpSpPr>
        <p:cNvPr id="1" name=""/>
        <p:cNvGrpSpPr/>
        <p:nvPr/>
      </p:nvGrpSpPr>
      <p:grpSpPr>
        <a:xfrm>
          <a:off x="0" y="0"/>
          <a:ext cx="0" cy="0"/>
          <a:chOff x="0" y="0"/>
          <a:chExt cx="0" cy="0"/>
        </a:xfrm>
      </p:grpSpPr>
      <p:sp>
        <p:nvSpPr>
          <p:cNvPr id="17" name="Picture Placeholder 2">
            <a:extLst>
              <a:ext uri="{FF2B5EF4-FFF2-40B4-BE49-F238E27FC236}">
                <a16:creationId xmlns:a16="http://schemas.microsoft.com/office/drawing/2014/main" id="{331383DF-C87E-DD43-9830-5DB32A4F8CAA}"/>
              </a:ext>
            </a:extLst>
          </p:cNvPr>
          <p:cNvSpPr>
            <a:spLocks noGrp="1" noChangeAspect="1"/>
          </p:cNvSpPr>
          <p:nvPr>
            <p:ph type="pic" sz="quarter" idx="13"/>
          </p:nvPr>
        </p:nvSpPr>
        <p:spPr>
          <a:xfrm>
            <a:off x="5583323"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8" name="Picture Placeholder 2">
            <a:extLst>
              <a:ext uri="{FF2B5EF4-FFF2-40B4-BE49-F238E27FC236}">
                <a16:creationId xmlns:a16="http://schemas.microsoft.com/office/drawing/2014/main" id="{30162CC3-F132-3B46-BD96-27CA8DA6B91C}"/>
              </a:ext>
            </a:extLst>
          </p:cNvPr>
          <p:cNvSpPr>
            <a:spLocks noGrp="1" noChangeAspect="1"/>
          </p:cNvSpPr>
          <p:nvPr>
            <p:ph type="pic" sz="quarter" idx="14"/>
          </p:nvPr>
        </p:nvSpPr>
        <p:spPr>
          <a:xfrm>
            <a:off x="2144268"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9" name="Picture Placeholder 2">
            <a:extLst>
              <a:ext uri="{FF2B5EF4-FFF2-40B4-BE49-F238E27FC236}">
                <a16:creationId xmlns:a16="http://schemas.microsoft.com/office/drawing/2014/main" id="{0656FEB2-C81F-E94C-9846-796BCD57E2B0}"/>
              </a:ext>
            </a:extLst>
          </p:cNvPr>
          <p:cNvSpPr>
            <a:spLocks noGrp="1" noChangeAspect="1"/>
          </p:cNvSpPr>
          <p:nvPr>
            <p:ph type="pic" sz="quarter" idx="15"/>
          </p:nvPr>
        </p:nvSpPr>
        <p:spPr>
          <a:xfrm>
            <a:off x="9025023"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0" name="Picture Placeholder 2">
            <a:extLst>
              <a:ext uri="{FF2B5EF4-FFF2-40B4-BE49-F238E27FC236}">
                <a16:creationId xmlns:a16="http://schemas.microsoft.com/office/drawing/2014/main" id="{FF4EDF61-F78B-F943-94CD-411CA8869611}"/>
              </a:ext>
            </a:extLst>
          </p:cNvPr>
          <p:cNvSpPr>
            <a:spLocks noGrp="1" noChangeAspect="1"/>
          </p:cNvSpPr>
          <p:nvPr>
            <p:ph type="pic" sz="quarter" idx="16"/>
          </p:nvPr>
        </p:nvSpPr>
        <p:spPr>
          <a:xfrm>
            <a:off x="5583323"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1" name="Picture Placeholder 2">
            <a:extLst>
              <a:ext uri="{FF2B5EF4-FFF2-40B4-BE49-F238E27FC236}">
                <a16:creationId xmlns:a16="http://schemas.microsoft.com/office/drawing/2014/main" id="{4FBB1A8C-7C06-3242-900A-A8C878E1DC33}"/>
              </a:ext>
            </a:extLst>
          </p:cNvPr>
          <p:cNvSpPr>
            <a:spLocks noGrp="1" noChangeAspect="1"/>
          </p:cNvSpPr>
          <p:nvPr>
            <p:ph type="pic" sz="quarter" idx="17"/>
          </p:nvPr>
        </p:nvSpPr>
        <p:spPr>
          <a:xfrm>
            <a:off x="9025023"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2144268"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Title 4">
            <a:extLst>
              <a:ext uri="{FF2B5EF4-FFF2-40B4-BE49-F238E27FC236}">
                <a16:creationId xmlns:a16="http://schemas.microsoft.com/office/drawing/2014/main" id="{D42FB4DC-934D-4FE9-9A83-83D37D452D0E}"/>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94905019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IMAGE-Layout-129">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4FBB1A8C-7C06-3242-900A-A8C878E1DC33}"/>
              </a:ext>
            </a:extLst>
          </p:cNvPr>
          <p:cNvSpPr>
            <a:spLocks noGrp="1" noChangeAspect="1"/>
          </p:cNvSpPr>
          <p:nvPr>
            <p:ph type="pic" sz="quarter" idx="17"/>
          </p:nvPr>
        </p:nvSpPr>
        <p:spPr>
          <a:xfrm>
            <a:off x="6900510"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2" name="Picture Placeholder 2">
            <a:extLst>
              <a:ext uri="{FF2B5EF4-FFF2-40B4-BE49-F238E27FC236}">
                <a16:creationId xmlns:a16="http://schemas.microsoft.com/office/drawing/2014/main" id="{DE330097-3475-7242-98BA-D3B965F36BDF}"/>
              </a:ext>
            </a:extLst>
          </p:cNvPr>
          <p:cNvSpPr>
            <a:spLocks noGrp="1" noChangeAspect="1"/>
          </p:cNvSpPr>
          <p:nvPr>
            <p:ph type="pic" sz="quarter" idx="18"/>
          </p:nvPr>
        </p:nvSpPr>
        <p:spPr>
          <a:xfrm>
            <a:off x="9576329"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3" name="Picture Placeholder 2">
            <a:extLst>
              <a:ext uri="{FF2B5EF4-FFF2-40B4-BE49-F238E27FC236}">
                <a16:creationId xmlns:a16="http://schemas.microsoft.com/office/drawing/2014/main" id="{CAAC40CD-44BD-C140-9CB1-D471FB8A579A}"/>
              </a:ext>
            </a:extLst>
          </p:cNvPr>
          <p:cNvSpPr>
            <a:spLocks noGrp="1" noChangeAspect="1"/>
          </p:cNvSpPr>
          <p:nvPr>
            <p:ph type="pic" sz="quarter" idx="19"/>
          </p:nvPr>
        </p:nvSpPr>
        <p:spPr>
          <a:xfrm>
            <a:off x="1548871"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4" name="Picture Placeholder 2">
            <a:extLst>
              <a:ext uri="{FF2B5EF4-FFF2-40B4-BE49-F238E27FC236}">
                <a16:creationId xmlns:a16="http://schemas.microsoft.com/office/drawing/2014/main" id="{DB63F645-ED6B-1F4A-BED8-C1048B88523B}"/>
              </a:ext>
            </a:extLst>
          </p:cNvPr>
          <p:cNvSpPr>
            <a:spLocks noGrp="1" noChangeAspect="1"/>
          </p:cNvSpPr>
          <p:nvPr>
            <p:ph type="pic" sz="quarter" idx="20"/>
          </p:nvPr>
        </p:nvSpPr>
        <p:spPr>
          <a:xfrm>
            <a:off x="9576329"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5" name="Picture Placeholder 2">
            <a:extLst>
              <a:ext uri="{FF2B5EF4-FFF2-40B4-BE49-F238E27FC236}">
                <a16:creationId xmlns:a16="http://schemas.microsoft.com/office/drawing/2014/main" id="{F50003B9-5949-F246-9F41-71D7880A258A}"/>
              </a:ext>
            </a:extLst>
          </p:cNvPr>
          <p:cNvSpPr>
            <a:spLocks noGrp="1" noChangeAspect="1"/>
          </p:cNvSpPr>
          <p:nvPr>
            <p:ph type="pic" sz="quarter" idx="21"/>
          </p:nvPr>
        </p:nvSpPr>
        <p:spPr>
          <a:xfrm>
            <a:off x="6900510"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6" name="Picture Placeholder 2">
            <a:extLst>
              <a:ext uri="{FF2B5EF4-FFF2-40B4-BE49-F238E27FC236}">
                <a16:creationId xmlns:a16="http://schemas.microsoft.com/office/drawing/2014/main" id="{940D2A28-1E97-6840-9116-AD07E695925B}"/>
              </a:ext>
            </a:extLst>
          </p:cNvPr>
          <p:cNvSpPr>
            <a:spLocks noGrp="1" noChangeAspect="1"/>
          </p:cNvSpPr>
          <p:nvPr>
            <p:ph type="pic" sz="quarter" idx="22"/>
          </p:nvPr>
        </p:nvSpPr>
        <p:spPr>
          <a:xfrm>
            <a:off x="4224691"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7" name="Picture Placeholder 2">
            <a:extLst>
              <a:ext uri="{FF2B5EF4-FFF2-40B4-BE49-F238E27FC236}">
                <a16:creationId xmlns:a16="http://schemas.microsoft.com/office/drawing/2014/main" id="{40628154-7FF5-BE49-899F-752D83B9F256}"/>
              </a:ext>
            </a:extLst>
          </p:cNvPr>
          <p:cNvSpPr>
            <a:spLocks noGrp="1" noChangeAspect="1"/>
          </p:cNvSpPr>
          <p:nvPr>
            <p:ph type="pic" sz="quarter" idx="23"/>
          </p:nvPr>
        </p:nvSpPr>
        <p:spPr>
          <a:xfrm>
            <a:off x="1548871"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8" name="Picture Placeholder 2">
            <a:extLst>
              <a:ext uri="{FF2B5EF4-FFF2-40B4-BE49-F238E27FC236}">
                <a16:creationId xmlns:a16="http://schemas.microsoft.com/office/drawing/2014/main" id="{1BFBA4F4-63D3-1E4D-9452-31982FB2B824}"/>
              </a:ext>
            </a:extLst>
          </p:cNvPr>
          <p:cNvSpPr>
            <a:spLocks noGrp="1" noChangeAspect="1"/>
          </p:cNvSpPr>
          <p:nvPr>
            <p:ph type="pic" sz="quarter" idx="24"/>
          </p:nvPr>
        </p:nvSpPr>
        <p:spPr>
          <a:xfrm>
            <a:off x="4224691"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A729D0A4-DE0B-4E0A-B74E-23B15CDEA4C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53642755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IMAGE-Layout-130">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1219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207AAEAE-A954-4785-B8AF-9A56B9FDD189}"/>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53860285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IMAGE-Layout-131">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7315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5" name="Title 4">
            <a:extLst>
              <a:ext uri="{FF2B5EF4-FFF2-40B4-BE49-F238E27FC236}">
                <a16:creationId xmlns:a16="http://schemas.microsoft.com/office/drawing/2014/main" id="{0F0710C5-3491-4F0E-BDCE-ED53142EB6C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229095267"/>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userDrawn="1">
  <p:cSld name="IMAGE-Layout-13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1153484" y="888999"/>
            <a:ext cx="5080001" cy="5080001"/>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77451453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userDrawn="1">
  <p:cSld name="IMAGE-Layout-133">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5966489"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84372068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userDrawn="1">
  <p:cSld name="IMAGE-Layout-13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3556000"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9050096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IMAGE-Layout-135">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C3F6C063-08F3-1546-91BE-0C6417D3C600}"/>
              </a:ext>
            </a:extLst>
          </p:cNvPr>
          <p:cNvSpPr>
            <a:spLocks noGrp="1"/>
          </p:cNvSpPr>
          <p:nvPr>
            <p:ph type="pic" sz="quarter" idx="11"/>
          </p:nvPr>
        </p:nvSpPr>
        <p:spPr>
          <a:xfrm>
            <a:off x="1131825" y="1600200"/>
            <a:ext cx="6437376" cy="3657600"/>
          </a:xfrm>
          <a:prstGeom prst="rect">
            <a:avLst/>
          </a:prstGeom>
          <a:solidFill>
            <a:schemeClr val="bg2">
              <a:lumMod val="25000"/>
            </a:schemeClr>
          </a:solidFill>
          <a:effectLst>
            <a:outerShdw blurRad="635000" dist="254000" dir="8100000" algn="tl" rotWithShape="0">
              <a:prstClr val="black">
                <a:alpha val="40000"/>
              </a:prstClr>
            </a:outerShdw>
          </a:effectLst>
          <a:scene3d>
            <a:camera prst="perspectiveLeft" fov="1800000">
              <a:rot lat="0" lon="19800000" rev="0"/>
            </a:camera>
            <a:lightRig rig="threePt" dir="t"/>
          </a:scene3d>
        </p:spPr>
        <p:txBody>
          <a:bodyPr/>
          <a:lstStyle>
            <a:lvl1pPr>
              <a:defRPr>
                <a:solidFill>
                  <a:schemeClr val="bg1"/>
                </a:solidFill>
              </a:defRPr>
            </a:lvl1pPr>
          </a:lstStyle>
          <a:p>
            <a:endParaRPr lang="en-US" dirty="0"/>
          </a:p>
        </p:txBody>
      </p:sp>
      <p:sp>
        <p:nvSpPr>
          <p:cNvPr id="5" name="Title 4">
            <a:extLst>
              <a:ext uri="{FF2B5EF4-FFF2-40B4-BE49-F238E27FC236}">
                <a16:creationId xmlns:a16="http://schemas.microsoft.com/office/drawing/2014/main" id="{B18FADB5-BBC6-48B8-BAD5-05E17CCF088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45150293"/>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IMAGE-Layout-136">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F1AB134-5D41-4117-B99A-536237A54A81}"/>
              </a:ext>
            </a:extLst>
          </p:cNvPr>
          <p:cNvSpPr>
            <a:spLocks noGrp="1"/>
          </p:cNvSpPr>
          <p:nvPr>
            <p:ph type="pic" sz="quarter" idx="10"/>
          </p:nvPr>
        </p:nvSpPr>
        <p:spPr>
          <a:xfrm>
            <a:off x="4622799" y="1618488"/>
            <a:ext cx="6437376" cy="3657600"/>
          </a:xfrm>
          <a:prstGeom prst="rect">
            <a:avLst/>
          </a:prstGeom>
          <a:solidFill>
            <a:schemeClr val="bg2">
              <a:lumMod val="25000"/>
            </a:schemeClr>
          </a:solidFill>
          <a:effectLst>
            <a:outerShdw blurRad="635000" dist="254000" dir="2700000" algn="tl" rotWithShape="0">
              <a:prstClr val="black">
                <a:alpha val="40000"/>
              </a:prstClr>
            </a:outerShdw>
          </a:effectLst>
          <a:scene3d>
            <a:camera prst="perspectiveLeft" fov="1800000">
              <a:rot lat="0" lon="1800000" rev="0"/>
            </a:camera>
            <a:lightRig rig="threePt" dir="t"/>
          </a:scene3d>
        </p:spPr>
        <p:txBody>
          <a:bodyPr/>
          <a:lstStyle>
            <a:lvl1pPr>
              <a:defRPr>
                <a:solidFill>
                  <a:schemeClr val="bg1"/>
                </a:solidFill>
              </a:defRPr>
            </a:lvl1pPr>
          </a:lstStyle>
          <a:p>
            <a:endParaRPr lang="en-US" dirty="0"/>
          </a:p>
        </p:txBody>
      </p:sp>
      <p:sp>
        <p:nvSpPr>
          <p:cNvPr id="4" name="Title 4">
            <a:extLst>
              <a:ext uri="{FF2B5EF4-FFF2-40B4-BE49-F238E27FC236}">
                <a16:creationId xmlns:a16="http://schemas.microsoft.com/office/drawing/2014/main" id="{0A104048-5402-45D2-9482-F49ACFEF33D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18847609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IMAGE-Layout-137">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6E47E6BA-2686-48D6-A506-1873E70E2635}"/>
              </a:ext>
            </a:extLst>
          </p:cNvPr>
          <p:cNvSpPr>
            <a:spLocks noGrp="1"/>
          </p:cNvSpPr>
          <p:nvPr>
            <p:ph type="pic" sz="quarter" idx="11"/>
          </p:nvPr>
        </p:nvSpPr>
        <p:spPr>
          <a:xfrm>
            <a:off x="914400" y="1295400"/>
            <a:ext cx="4267200" cy="4267200"/>
          </a:xfrm>
          <a:prstGeom prst="roundRect">
            <a:avLst>
              <a:gd name="adj" fmla="val 506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87571E55-D3A1-479B-9E8A-3662F061B42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917019329"/>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IMAGE-Layout-138">
    <p:spTree>
      <p:nvGrpSpPr>
        <p:cNvPr id="1" name=""/>
        <p:cNvGrpSpPr/>
        <p:nvPr/>
      </p:nvGrpSpPr>
      <p:grpSpPr>
        <a:xfrm>
          <a:off x="0" y="0"/>
          <a:ext cx="0" cy="0"/>
          <a:chOff x="0" y="0"/>
          <a:chExt cx="0" cy="0"/>
        </a:xfrm>
      </p:grpSpPr>
      <p:sp>
        <p:nvSpPr>
          <p:cNvPr id="3" name="Picture Placeholder 2"/>
          <p:cNvSpPr>
            <a:spLocks noGrp="1" noChangeAspect="1"/>
          </p:cNvSpPr>
          <p:nvPr>
            <p:ph type="pic" sz="quarter" idx="11"/>
          </p:nvPr>
        </p:nvSpPr>
        <p:spPr>
          <a:xfrm>
            <a:off x="7010400" y="1295400"/>
            <a:ext cx="4267200" cy="4267200"/>
          </a:xfrm>
          <a:prstGeom prst="roundRect">
            <a:avLst>
              <a:gd name="adj" fmla="val 4762"/>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4" name="Title 4">
            <a:extLst>
              <a:ext uri="{FF2B5EF4-FFF2-40B4-BE49-F238E27FC236}">
                <a16:creationId xmlns:a16="http://schemas.microsoft.com/office/drawing/2014/main" id="{19D240D1-01A3-480D-8E3F-3E310C16BE28}"/>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81417942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userDrawn="1">
  <p:cSld name="IMAGE-Layout-139">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405384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27789216"/>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userDrawn="1">
  <p:cSld name="IMAGE-Layout-140">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069080" y="0"/>
            <a:ext cx="405384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5898168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userDrawn="1">
  <p:cSld name="IMAGE-Layout-14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8836085"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8836085" y="3429000"/>
            <a:ext cx="3355915" cy="3429000"/>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1687674732"/>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userDrawn="1">
  <p:cSld name="IMAGE-Layout-14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14400" y="914400"/>
            <a:ext cx="10363200" cy="4013200"/>
          </a:xfrm>
          <a:prstGeom prst="roundRect">
            <a:avLst>
              <a:gd name="adj" fmla="val 38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6947018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userDrawn="1">
  <p:cSld name="IMAGE-Layout-143">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2286001" y="0"/>
            <a:ext cx="9905999"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1976723112"/>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userDrawn="1">
  <p:cSld name="IMAGE-Layout-144">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228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08410412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userDrawn="1">
  <p:cSld name="IMAGE-Layout-145">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24400" y="0"/>
            <a:ext cx="746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217734"/>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4464">
          <p15:clr>
            <a:srgbClr val="FBAE40"/>
          </p15:clr>
        </p15:guide>
        <p15:guide id="4" pos="3888">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userDrawn="1">
  <p:cSld name="IMAGE-Layout-146">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746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3365174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7056">
          <p15:clr>
            <a:srgbClr val="FBAE40"/>
          </p15:clr>
        </p15:guide>
        <p15:guide id="4" pos="4464">
          <p15:clr>
            <a:srgbClr val="FBAE40"/>
          </p15:clr>
        </p15:guide>
        <p15:guide id="5" pos="4896">
          <p15:clr>
            <a:srgbClr val="FBAE40"/>
          </p15:clr>
        </p15:guide>
        <p15:guide id="6" pos="6624">
          <p15:clr>
            <a:srgbClr val="FBAE40"/>
          </p15:clr>
        </p15:guide>
        <p15:guide id="7" pos="7632">
          <p15:clr>
            <a:srgbClr val="FBAE40"/>
          </p15:clr>
        </p15:guide>
        <p15:guide id="8" pos="3888">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userDrawn="1">
  <p:cSld name="IMAGE-Layout-147">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ADB39397-71E6-4819-B00B-7887732586A7}"/>
              </a:ext>
            </a:extLst>
          </p:cNvPr>
          <p:cNvSpPr>
            <a:spLocks noGrp="1"/>
          </p:cNvSpPr>
          <p:nvPr>
            <p:ph type="pic" sz="quarter" idx="15"/>
          </p:nvPr>
        </p:nvSpPr>
        <p:spPr>
          <a:xfrm>
            <a:off x="1828800" y="624840"/>
            <a:ext cx="4876800" cy="560832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17010046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userDrawn="1">
  <p:cSld name="IMAGE-Layout-148">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070600" y="-1955800"/>
            <a:ext cx="6959600" cy="6959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709366356"/>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userDrawn="1">
  <p:cSld name="IMAGE-Layout-149">
    <p:spTree>
      <p:nvGrpSpPr>
        <p:cNvPr id="1" name=""/>
        <p:cNvGrpSpPr/>
        <p:nvPr/>
      </p:nvGrpSpPr>
      <p:grpSpPr>
        <a:xfrm>
          <a:off x="0" y="0"/>
          <a:ext cx="0" cy="0"/>
          <a:chOff x="0" y="0"/>
          <a:chExt cx="0" cy="0"/>
        </a:xfrm>
      </p:grpSpPr>
      <p:sp>
        <p:nvSpPr>
          <p:cNvPr id="4" name="Picture Placeholder 2"/>
          <p:cNvSpPr>
            <a:spLocks noGrp="1"/>
          </p:cNvSpPr>
          <p:nvPr>
            <p:ph type="pic" sz="quarter" idx="11"/>
          </p:nvPr>
        </p:nvSpPr>
        <p:spPr>
          <a:xfrm>
            <a:off x="-1066800" y="1397000"/>
            <a:ext cx="6959600" cy="6959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74700820"/>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IMAGE-Layout-150">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914400"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9" name="Picture Placeholder 5"/>
          <p:cNvSpPr>
            <a:spLocks noGrp="1"/>
          </p:cNvSpPr>
          <p:nvPr>
            <p:ph type="pic" sz="quarter" idx="12"/>
          </p:nvPr>
        </p:nvSpPr>
        <p:spPr>
          <a:xfrm>
            <a:off x="4575175"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20" name="Picture Placeholder 5"/>
          <p:cNvSpPr>
            <a:spLocks noGrp="1"/>
          </p:cNvSpPr>
          <p:nvPr>
            <p:ph type="pic" sz="quarter" idx="13"/>
          </p:nvPr>
        </p:nvSpPr>
        <p:spPr>
          <a:xfrm>
            <a:off x="8229600"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Title 4">
            <a:extLst>
              <a:ext uri="{FF2B5EF4-FFF2-40B4-BE49-F238E27FC236}">
                <a16:creationId xmlns:a16="http://schemas.microsoft.com/office/drawing/2014/main" id="{22BF8193-0CDD-4864-9D8F-6BF6C418305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70541379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MOCKUP-Layout-01">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2341880" y="1593427"/>
            <a:ext cx="1679787" cy="3626273"/>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256830724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MOCKUP-Layout-02">
    <p:bg>
      <p:bgPr>
        <a:solidFill>
          <a:schemeClr val="tx1"/>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F1AB134-5D41-4117-B99A-536237A54A81}"/>
              </a:ext>
            </a:extLst>
          </p:cNvPr>
          <p:cNvSpPr>
            <a:spLocks noGrp="1"/>
          </p:cNvSpPr>
          <p:nvPr>
            <p:ph type="pic" sz="quarter" idx="10"/>
          </p:nvPr>
        </p:nvSpPr>
        <p:spPr>
          <a:xfrm>
            <a:off x="4716800" y="2025000"/>
            <a:ext cx="6052800" cy="2808000"/>
          </a:xfrm>
          <a:prstGeom prst="rect">
            <a:avLst/>
          </a:prstGeom>
          <a:solidFill>
            <a:schemeClr val="accent1"/>
          </a:solidFill>
          <a:scene3d>
            <a:camera prst="perspectiveLeft" fov="1800000">
              <a:rot lat="0" lon="1800000" rev="0"/>
            </a:camera>
            <a:lightRig rig="threePt" dir="t"/>
          </a:scene3d>
        </p:spPr>
        <p:txBody>
          <a:bodyPr/>
          <a:lstStyle/>
          <a:p>
            <a:endParaRPr lang="en-US" dirty="0"/>
          </a:p>
        </p:txBody>
      </p:sp>
    </p:spTree>
    <p:extLst>
      <p:ext uri="{BB962C8B-B14F-4D97-AF65-F5344CB8AC3E}">
        <p14:creationId xmlns:p14="http://schemas.microsoft.com/office/powerpoint/2010/main" val="3856719575"/>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MOCKUP-Layout-03">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5633440" y="2143760"/>
            <a:ext cx="5571067" cy="25908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256266462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MOCKUP-Layout-04">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0907" y="1593427"/>
            <a:ext cx="1679787" cy="3626273"/>
          </a:xfrm>
          <a:prstGeom prst="rect">
            <a:avLst/>
          </a:prstGeom>
          <a:solidFill>
            <a:schemeClr val="accent1"/>
          </a:solidFill>
          <a:scene3d>
            <a:camera prst="perspectiveRight"/>
            <a:lightRig rig="threePt" dir="t"/>
          </a:scene3d>
        </p:spPr>
        <p:txBody>
          <a:bodyPr/>
          <a:lstStyle>
            <a:lvl1pPr>
              <a:defRPr sz="1600"/>
            </a:lvl1pPr>
          </a:lstStyle>
          <a:p>
            <a:endParaRPr lang="uk-UA"/>
          </a:p>
        </p:txBody>
      </p:sp>
    </p:spTree>
    <p:extLst>
      <p:ext uri="{BB962C8B-B14F-4D97-AF65-F5344CB8AC3E}">
        <p14:creationId xmlns:p14="http://schemas.microsoft.com/office/powerpoint/2010/main" val="3333382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MOCKUP-Layout-05">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5256107" y="1593427"/>
            <a:ext cx="1679787" cy="3626273"/>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87253224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MOCKUP-Layout-06">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8348441" y="1593427"/>
            <a:ext cx="1679787" cy="3626273"/>
          </a:xfrm>
          <a:prstGeom prst="rect">
            <a:avLst/>
          </a:prstGeom>
          <a:solidFill>
            <a:schemeClr val="accent1"/>
          </a:solidFill>
          <a:scene3d>
            <a:camera prst="perspectiveLeft"/>
            <a:lightRig rig="threePt" dir="t"/>
          </a:scene3d>
        </p:spPr>
        <p:txBody>
          <a:bodyPr/>
          <a:lstStyle>
            <a:lvl1pPr>
              <a:defRPr sz="1600"/>
            </a:lvl1pPr>
          </a:lstStyle>
          <a:p>
            <a:endParaRPr lang="uk-UA"/>
          </a:p>
        </p:txBody>
      </p:sp>
    </p:spTree>
    <p:extLst>
      <p:ext uri="{BB962C8B-B14F-4D97-AF65-F5344CB8AC3E}">
        <p14:creationId xmlns:p14="http://schemas.microsoft.com/office/powerpoint/2010/main" val="240481306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MOCKUP-Layout-0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751555F-A749-4DD4-A2C9-97141F2B95C0}"/>
              </a:ext>
            </a:extLst>
          </p:cNvPr>
          <p:cNvSpPr>
            <a:spLocks noGrp="1"/>
          </p:cNvSpPr>
          <p:nvPr>
            <p:ph type="pic" sz="quarter" idx="10"/>
          </p:nvPr>
        </p:nvSpPr>
        <p:spPr>
          <a:xfrm rot="20280000">
            <a:off x="2973600" y="1454400"/>
            <a:ext cx="1464000" cy="3806400"/>
          </a:xfrm>
          <a:prstGeom prst="roundRect">
            <a:avLst>
              <a:gd name="adj" fmla="val 4833"/>
            </a:avLst>
          </a:prstGeom>
          <a:ln>
            <a:noFill/>
          </a:ln>
          <a:scene3d>
            <a:camera prst="perspectiveHeroicExtremeRightFacing" fov="4800000">
              <a:rot lat="449632" lon="20136784" rev="239998"/>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800">
                <a:solidFill>
                  <a:schemeClr val="lt1"/>
                </a:solidFill>
              </a:defRPr>
            </a:lvl1pPr>
          </a:lstStyle>
          <a:p>
            <a:pPr marL="0" lvl="0" algn="ctr"/>
            <a:endParaRPr lang="en-US"/>
          </a:p>
        </p:txBody>
      </p:sp>
    </p:spTree>
    <p:extLst>
      <p:ext uri="{BB962C8B-B14F-4D97-AF65-F5344CB8AC3E}">
        <p14:creationId xmlns:p14="http://schemas.microsoft.com/office/powerpoint/2010/main" val="309806298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MOCKUP-Layout-08">
    <p:bg>
      <p:bgPr>
        <a:solidFill>
          <a:schemeClr val="tx1"/>
        </a:solidFill>
        <a:effectLst/>
      </p:bgPr>
    </p:bg>
    <p:spTree>
      <p:nvGrpSpPr>
        <p:cNvPr id="1" name=""/>
        <p:cNvGrpSpPr/>
        <p:nvPr/>
      </p:nvGrpSpPr>
      <p:grpSpPr>
        <a:xfrm>
          <a:off x="0" y="0"/>
          <a:ext cx="0" cy="0"/>
          <a:chOff x="0" y="0"/>
          <a:chExt cx="0" cy="0"/>
        </a:xfrm>
      </p:grpSpPr>
      <p:sp>
        <p:nvSpPr>
          <p:cNvPr id="17" name="Picture Placeholder 5">
            <a:extLst>
              <a:ext uri="{FF2B5EF4-FFF2-40B4-BE49-F238E27FC236}">
                <a16:creationId xmlns:a16="http://schemas.microsoft.com/office/drawing/2014/main" id="{3605473E-2685-4DD2-B159-832979DD71B7}"/>
              </a:ext>
            </a:extLst>
          </p:cNvPr>
          <p:cNvSpPr>
            <a:spLocks noGrp="1"/>
          </p:cNvSpPr>
          <p:nvPr>
            <p:ph type="pic" sz="quarter" idx="13"/>
          </p:nvPr>
        </p:nvSpPr>
        <p:spPr>
          <a:xfrm>
            <a:off x="3976800" y="2119200"/>
            <a:ext cx="1383792" cy="2473967"/>
          </a:xfrm>
          <a:prstGeom prst="rect">
            <a:avLst/>
          </a:prstGeom>
          <a:solidFill>
            <a:schemeClr val="accent1"/>
          </a:solidFill>
        </p:spPr>
        <p:txBody>
          <a:bodyPr/>
          <a:lstStyle>
            <a:lvl1pPr>
              <a:defRPr sz="1333"/>
            </a:lvl1pPr>
          </a:lstStyle>
          <a:p>
            <a:endParaRPr lang="uk-UA"/>
          </a:p>
        </p:txBody>
      </p:sp>
      <p:sp>
        <p:nvSpPr>
          <p:cNvPr id="18" name="Picture Placeholder 5">
            <a:extLst>
              <a:ext uri="{FF2B5EF4-FFF2-40B4-BE49-F238E27FC236}">
                <a16:creationId xmlns:a16="http://schemas.microsoft.com/office/drawing/2014/main" id="{0148B9DC-A940-406F-8289-9160A7A1D229}"/>
              </a:ext>
            </a:extLst>
          </p:cNvPr>
          <p:cNvSpPr>
            <a:spLocks noGrp="1"/>
          </p:cNvSpPr>
          <p:nvPr>
            <p:ph type="pic" sz="quarter" idx="12"/>
          </p:nvPr>
        </p:nvSpPr>
        <p:spPr>
          <a:xfrm>
            <a:off x="1593600" y="2119200"/>
            <a:ext cx="1383792" cy="2473967"/>
          </a:xfrm>
          <a:prstGeom prst="rect">
            <a:avLst/>
          </a:prstGeom>
          <a:solidFill>
            <a:schemeClr val="accent1"/>
          </a:solidFill>
        </p:spPr>
        <p:txBody>
          <a:bodyPr/>
          <a:lstStyle>
            <a:lvl1pPr>
              <a:defRPr sz="1333"/>
            </a:lvl1pPr>
          </a:lstStyle>
          <a:p>
            <a:endParaRPr lang="uk-UA"/>
          </a:p>
        </p:txBody>
      </p:sp>
      <p:sp>
        <p:nvSpPr>
          <p:cNvPr id="19" name="Picture Placeholder 5">
            <a:extLst>
              <a:ext uri="{FF2B5EF4-FFF2-40B4-BE49-F238E27FC236}">
                <a16:creationId xmlns:a16="http://schemas.microsoft.com/office/drawing/2014/main" id="{58BAED62-30A9-452C-B3E4-5A4C68AFA176}"/>
              </a:ext>
            </a:extLst>
          </p:cNvPr>
          <p:cNvSpPr>
            <a:spLocks noGrp="1"/>
          </p:cNvSpPr>
          <p:nvPr>
            <p:ph type="pic" sz="quarter" idx="11"/>
          </p:nvPr>
        </p:nvSpPr>
        <p:spPr>
          <a:xfrm>
            <a:off x="2661600" y="1924800"/>
            <a:ext cx="1615440" cy="2877312"/>
          </a:xfrm>
          <a:prstGeom prst="rect">
            <a:avLst/>
          </a:prstGeom>
          <a:solidFill>
            <a:schemeClr val="accent1"/>
          </a:solidFill>
        </p:spPr>
        <p:txBody>
          <a:bodyPr/>
          <a:lstStyle>
            <a:lvl1pPr>
              <a:defRPr sz="1333"/>
            </a:lvl1pPr>
          </a:lstStyle>
          <a:p>
            <a:endParaRPr lang="uk-UA"/>
          </a:p>
        </p:txBody>
      </p:sp>
    </p:spTree>
    <p:extLst>
      <p:ext uri="{BB962C8B-B14F-4D97-AF65-F5344CB8AC3E}">
        <p14:creationId xmlns:p14="http://schemas.microsoft.com/office/powerpoint/2010/main" val="330935244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MOCKUP-Layout-09">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5357320" y="2875184"/>
            <a:ext cx="2621280" cy="4701273"/>
          </a:xfrm>
          <a:prstGeom prst="rect">
            <a:avLst/>
          </a:prstGeom>
          <a:solidFill>
            <a:schemeClr val="accent1"/>
          </a:solidFill>
        </p:spPr>
        <p:txBody>
          <a:bodyPr/>
          <a:lstStyle/>
          <a:p>
            <a:endParaRPr lang="uk-UA" dirty="0"/>
          </a:p>
        </p:txBody>
      </p:sp>
      <p:sp>
        <p:nvSpPr>
          <p:cNvPr id="3" name="Picture Placeholder 2"/>
          <p:cNvSpPr>
            <a:spLocks noGrp="1"/>
          </p:cNvSpPr>
          <p:nvPr>
            <p:ph type="pic" sz="quarter" idx="11"/>
          </p:nvPr>
        </p:nvSpPr>
        <p:spPr>
          <a:xfrm>
            <a:off x="9970540" y="2875184"/>
            <a:ext cx="2621280" cy="4701273"/>
          </a:xfrm>
          <a:prstGeom prst="rect">
            <a:avLst/>
          </a:prstGeom>
          <a:solidFill>
            <a:schemeClr val="accent1"/>
          </a:solidFill>
        </p:spPr>
        <p:txBody>
          <a:bodyPr/>
          <a:lstStyle/>
          <a:p>
            <a:endParaRPr lang="uk-UA"/>
          </a:p>
        </p:txBody>
      </p:sp>
      <p:sp>
        <p:nvSpPr>
          <p:cNvPr id="4" name="Picture Placeholder 2"/>
          <p:cNvSpPr>
            <a:spLocks noGrp="1"/>
          </p:cNvSpPr>
          <p:nvPr>
            <p:ph type="pic" sz="quarter" idx="12"/>
          </p:nvPr>
        </p:nvSpPr>
        <p:spPr>
          <a:xfrm>
            <a:off x="7424928" y="2468880"/>
            <a:ext cx="3072384" cy="54376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484512089"/>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MOCKUP-Layout-1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BCB33D3-7FC6-4DC2-95EB-12F4AD78CA33}"/>
              </a:ext>
            </a:extLst>
          </p:cNvPr>
          <p:cNvSpPr>
            <a:spLocks noGrp="1"/>
          </p:cNvSpPr>
          <p:nvPr>
            <p:ph type="pic" sz="quarter" idx="10"/>
          </p:nvPr>
        </p:nvSpPr>
        <p:spPr>
          <a:xfrm rot="1560000">
            <a:off x="6746400" y="861600"/>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9" name="Picture Placeholder 2">
            <a:extLst>
              <a:ext uri="{FF2B5EF4-FFF2-40B4-BE49-F238E27FC236}">
                <a16:creationId xmlns:a16="http://schemas.microsoft.com/office/drawing/2014/main" id="{AA503DBF-31C9-46D2-A64C-C4773F440192}"/>
              </a:ext>
            </a:extLst>
          </p:cNvPr>
          <p:cNvSpPr>
            <a:spLocks noGrp="1"/>
          </p:cNvSpPr>
          <p:nvPr>
            <p:ph type="pic" sz="quarter" idx="11"/>
          </p:nvPr>
        </p:nvSpPr>
        <p:spPr>
          <a:xfrm rot="1560000">
            <a:off x="10056879" y="-286059"/>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10" name="Picture Placeholder 2">
            <a:extLst>
              <a:ext uri="{FF2B5EF4-FFF2-40B4-BE49-F238E27FC236}">
                <a16:creationId xmlns:a16="http://schemas.microsoft.com/office/drawing/2014/main" id="{F9F14B78-D072-4B88-9606-DAB6CF65255A}"/>
              </a:ext>
            </a:extLst>
          </p:cNvPr>
          <p:cNvSpPr>
            <a:spLocks noGrp="1"/>
          </p:cNvSpPr>
          <p:nvPr>
            <p:ph type="pic" sz="quarter" idx="12"/>
          </p:nvPr>
        </p:nvSpPr>
        <p:spPr>
          <a:xfrm rot="1560000">
            <a:off x="7970110" y="3972324"/>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12" name="Picture Placeholder 2">
            <a:extLst>
              <a:ext uri="{FF2B5EF4-FFF2-40B4-BE49-F238E27FC236}">
                <a16:creationId xmlns:a16="http://schemas.microsoft.com/office/drawing/2014/main" id="{92133701-B06D-438C-AF1A-FD2E103A9D7F}"/>
              </a:ext>
            </a:extLst>
          </p:cNvPr>
          <p:cNvSpPr>
            <a:spLocks noGrp="1"/>
          </p:cNvSpPr>
          <p:nvPr>
            <p:ph type="pic" sz="quarter" idx="13"/>
          </p:nvPr>
        </p:nvSpPr>
        <p:spPr>
          <a:xfrm rot="1560000">
            <a:off x="10835229" y="3724358"/>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Tree>
    <p:extLst>
      <p:ext uri="{BB962C8B-B14F-4D97-AF65-F5344CB8AC3E}">
        <p14:creationId xmlns:p14="http://schemas.microsoft.com/office/powerpoint/2010/main" val="340993173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MOCKUP-Layout-11">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9200" y="1480800"/>
            <a:ext cx="1588800" cy="3427200"/>
          </a:xfrm>
          <a:prstGeom prst="rect">
            <a:avLst/>
          </a:prstGeom>
          <a:solidFill>
            <a:schemeClr val="accent1"/>
          </a:solidFill>
        </p:spPr>
        <p:txBody>
          <a:bodyPr/>
          <a:lstStyle>
            <a:lvl1pPr>
              <a:defRPr sz="1600"/>
            </a:lvl1pPr>
          </a:lstStyle>
          <a:p>
            <a:endParaRPr lang="uk-UA"/>
          </a:p>
        </p:txBody>
      </p:sp>
      <p:sp>
        <p:nvSpPr>
          <p:cNvPr id="6" name="Picture Placeholder 5">
            <a:extLst>
              <a:ext uri="{FF2B5EF4-FFF2-40B4-BE49-F238E27FC236}">
                <a16:creationId xmlns:a16="http://schemas.microsoft.com/office/drawing/2014/main" id="{C0AA2FCE-A6A5-40C5-9FC5-A8F862ED5D05}"/>
              </a:ext>
            </a:extLst>
          </p:cNvPr>
          <p:cNvSpPr>
            <a:spLocks noGrp="1"/>
          </p:cNvSpPr>
          <p:nvPr>
            <p:ph type="pic" sz="quarter" idx="12"/>
          </p:nvPr>
        </p:nvSpPr>
        <p:spPr>
          <a:xfrm>
            <a:off x="4222400" y="1480800"/>
            <a:ext cx="1588800" cy="3427200"/>
          </a:xfrm>
          <a:prstGeom prst="rect">
            <a:avLst/>
          </a:prstGeom>
          <a:solidFill>
            <a:schemeClr val="accent1"/>
          </a:solidFill>
        </p:spPr>
        <p:txBody>
          <a:bodyPr/>
          <a:lstStyle>
            <a:lvl1pPr>
              <a:defRPr sz="1600"/>
            </a:lvl1pPr>
          </a:lstStyle>
          <a:p>
            <a:endParaRPr lang="uk-UA"/>
          </a:p>
        </p:txBody>
      </p:sp>
      <p:sp>
        <p:nvSpPr>
          <p:cNvPr id="8" name="Picture Placeholder 5">
            <a:extLst>
              <a:ext uri="{FF2B5EF4-FFF2-40B4-BE49-F238E27FC236}">
                <a16:creationId xmlns:a16="http://schemas.microsoft.com/office/drawing/2014/main" id="{1EE707F1-1BDF-437A-A38C-27FC7F394331}"/>
              </a:ext>
            </a:extLst>
          </p:cNvPr>
          <p:cNvSpPr>
            <a:spLocks noGrp="1"/>
          </p:cNvSpPr>
          <p:nvPr>
            <p:ph type="pic" sz="quarter" idx="13"/>
          </p:nvPr>
        </p:nvSpPr>
        <p:spPr>
          <a:xfrm>
            <a:off x="6685600" y="1480800"/>
            <a:ext cx="1588800" cy="3427200"/>
          </a:xfrm>
          <a:prstGeom prst="rect">
            <a:avLst/>
          </a:prstGeom>
          <a:solidFill>
            <a:schemeClr val="accent1"/>
          </a:solidFill>
        </p:spPr>
        <p:txBody>
          <a:bodyPr/>
          <a:lstStyle>
            <a:lvl1pPr>
              <a:defRPr sz="1600"/>
            </a:lvl1pPr>
          </a:lstStyle>
          <a:p>
            <a:endParaRPr lang="uk-UA"/>
          </a:p>
        </p:txBody>
      </p:sp>
      <p:sp>
        <p:nvSpPr>
          <p:cNvPr id="9" name="Picture Placeholder 5">
            <a:extLst>
              <a:ext uri="{FF2B5EF4-FFF2-40B4-BE49-F238E27FC236}">
                <a16:creationId xmlns:a16="http://schemas.microsoft.com/office/drawing/2014/main" id="{A51DB854-9C07-4915-8532-69CA23092618}"/>
              </a:ext>
            </a:extLst>
          </p:cNvPr>
          <p:cNvSpPr>
            <a:spLocks noGrp="1"/>
          </p:cNvSpPr>
          <p:nvPr>
            <p:ph type="pic" sz="quarter" idx="14"/>
          </p:nvPr>
        </p:nvSpPr>
        <p:spPr>
          <a:xfrm>
            <a:off x="9148800" y="1480800"/>
            <a:ext cx="1588800" cy="34272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280284904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MOCKUP-Layout-12">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9200" y="1651000"/>
            <a:ext cx="1588800" cy="3427200"/>
          </a:xfrm>
          <a:prstGeom prst="rect">
            <a:avLst/>
          </a:prstGeom>
          <a:solidFill>
            <a:schemeClr val="accent1"/>
          </a:solidFill>
        </p:spPr>
        <p:txBody>
          <a:bodyPr/>
          <a:lstStyle>
            <a:lvl1pPr>
              <a:defRPr sz="1600"/>
            </a:lvl1pPr>
          </a:lstStyle>
          <a:p>
            <a:endParaRPr lang="uk-UA"/>
          </a:p>
        </p:txBody>
      </p:sp>
      <p:sp>
        <p:nvSpPr>
          <p:cNvPr id="6" name="Picture Placeholder 5">
            <a:extLst>
              <a:ext uri="{FF2B5EF4-FFF2-40B4-BE49-F238E27FC236}">
                <a16:creationId xmlns:a16="http://schemas.microsoft.com/office/drawing/2014/main" id="{C0AA2FCE-A6A5-40C5-9FC5-A8F862ED5D05}"/>
              </a:ext>
            </a:extLst>
          </p:cNvPr>
          <p:cNvSpPr>
            <a:spLocks noGrp="1"/>
          </p:cNvSpPr>
          <p:nvPr>
            <p:ph type="pic" sz="quarter" idx="12"/>
          </p:nvPr>
        </p:nvSpPr>
        <p:spPr>
          <a:xfrm>
            <a:off x="4222400" y="1651000"/>
            <a:ext cx="1588800" cy="3427200"/>
          </a:xfrm>
          <a:prstGeom prst="rect">
            <a:avLst/>
          </a:prstGeom>
          <a:solidFill>
            <a:schemeClr val="accent1"/>
          </a:solidFill>
        </p:spPr>
        <p:txBody>
          <a:bodyPr/>
          <a:lstStyle>
            <a:lvl1pPr>
              <a:defRPr sz="1600"/>
            </a:lvl1pPr>
          </a:lstStyle>
          <a:p>
            <a:endParaRPr lang="uk-UA"/>
          </a:p>
        </p:txBody>
      </p:sp>
      <p:sp>
        <p:nvSpPr>
          <p:cNvPr id="8" name="Picture Placeholder 5">
            <a:extLst>
              <a:ext uri="{FF2B5EF4-FFF2-40B4-BE49-F238E27FC236}">
                <a16:creationId xmlns:a16="http://schemas.microsoft.com/office/drawing/2014/main" id="{1EE707F1-1BDF-437A-A38C-27FC7F394331}"/>
              </a:ext>
            </a:extLst>
          </p:cNvPr>
          <p:cNvSpPr>
            <a:spLocks noGrp="1"/>
          </p:cNvSpPr>
          <p:nvPr>
            <p:ph type="pic" sz="quarter" idx="13"/>
          </p:nvPr>
        </p:nvSpPr>
        <p:spPr>
          <a:xfrm>
            <a:off x="6685600" y="1651000"/>
            <a:ext cx="1588800" cy="3427200"/>
          </a:xfrm>
          <a:prstGeom prst="rect">
            <a:avLst/>
          </a:prstGeom>
          <a:solidFill>
            <a:schemeClr val="accent1"/>
          </a:solidFill>
        </p:spPr>
        <p:txBody>
          <a:bodyPr/>
          <a:lstStyle>
            <a:lvl1pPr>
              <a:defRPr sz="1600"/>
            </a:lvl1pPr>
          </a:lstStyle>
          <a:p>
            <a:endParaRPr lang="uk-UA"/>
          </a:p>
        </p:txBody>
      </p:sp>
      <p:sp>
        <p:nvSpPr>
          <p:cNvPr id="9" name="Picture Placeholder 5">
            <a:extLst>
              <a:ext uri="{FF2B5EF4-FFF2-40B4-BE49-F238E27FC236}">
                <a16:creationId xmlns:a16="http://schemas.microsoft.com/office/drawing/2014/main" id="{A51DB854-9C07-4915-8532-69CA23092618}"/>
              </a:ext>
            </a:extLst>
          </p:cNvPr>
          <p:cNvSpPr>
            <a:spLocks noGrp="1"/>
          </p:cNvSpPr>
          <p:nvPr>
            <p:ph type="pic" sz="quarter" idx="14"/>
          </p:nvPr>
        </p:nvSpPr>
        <p:spPr>
          <a:xfrm>
            <a:off x="9148800" y="1651000"/>
            <a:ext cx="1588800" cy="34272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202266182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MOCKUP-Layout-13">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076E93-A81C-48AD-A313-F9508C334FC7}"/>
              </a:ext>
            </a:extLst>
          </p:cNvPr>
          <p:cNvSpPr>
            <a:spLocks noGrp="1"/>
          </p:cNvSpPr>
          <p:nvPr>
            <p:ph type="pic" sz="quarter" idx="11"/>
          </p:nvPr>
        </p:nvSpPr>
        <p:spPr>
          <a:xfrm>
            <a:off x="1737360" y="1999488"/>
            <a:ext cx="2487168" cy="3322320"/>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224398633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MOCKUP-Layout-14">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E0EF940-579A-4520-8BE8-936951931675}"/>
              </a:ext>
            </a:extLst>
          </p:cNvPr>
          <p:cNvSpPr>
            <a:spLocks noGrp="1"/>
          </p:cNvSpPr>
          <p:nvPr>
            <p:ph type="pic" sz="quarter" idx="10"/>
          </p:nvPr>
        </p:nvSpPr>
        <p:spPr>
          <a:xfrm>
            <a:off x="5798400" y="1361440"/>
            <a:ext cx="3134783" cy="4165600"/>
          </a:xfrm>
          <a:prstGeom prst="rect">
            <a:avLst/>
          </a:prstGeom>
          <a:solidFill>
            <a:schemeClr val="accent1"/>
          </a:solidFill>
        </p:spPr>
        <p:txBody>
          <a:bodyPr/>
          <a:lstStyle>
            <a:lvl1pPr>
              <a:defRPr sz="1200">
                <a:solidFill>
                  <a:schemeClr val="accent4"/>
                </a:solidFill>
              </a:defRPr>
            </a:lvl1pPr>
          </a:lstStyle>
          <a:p>
            <a:endParaRPr lang="en-US"/>
          </a:p>
        </p:txBody>
      </p:sp>
    </p:spTree>
    <p:extLst>
      <p:ext uri="{BB962C8B-B14F-4D97-AF65-F5344CB8AC3E}">
        <p14:creationId xmlns:p14="http://schemas.microsoft.com/office/powerpoint/2010/main" val="67331472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MOCKUP-Layout-15">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8D99A39A-AA1D-4BDE-98F1-B3A30A1DAFFD}"/>
              </a:ext>
            </a:extLst>
          </p:cNvPr>
          <p:cNvSpPr>
            <a:spLocks noGrp="1"/>
          </p:cNvSpPr>
          <p:nvPr>
            <p:ph type="pic" sz="quarter" idx="11"/>
          </p:nvPr>
        </p:nvSpPr>
        <p:spPr>
          <a:xfrm>
            <a:off x="6337300" y="1828800"/>
            <a:ext cx="4025900" cy="3009900"/>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24881178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MOCKUP-Layout-16">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6870192" y="932688"/>
            <a:ext cx="6644640" cy="49804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320618171"/>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MOCKUP-Layout-17">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rot="1800000">
            <a:off x="3547872" y="-4718304"/>
            <a:ext cx="9796272" cy="74188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4084200663"/>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MOCKUP-Layout-18">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1A3DE550-6E56-4588-A5FD-D80A056A9D13}"/>
              </a:ext>
            </a:extLst>
          </p:cNvPr>
          <p:cNvSpPr>
            <a:spLocks noGrp="1"/>
          </p:cNvSpPr>
          <p:nvPr>
            <p:ph type="pic" sz="quarter" idx="10"/>
          </p:nvPr>
        </p:nvSpPr>
        <p:spPr>
          <a:xfrm>
            <a:off x="3394984" y="1612865"/>
            <a:ext cx="5456916" cy="337823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11925743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MOCKUP-Layout-19">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C59725EF-3921-4A02-B0D1-A587E3AF6FFD}"/>
              </a:ext>
            </a:extLst>
          </p:cNvPr>
          <p:cNvSpPr>
            <a:spLocks noGrp="1"/>
          </p:cNvSpPr>
          <p:nvPr>
            <p:ph type="pic" sz="quarter" idx="10"/>
          </p:nvPr>
        </p:nvSpPr>
        <p:spPr>
          <a:xfrm>
            <a:off x="6063215" y="2270725"/>
            <a:ext cx="3523827" cy="2169671"/>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248405659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MOCKUP-Layout-20">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3FD29A-8BBA-4425-88CD-DF5868D56B5A}"/>
              </a:ext>
            </a:extLst>
          </p:cNvPr>
          <p:cNvSpPr>
            <a:spLocks noGrp="1"/>
          </p:cNvSpPr>
          <p:nvPr>
            <p:ph type="pic" sz="quarter" idx="11"/>
          </p:nvPr>
        </p:nvSpPr>
        <p:spPr>
          <a:xfrm>
            <a:off x="-700820" y="1370661"/>
            <a:ext cx="5959024" cy="367662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46461275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MOCKUP-Layout-21">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C59725EF-3921-4A02-B0D1-A587E3AF6FFD}"/>
              </a:ext>
            </a:extLst>
          </p:cNvPr>
          <p:cNvSpPr>
            <a:spLocks noGrp="1"/>
          </p:cNvSpPr>
          <p:nvPr>
            <p:ph type="pic" sz="quarter" idx="10"/>
          </p:nvPr>
        </p:nvSpPr>
        <p:spPr>
          <a:xfrm>
            <a:off x="1720932" y="2061668"/>
            <a:ext cx="4202896" cy="258778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73952178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MOCKUP-Layout-22">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45D560B-D2F9-4F71-BAEC-8B2E8D1C895E}"/>
              </a:ext>
            </a:extLst>
          </p:cNvPr>
          <p:cNvSpPr>
            <a:spLocks noGrp="1"/>
          </p:cNvSpPr>
          <p:nvPr>
            <p:ph type="pic" sz="quarter" idx="10"/>
          </p:nvPr>
        </p:nvSpPr>
        <p:spPr>
          <a:xfrm>
            <a:off x="6438901" y="1419226"/>
            <a:ext cx="4504267" cy="3466041"/>
          </a:xfrm>
          <a:custGeom>
            <a:avLst/>
            <a:gdLst>
              <a:gd name="connsiteX0" fmla="*/ 0 w 5918200"/>
              <a:gd name="connsiteY0" fmla="*/ 0 h 3916362"/>
              <a:gd name="connsiteX1" fmla="*/ 5918200 w 5918200"/>
              <a:gd name="connsiteY1" fmla="*/ 0 h 3916362"/>
              <a:gd name="connsiteX2" fmla="*/ 5918200 w 5918200"/>
              <a:gd name="connsiteY2" fmla="*/ 3916362 h 3916362"/>
              <a:gd name="connsiteX3" fmla="*/ 0 w 5918200"/>
              <a:gd name="connsiteY3" fmla="*/ 3916362 h 3916362"/>
              <a:gd name="connsiteX4" fmla="*/ 0 w 5918200"/>
              <a:gd name="connsiteY4" fmla="*/ 0 h 3916362"/>
              <a:gd name="connsiteX0" fmla="*/ 0 w 5918200"/>
              <a:gd name="connsiteY0" fmla="*/ 0 h 3916362"/>
              <a:gd name="connsiteX1" fmla="*/ 5918200 w 5918200"/>
              <a:gd name="connsiteY1" fmla="*/ 0 h 3916362"/>
              <a:gd name="connsiteX2" fmla="*/ 5911850 w 5918200"/>
              <a:gd name="connsiteY2" fmla="*/ 3833812 h 3916362"/>
              <a:gd name="connsiteX3" fmla="*/ 0 w 5918200"/>
              <a:gd name="connsiteY3" fmla="*/ 3916362 h 3916362"/>
              <a:gd name="connsiteX4" fmla="*/ 0 w 5918200"/>
              <a:gd name="connsiteY4" fmla="*/ 0 h 391636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914400 w 6750050"/>
              <a:gd name="connsiteY0" fmla="*/ 749300 h 5167312"/>
              <a:gd name="connsiteX1" fmla="*/ 6750050 w 6750050"/>
              <a:gd name="connsiteY1" fmla="*/ 0 h 5167312"/>
              <a:gd name="connsiteX2" fmla="*/ 5911850 w 6750050"/>
              <a:gd name="connsiteY2" fmla="*/ 5084762 h 5167312"/>
              <a:gd name="connsiteX3" fmla="*/ 0 w 6750050"/>
              <a:gd name="connsiteY3" fmla="*/ 5167312 h 5167312"/>
              <a:gd name="connsiteX4" fmla="*/ 914400 w 6750050"/>
              <a:gd name="connsiteY4" fmla="*/ 749300 h 5167312"/>
              <a:gd name="connsiteX0" fmla="*/ 914400 w 6756400"/>
              <a:gd name="connsiteY0" fmla="*/ 781050 h 5199062"/>
              <a:gd name="connsiteX1" fmla="*/ 6756400 w 6756400"/>
              <a:gd name="connsiteY1" fmla="*/ 0 h 5199062"/>
              <a:gd name="connsiteX2" fmla="*/ 5911850 w 6756400"/>
              <a:gd name="connsiteY2" fmla="*/ 5116512 h 5199062"/>
              <a:gd name="connsiteX3" fmla="*/ 0 w 6756400"/>
              <a:gd name="connsiteY3" fmla="*/ 5199062 h 5199062"/>
              <a:gd name="connsiteX4" fmla="*/ 914400 w 6756400"/>
              <a:gd name="connsiteY4" fmla="*/ 781050 h 5199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6400" h="5199062">
                <a:moveTo>
                  <a:pt x="914400" y="781050"/>
                </a:moveTo>
                <a:lnTo>
                  <a:pt x="6756400" y="0"/>
                </a:lnTo>
                <a:cubicBezTo>
                  <a:pt x="6557433" y="1392237"/>
                  <a:pt x="6129867" y="3838575"/>
                  <a:pt x="5911850" y="5116512"/>
                </a:cubicBezTo>
                <a:lnTo>
                  <a:pt x="0" y="5199062"/>
                </a:lnTo>
                <a:lnTo>
                  <a:pt x="914400" y="781050"/>
                </a:lnTo>
                <a:close/>
              </a:path>
            </a:pathLst>
          </a:custGeom>
          <a:solidFill>
            <a:schemeClr val="accent1"/>
          </a:solidFill>
        </p:spPr>
        <p:txBody>
          <a:bodyPr/>
          <a:lstStyle>
            <a:lvl1pPr>
              <a:defRPr sz="1600"/>
            </a:lvl1pPr>
          </a:lstStyle>
          <a:p>
            <a:endParaRPr lang="en-US" dirty="0"/>
          </a:p>
        </p:txBody>
      </p:sp>
    </p:spTree>
    <p:extLst>
      <p:ext uri="{BB962C8B-B14F-4D97-AF65-F5344CB8AC3E}">
        <p14:creationId xmlns:p14="http://schemas.microsoft.com/office/powerpoint/2010/main" val="385332340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MOCKUP-Layout-23">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8BFD967-56A8-431B-A205-17DC04225AF5}"/>
              </a:ext>
            </a:extLst>
          </p:cNvPr>
          <p:cNvSpPr>
            <a:spLocks noGrp="1"/>
          </p:cNvSpPr>
          <p:nvPr>
            <p:ph type="pic" sz="quarter" idx="11"/>
          </p:nvPr>
        </p:nvSpPr>
        <p:spPr>
          <a:xfrm>
            <a:off x="6214808" y="2463800"/>
            <a:ext cx="3517900" cy="2180167"/>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59665933"/>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MOCKUP-Layout-24">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B1DC65-F1F7-43D0-9848-2BDFBBE28F77}"/>
              </a:ext>
            </a:extLst>
          </p:cNvPr>
          <p:cNvSpPr>
            <a:spLocks noGrp="1"/>
          </p:cNvSpPr>
          <p:nvPr>
            <p:ph type="pic" sz="quarter" idx="10"/>
          </p:nvPr>
        </p:nvSpPr>
        <p:spPr>
          <a:xfrm>
            <a:off x="4178922" y="2028576"/>
            <a:ext cx="3834157" cy="237616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4256787163"/>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MOCKUP-Layout-25">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D6F508C4-99DD-4F3B-BD69-3437179772A1}"/>
              </a:ext>
            </a:extLst>
          </p:cNvPr>
          <p:cNvSpPr>
            <a:spLocks noGrp="1"/>
          </p:cNvSpPr>
          <p:nvPr>
            <p:ph type="pic" sz="quarter" idx="11"/>
          </p:nvPr>
        </p:nvSpPr>
        <p:spPr>
          <a:xfrm>
            <a:off x="1416000" y="1656000"/>
            <a:ext cx="4346448" cy="2487168"/>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98226923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MOCKUP-Layout-26">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D6F508C4-99DD-4F3B-BD69-3437179772A1}"/>
              </a:ext>
            </a:extLst>
          </p:cNvPr>
          <p:cNvSpPr>
            <a:spLocks noGrp="1"/>
          </p:cNvSpPr>
          <p:nvPr>
            <p:ph type="pic" sz="quarter" idx="11"/>
          </p:nvPr>
        </p:nvSpPr>
        <p:spPr>
          <a:xfrm>
            <a:off x="6086879" y="1738469"/>
            <a:ext cx="4346448" cy="2487168"/>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72291351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MOCKUP-Layout-2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B1DC65-F1F7-43D0-9848-2BDFBBE28F77}"/>
              </a:ext>
            </a:extLst>
          </p:cNvPr>
          <p:cNvSpPr>
            <a:spLocks noGrp="1"/>
          </p:cNvSpPr>
          <p:nvPr>
            <p:ph type="pic" sz="quarter" idx="10"/>
          </p:nvPr>
        </p:nvSpPr>
        <p:spPr>
          <a:xfrm>
            <a:off x="4119034" y="2087034"/>
            <a:ext cx="3953933" cy="225213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288320798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MOCKUP-Layout-28">
    <p:bg>
      <p:bgPr>
        <a:solidFill>
          <a:schemeClr val="tx1"/>
        </a:solidFill>
        <a:effectLst/>
      </p:bgPr>
    </p:bg>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054CB6AF-2D11-466A-854D-D9FCE0A11361}"/>
              </a:ext>
            </a:extLst>
          </p:cNvPr>
          <p:cNvSpPr>
            <a:spLocks noGrp="1"/>
          </p:cNvSpPr>
          <p:nvPr>
            <p:ph type="pic" sz="quarter" idx="11"/>
          </p:nvPr>
        </p:nvSpPr>
        <p:spPr>
          <a:xfrm>
            <a:off x="1971675" y="2049404"/>
            <a:ext cx="2822575" cy="1592322"/>
          </a:xfrm>
          <a:prstGeom prst="rect">
            <a:avLst/>
          </a:prstGeom>
          <a:solidFill>
            <a:schemeClr val="accent1"/>
          </a:solidFill>
        </p:spPr>
        <p:txBody>
          <a:bodyPr/>
          <a:lstStyle>
            <a:lvl1pPr>
              <a:defRPr sz="1333"/>
            </a:lvl1pPr>
          </a:lstStyle>
          <a:p>
            <a:endParaRPr lang="en-US"/>
          </a:p>
        </p:txBody>
      </p:sp>
      <p:sp>
        <p:nvSpPr>
          <p:cNvPr id="16" name="Picture Placeholder 2">
            <a:extLst>
              <a:ext uri="{FF2B5EF4-FFF2-40B4-BE49-F238E27FC236}">
                <a16:creationId xmlns:a16="http://schemas.microsoft.com/office/drawing/2014/main" id="{BE875F6D-EBF4-49B4-BF83-6FAAAA15616E}"/>
              </a:ext>
            </a:extLst>
          </p:cNvPr>
          <p:cNvSpPr>
            <a:spLocks noGrp="1"/>
          </p:cNvSpPr>
          <p:nvPr>
            <p:ph type="pic" sz="quarter" idx="12"/>
          </p:nvPr>
        </p:nvSpPr>
        <p:spPr>
          <a:xfrm>
            <a:off x="7393557" y="2049404"/>
            <a:ext cx="2822575" cy="1592322"/>
          </a:xfrm>
          <a:prstGeom prst="rect">
            <a:avLst/>
          </a:prstGeom>
          <a:solidFill>
            <a:schemeClr val="accent1"/>
          </a:solidFill>
        </p:spPr>
        <p:txBody>
          <a:bodyPr/>
          <a:lstStyle>
            <a:lvl1pPr>
              <a:defRPr sz="1333"/>
            </a:lvl1pPr>
          </a:lstStyle>
          <a:p>
            <a:endParaRPr lang="en-US"/>
          </a:p>
        </p:txBody>
      </p:sp>
      <p:sp>
        <p:nvSpPr>
          <p:cNvPr id="3" name="Picture Placeholder 2">
            <a:extLst>
              <a:ext uri="{FF2B5EF4-FFF2-40B4-BE49-F238E27FC236}">
                <a16:creationId xmlns:a16="http://schemas.microsoft.com/office/drawing/2014/main" id="{FEEB4D78-79B6-4F4C-B409-C47AFC95006B}"/>
              </a:ext>
            </a:extLst>
          </p:cNvPr>
          <p:cNvSpPr>
            <a:spLocks noGrp="1"/>
          </p:cNvSpPr>
          <p:nvPr>
            <p:ph type="pic" sz="quarter" idx="10"/>
          </p:nvPr>
        </p:nvSpPr>
        <p:spPr>
          <a:xfrm>
            <a:off x="4224338" y="1658409"/>
            <a:ext cx="3743325" cy="211878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349319475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MOCKUP-Layout-29">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2133600" y="2067561"/>
            <a:ext cx="2270549" cy="2697903"/>
          </a:xfrm>
          <a:prstGeom prst="roundRect">
            <a:avLst>
              <a:gd name="adj" fmla="val 14877"/>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157436648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MOCKUP-Layout-3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7071558" y="2468034"/>
            <a:ext cx="1727663" cy="2015067"/>
          </a:xfrm>
          <a:prstGeom prst="roundRect">
            <a:avLst>
              <a:gd name="adj" fmla="val 14877"/>
            </a:avLst>
          </a:prstGeom>
          <a:solidFill>
            <a:schemeClr val="accent1"/>
          </a:solidFill>
        </p:spPr>
        <p:txBody>
          <a:bodyPr/>
          <a:lstStyle>
            <a:lvl1pPr>
              <a:defRPr sz="1333"/>
            </a:lvl1pPr>
          </a:lstStyle>
          <a:p>
            <a:endParaRPr lang="en-US"/>
          </a:p>
        </p:txBody>
      </p:sp>
      <p:sp>
        <p:nvSpPr>
          <p:cNvPr id="10" name="Picture Placeholder 2">
            <a:extLst>
              <a:ext uri="{FF2B5EF4-FFF2-40B4-BE49-F238E27FC236}">
                <a16:creationId xmlns:a16="http://schemas.microsoft.com/office/drawing/2014/main" id="{74C6A049-70BF-4E57-B30A-1B1BD88032BC}"/>
              </a:ext>
            </a:extLst>
          </p:cNvPr>
          <p:cNvSpPr>
            <a:spLocks noGrp="1"/>
          </p:cNvSpPr>
          <p:nvPr>
            <p:ph type="pic" sz="quarter" idx="11"/>
          </p:nvPr>
        </p:nvSpPr>
        <p:spPr>
          <a:xfrm>
            <a:off x="5811718" y="2656840"/>
            <a:ext cx="1414058" cy="1688255"/>
          </a:xfrm>
          <a:prstGeom prst="roundRect">
            <a:avLst>
              <a:gd name="adj" fmla="val 16542"/>
            </a:avLst>
          </a:prstGeom>
          <a:solidFill>
            <a:schemeClr val="accent1"/>
          </a:solidFill>
        </p:spPr>
        <p:txBody>
          <a:bodyPr/>
          <a:lstStyle>
            <a:lvl1pPr>
              <a:defRPr sz="1333"/>
            </a:lvl1pPr>
          </a:lstStyle>
          <a:p>
            <a:endParaRPr lang="en-US"/>
          </a:p>
        </p:txBody>
      </p:sp>
      <p:sp>
        <p:nvSpPr>
          <p:cNvPr id="12" name="Picture Placeholder 2">
            <a:extLst>
              <a:ext uri="{FF2B5EF4-FFF2-40B4-BE49-F238E27FC236}">
                <a16:creationId xmlns:a16="http://schemas.microsoft.com/office/drawing/2014/main" id="{1AF1054F-EE12-4246-A84C-F3DEC7330B90}"/>
              </a:ext>
            </a:extLst>
          </p:cNvPr>
          <p:cNvSpPr>
            <a:spLocks noGrp="1"/>
          </p:cNvSpPr>
          <p:nvPr>
            <p:ph type="pic" sz="quarter" idx="12"/>
          </p:nvPr>
        </p:nvSpPr>
        <p:spPr>
          <a:xfrm>
            <a:off x="8595135" y="2656840"/>
            <a:ext cx="1414058" cy="1688255"/>
          </a:xfrm>
          <a:prstGeom prst="roundRect">
            <a:avLst>
              <a:gd name="adj" fmla="val 16542"/>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148598757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MOCKUP-Layout-31">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59CEDF-23B2-41CD-A753-8733F5FBF7C0}"/>
              </a:ext>
            </a:extLst>
          </p:cNvPr>
          <p:cNvSpPr>
            <a:spLocks noGrp="1"/>
          </p:cNvSpPr>
          <p:nvPr>
            <p:ph type="pic" sz="quarter" idx="10"/>
          </p:nvPr>
        </p:nvSpPr>
        <p:spPr>
          <a:xfrm>
            <a:off x="4240300" y="1955800"/>
            <a:ext cx="6198785" cy="3363829"/>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222353128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2_MOCKUP option 1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4404149" y="1955800"/>
            <a:ext cx="6198785" cy="3363829"/>
          </a:xfrm>
          <a:prstGeom prst="roundRect">
            <a:avLst>
              <a:gd name="adj" fmla="val 0"/>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49685780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userDrawn="1">
  <p:cSld name="IMAGE-02-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BC792C5-AFAE-465C-A73B-2CB890A1FFE4}"/>
              </a:ext>
            </a:extLst>
          </p:cNvPr>
          <p:cNvSpPr>
            <a:spLocks noGrp="1"/>
          </p:cNvSpPr>
          <p:nvPr>
            <p:ph type="pic" sz="quarter" idx="11"/>
          </p:nvPr>
        </p:nvSpPr>
        <p:spPr>
          <a:xfrm>
            <a:off x="6357400" y="895096"/>
            <a:ext cx="4963601" cy="5073904"/>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227068196"/>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userDrawn="1">
  <p:cSld name="IMAGE-03-rounded">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920694" y="945896"/>
            <a:ext cx="4864211" cy="4972304"/>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20007411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userDrawn="1">
  <p:cSld name="2-0-0-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654800" y="1346200"/>
            <a:ext cx="4368800" cy="4165600"/>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1346201"/>
            <a:ext cx="4876800" cy="4165600"/>
          </a:xfrm>
          <a:prstGeom prst="rect">
            <a:avLst/>
          </a:prstGeom>
        </p:spPr>
        <p:txBody>
          <a:bodyPr anchor="ctr"/>
          <a:lstStyle>
            <a:lvl1pPr algn="r"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4122630337"/>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1-0-0-HR-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3124200"/>
          </a:xfrm>
          <a:prstGeom prst="rect">
            <a:avLst/>
          </a:prstGeom>
        </p:spPr>
        <p:txBody>
          <a:bodyPr/>
          <a:lstStyle>
            <a:lvl1pPr algn="l"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6" name="Picture Placeholder 3">
            <a:extLst>
              <a:ext uri="{FF2B5EF4-FFF2-40B4-BE49-F238E27FC236}">
                <a16:creationId xmlns:a16="http://schemas.microsoft.com/office/drawing/2014/main" id="{9C3E7550-4A4D-44BE-BE01-A0F040079177}"/>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355003407"/>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1-0-0-H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4" name="Title 2">
            <a:extLst>
              <a:ext uri="{FF2B5EF4-FFF2-40B4-BE49-F238E27FC236}">
                <a16:creationId xmlns:a16="http://schemas.microsoft.com/office/drawing/2014/main" id="{BB72713A-369B-4E38-A685-B8BFEE3E669B}"/>
              </a:ext>
            </a:extLst>
          </p:cNvPr>
          <p:cNvSpPr>
            <a:spLocks noGrp="1"/>
          </p:cNvSpPr>
          <p:nvPr>
            <p:ph type="title"/>
          </p:nvPr>
        </p:nvSpPr>
        <p:spPr>
          <a:xfrm>
            <a:off x="6705600" y="609600"/>
            <a:ext cx="4876800" cy="5257800"/>
          </a:xfrm>
          <a:prstGeom prst="rect">
            <a:avLst/>
          </a:prstGeom>
        </p:spPr>
        <p:txBody>
          <a:bodyPr/>
          <a:lstStyle>
            <a:lvl1pPr algn="r"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3668103257"/>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userDrawn="1">
  <p:cSld name="1-0-0-LV-Light">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6C2B1033-EE10-44C8-A170-FB72EDAD016F}"/>
              </a:ext>
            </a:extLst>
          </p:cNvPr>
          <p:cNvSpPr>
            <a:spLocks noGrp="1" noChangeAspect="1"/>
          </p:cNvSpPr>
          <p:nvPr>
            <p:ph type="pic" sz="quarter" idx="10" hasCustomPrompt="1"/>
          </p:nvPr>
        </p:nvSpPr>
        <p:spPr>
          <a:xfrm>
            <a:off x="609600" y="609600"/>
            <a:ext cx="10972800" cy="2445192"/>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r>
              <a:rPr lang="en-US" dirty="0"/>
              <a:t>Picture</a:t>
            </a:r>
          </a:p>
        </p:txBody>
      </p:sp>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609600" y="3535680"/>
            <a:ext cx="10972800" cy="1722120"/>
          </a:xfrm>
          <a:prstGeom prst="rect">
            <a:avLst/>
          </a:prstGeom>
        </p:spPr>
        <p:txBody>
          <a:bodyP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87817812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userDrawn="1">
  <p:cSld name="2-0-0-LV-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 y="2362200"/>
            <a:ext cx="10972800" cy="35490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1"/>
            <a:ext cx="10972800" cy="1326091"/>
          </a:xfrm>
          <a:prstGeom prst="rect">
            <a:avLst/>
          </a:prstGeom>
        </p:spPr>
        <p:txBody>
          <a:bodyP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2196125069"/>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userDrawn="1">
  <p:cSld name="4-0-1-Ligh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1524000" y="2623820"/>
            <a:ext cx="9144000" cy="1610360"/>
          </a:xfrm>
          <a:prstGeom prst="rect">
            <a:avLst/>
          </a:prstGeom>
        </p:spPr>
        <p:txBody>
          <a:bodyPr anchor="ct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A31E250B-D855-4CE5-B3FC-FF9838360D43}"/>
              </a:ext>
            </a:extLst>
          </p:cNvPr>
          <p:cNvSpPr>
            <a:spLocks noGrp="1"/>
          </p:cNvSpPr>
          <p:nvPr>
            <p:ph type="body" sz="quarter" idx="11" hasCustomPrompt="1"/>
          </p:nvPr>
        </p:nvSpPr>
        <p:spPr>
          <a:xfrm>
            <a:off x="3352800" y="609600"/>
            <a:ext cx="5486400" cy="266740"/>
          </a:xfrm>
          <a:prstGeom prst="rect">
            <a:avLst/>
          </a:prstGeom>
        </p:spPr>
        <p:txBody>
          <a:bodyPr/>
          <a:lstStyle>
            <a:lvl1pPr marL="0" indent="0" algn="ctr">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542203782"/>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userDrawn="1">
  <p:cSld name="2-0-1-Ligh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609600" y="1848909"/>
            <a:ext cx="9753600" cy="1986491"/>
          </a:xfrm>
          <a:prstGeom prst="rect">
            <a:avLst/>
          </a:prstGeom>
        </p:spPr>
        <p:txBody>
          <a:bodyPr/>
          <a:lstStyle>
            <a:lvl1pPr algn="l" defTabSz="914446" rtl="0" eaLnBrk="1" latinLnBrk="0" hangingPunct="1">
              <a:lnSpc>
                <a:spcPct val="90000"/>
              </a:lnSpc>
              <a:spcBef>
                <a:spcPct val="0"/>
              </a:spcBef>
              <a:buNone/>
              <a:defRPr lang="en-US" sz="64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A31E250B-D855-4CE5-B3FC-FF9838360D43}"/>
              </a:ext>
            </a:extLst>
          </p:cNvPr>
          <p:cNvSpPr>
            <a:spLocks noGrp="1"/>
          </p:cNvSpPr>
          <p:nvPr>
            <p:ph type="body" sz="quarter" idx="11" hasCustomPrompt="1"/>
          </p:nvPr>
        </p:nvSpPr>
        <p:spPr>
          <a:xfrm>
            <a:off x="609600" y="781030"/>
            <a:ext cx="54864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cxnSp>
        <p:nvCxnSpPr>
          <p:cNvPr id="6" name="Straight Connector 5">
            <a:extLst>
              <a:ext uri="{FF2B5EF4-FFF2-40B4-BE49-F238E27FC236}">
                <a16:creationId xmlns:a16="http://schemas.microsoft.com/office/drawing/2014/main" id="{8B17A8B3-2E0B-4008-8D12-937045378D7A}"/>
              </a:ext>
            </a:extLst>
          </p:cNvPr>
          <p:cNvCxnSpPr>
            <a:cxnSpLocks/>
          </p:cNvCxnSpPr>
          <p:nvPr userDrawn="1"/>
        </p:nvCxnSpPr>
        <p:spPr>
          <a:xfrm>
            <a:off x="609600" y="609600"/>
            <a:ext cx="10972800" cy="0"/>
          </a:xfrm>
          <a:prstGeom prst="line">
            <a:avLst/>
          </a:prstGeom>
          <a:ln w="38100" cap="sq">
            <a:solidFill>
              <a:schemeClr val="bg2">
                <a:lumMod val="60000"/>
                <a:lumOff val="40000"/>
              </a:schemeClr>
            </a:solidFill>
            <a:bevel/>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7DA103F-6DA9-47BE-BDEC-5A9FD4B1C88A}"/>
              </a:ext>
            </a:extLst>
          </p:cNvPr>
          <p:cNvCxnSpPr>
            <a:cxnSpLocks/>
          </p:cNvCxnSpPr>
          <p:nvPr userDrawn="1"/>
        </p:nvCxnSpPr>
        <p:spPr>
          <a:xfrm>
            <a:off x="609600" y="1219200"/>
            <a:ext cx="10972800" cy="0"/>
          </a:xfrm>
          <a:prstGeom prst="line">
            <a:avLst/>
          </a:prstGeom>
          <a:ln w="38100" cap="sq">
            <a:solidFill>
              <a:schemeClr val="bg2">
                <a:lumMod val="60000"/>
                <a:lumOff val="40000"/>
              </a:schemeClr>
            </a:solidFill>
            <a:beve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2940638"/>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userDrawn="1">
  <p:cSld name="AGENDA-05-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1" y="1854200"/>
            <a:ext cx="12191999" cy="341376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4" name="Title 1">
            <a:extLst>
              <a:ext uri="{FF2B5EF4-FFF2-40B4-BE49-F238E27FC236}">
                <a16:creationId xmlns:a16="http://schemas.microsoft.com/office/drawing/2014/main" id="{6E9607AA-328C-6A47-BA55-7972C38B6307}"/>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5" name="Text Placeholder 4">
            <a:extLst>
              <a:ext uri="{FF2B5EF4-FFF2-40B4-BE49-F238E27FC236}">
                <a16:creationId xmlns:a16="http://schemas.microsoft.com/office/drawing/2014/main" id="{445D5674-63E8-C243-BEC8-63AA19D7C4FF}"/>
              </a:ext>
            </a:extLst>
          </p:cNvPr>
          <p:cNvSpPr>
            <a:spLocks noGrp="1"/>
          </p:cNvSpPr>
          <p:nvPr>
            <p:ph type="body" sz="quarter" idx="11" hasCustomPrompt="1"/>
          </p:nvPr>
        </p:nvSpPr>
        <p:spPr>
          <a:xfrm>
            <a:off x="762000" y="396240"/>
            <a:ext cx="10668001" cy="355601"/>
          </a:xfrm>
          <a:prstGeom prst="rect">
            <a:avLst/>
          </a:prstGeom>
        </p:spPr>
        <p:txBody>
          <a:bodyPr anchor="ctr"/>
          <a:lstStyle>
            <a:lvl1pPr marL="0" indent="0" algn="ctr">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827976842"/>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userDrawn="1">
  <p:cSld name="AGENDA-06-Light">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0" y="1725168"/>
            <a:ext cx="12192000" cy="231648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B5B7ED05-6BE5-404E-B123-A15F21DCA52E}"/>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4" name="Text Placeholder 4">
            <a:extLst>
              <a:ext uri="{FF2B5EF4-FFF2-40B4-BE49-F238E27FC236}">
                <a16:creationId xmlns:a16="http://schemas.microsoft.com/office/drawing/2014/main" id="{29C676B4-FAF3-0D4E-83C5-9499FF8D7F9E}"/>
              </a:ext>
            </a:extLst>
          </p:cNvPr>
          <p:cNvSpPr>
            <a:spLocks noGrp="1"/>
          </p:cNvSpPr>
          <p:nvPr>
            <p:ph type="body" sz="quarter" idx="10" hasCustomPrompt="1"/>
          </p:nvPr>
        </p:nvSpPr>
        <p:spPr>
          <a:xfrm>
            <a:off x="762000" y="396240"/>
            <a:ext cx="10668001" cy="355601"/>
          </a:xfrm>
          <a:prstGeom prst="rect">
            <a:avLst/>
          </a:prstGeom>
        </p:spPr>
        <p:txBody>
          <a:bodyPr anchor="ctr"/>
          <a:lstStyle>
            <a:lvl1pPr marL="0" indent="0" algn="ctr">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2286034579"/>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userDrawn="1">
  <p:cSld name="AN-02-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F82025E-1591-42E7-9234-EB0C6A1622F2}"/>
              </a:ext>
            </a:extLst>
          </p:cNvPr>
          <p:cNvSpPr>
            <a:spLocks noGrp="1"/>
          </p:cNvSpPr>
          <p:nvPr>
            <p:ph type="pic" sz="quarter" idx="12"/>
          </p:nvPr>
        </p:nvSpPr>
        <p:spPr>
          <a:xfrm>
            <a:off x="975360" y="990600"/>
            <a:ext cx="4876800" cy="4876800"/>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3368751855"/>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userDrawn="1">
  <p:cSld name="AN-03-Light">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1F2938C2-00E5-44DB-AAFD-0F2B12267E12}"/>
              </a:ext>
            </a:extLst>
          </p:cNvPr>
          <p:cNvSpPr>
            <a:spLocks noGrp="1"/>
          </p:cNvSpPr>
          <p:nvPr>
            <p:ph type="pic" sz="quarter" idx="12"/>
          </p:nvPr>
        </p:nvSpPr>
        <p:spPr>
          <a:xfrm>
            <a:off x="6339840" y="990600"/>
            <a:ext cx="4876800" cy="4876800"/>
          </a:xfrm>
          <a:prstGeom prst="ellipse">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95394063"/>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userDrawn="1">
  <p:cSld name="GENERAL-1-1-0-Ligh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29FC153-1646-4709-9BE4-F77F62A371B1}"/>
              </a:ext>
            </a:extLst>
          </p:cNvPr>
          <p:cNvSpPr>
            <a:spLocks noGrp="1"/>
          </p:cNvSpPr>
          <p:nvPr>
            <p:ph type="body" sz="quarter" idx="10" hasCustomPrompt="1"/>
          </p:nvPr>
        </p:nvSpPr>
        <p:spPr>
          <a:xfrm>
            <a:off x="609600" y="1219200"/>
            <a:ext cx="10972800" cy="313932"/>
          </a:xfrm>
          <a:prstGeom prst="rect">
            <a:avLst/>
          </a:prstGeom>
        </p:spPr>
        <p:txBody>
          <a:bodyPr>
            <a:spAutoFit/>
          </a:bodyPr>
          <a:lstStyle>
            <a:lvl1pPr marL="0" indent="0" algn="l">
              <a:lnSpc>
                <a:spcPct val="100000"/>
              </a:lnSpc>
              <a:spcBef>
                <a:spcPts val="0"/>
              </a:spcBef>
              <a:buNone/>
              <a:defRPr sz="1600">
                <a:solidFill>
                  <a:schemeClr val="tx2"/>
                </a:solidFill>
                <a:latin typeface="+mn-lt"/>
              </a:defRPr>
            </a:lvl1pPr>
          </a:lstStyle>
          <a:p>
            <a:pPr marL="0" marR="0" lvl="0" indent="0" algn="l"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dirty="0">
                <a:solidFill>
                  <a:schemeClr val="tx2"/>
                </a:solidFill>
              </a:rPr>
              <a:t>Your subtitle goes here</a:t>
            </a:r>
          </a:p>
        </p:txBody>
      </p:sp>
      <p:sp>
        <p:nvSpPr>
          <p:cNvPr id="9" name="Title 1">
            <a:extLst>
              <a:ext uri="{FF2B5EF4-FFF2-40B4-BE49-F238E27FC236}">
                <a16:creationId xmlns:a16="http://schemas.microsoft.com/office/drawing/2014/main" id="{FAC5A246-535F-4F83-A160-435711EF76FC}"/>
              </a:ext>
            </a:extLst>
          </p:cNvPr>
          <p:cNvSpPr>
            <a:spLocks noGrp="1"/>
          </p:cNvSpPr>
          <p:nvPr>
            <p:ph type="title" hasCustomPrompt="1"/>
          </p:nvPr>
        </p:nvSpPr>
        <p:spPr>
          <a:xfrm>
            <a:off x="609600" y="609600"/>
            <a:ext cx="10972800" cy="584775"/>
          </a:xfrm>
          <a:prstGeom prst="rect">
            <a:avLst/>
          </a:prstGeom>
        </p:spPr>
        <p:txBody>
          <a:bodyPr anchor="t">
            <a:spAutoFit/>
          </a:bodyPr>
          <a:lstStyle>
            <a:lvl1pPr algn="l">
              <a:lnSpc>
                <a:spcPct val="100000"/>
              </a:lnSpc>
              <a:defRPr sz="3200" spc="0" baseline="0"/>
            </a:lvl1pPr>
          </a:lstStyle>
          <a:p>
            <a:r>
              <a:rPr lang="en-US" dirty="0"/>
              <a:t>Click To Edit Master Title Style</a:t>
            </a:r>
          </a:p>
        </p:txBody>
      </p:sp>
    </p:spTree>
    <p:extLst>
      <p:ext uri="{BB962C8B-B14F-4D97-AF65-F5344CB8AC3E}">
        <p14:creationId xmlns:p14="http://schemas.microsoft.com/office/powerpoint/2010/main" val="183308275"/>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userDrawn="1">
  <p:cSld name="GENERAL-2-0-1-Ligh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4579C85-5DCC-4181-B20D-C72202BDB99C}"/>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9" name="Text Placeholder 4">
            <a:extLst>
              <a:ext uri="{FF2B5EF4-FFF2-40B4-BE49-F238E27FC236}">
                <a16:creationId xmlns:a16="http://schemas.microsoft.com/office/drawing/2014/main" id="{94DC7980-9CCD-4C9D-ACE0-3F182DA9340B}"/>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2766475889"/>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userDrawn="1">
  <p:cSld name="2-0-0-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1524000" y="2616201"/>
            <a:ext cx="9144000" cy="1625600"/>
          </a:xfrm>
          <a:prstGeom prst="rect">
            <a:avLst/>
          </a:prstGeom>
        </p:spPr>
        <p:txBody>
          <a:bodyPr anchor="ctr"/>
          <a:lstStyle>
            <a:lvl1pPr algn="ctr">
              <a:lnSpc>
                <a:spcPct val="100000"/>
              </a:lnSpc>
              <a:defRPr sz="4800"/>
            </a:lvl1pPr>
          </a:lstStyle>
          <a:p>
            <a:r>
              <a:rPr lang="en-US" dirty="0"/>
              <a:t>Click to edit Master title style</a:t>
            </a:r>
          </a:p>
        </p:txBody>
      </p:sp>
    </p:spTree>
    <p:extLst>
      <p:ext uri="{BB962C8B-B14F-4D97-AF65-F5344CB8AC3E}">
        <p14:creationId xmlns:p14="http://schemas.microsoft.com/office/powerpoint/2010/main" val="3142488984"/>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userDrawn="1">
  <p:cSld name="TL-Image-10-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975360" y="990600"/>
            <a:ext cx="4876800" cy="4876800"/>
          </a:xfrm>
          <a:prstGeom prst="roundRect">
            <a:avLst>
              <a:gd name="adj" fmla="val 3164"/>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095018098"/>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userDrawn="1">
  <p:cSld name="QL-Image-01-Ligh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560577"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059941165"/>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userDrawn="1">
  <p:cSld name="QL-Image-07-Ligh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89EBB9A9-634C-4929-97C8-A7CBFC25C956}"/>
              </a:ext>
            </a:extLst>
          </p:cNvPr>
          <p:cNvSpPr>
            <a:spLocks noGrp="1"/>
          </p:cNvSpPr>
          <p:nvPr>
            <p:ph type="pic" sz="quarter" idx="11"/>
          </p:nvPr>
        </p:nvSpPr>
        <p:spPr>
          <a:xfrm>
            <a:off x="8058912"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841544603"/>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userDrawn="1">
  <p:cSld name="QL-Image-05-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609600" y="609600"/>
            <a:ext cx="3444241" cy="5638800"/>
          </a:xfrm>
          <a:prstGeom prst="roundRect">
            <a:avLst>
              <a:gd name="adj" fmla="val 6711"/>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495596663"/>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userDrawn="1">
  <p:cSld name="QL-Image-08-Light">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F7F97407-03A0-463F-A2DC-7E79D75521BE}"/>
              </a:ext>
            </a:extLst>
          </p:cNvPr>
          <p:cNvSpPr>
            <a:spLocks noGrp="1"/>
          </p:cNvSpPr>
          <p:nvPr>
            <p:ph type="pic" sz="quarter" idx="16"/>
          </p:nvPr>
        </p:nvSpPr>
        <p:spPr>
          <a:xfrm>
            <a:off x="609600" y="624840"/>
            <a:ext cx="4876800" cy="560832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270691558"/>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userDrawn="1">
  <p:cSld name="1-0-1-H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6" name="Title 2">
            <a:extLst>
              <a:ext uri="{FF2B5EF4-FFF2-40B4-BE49-F238E27FC236}">
                <a16:creationId xmlns:a16="http://schemas.microsoft.com/office/drawing/2014/main" id="{9FB322FF-9961-474F-93CD-51026FA4D736}"/>
              </a:ext>
            </a:extLst>
          </p:cNvPr>
          <p:cNvSpPr>
            <a:spLocks noGrp="1"/>
          </p:cNvSpPr>
          <p:nvPr>
            <p:ph type="title"/>
          </p:nvPr>
        </p:nvSpPr>
        <p:spPr>
          <a:xfrm>
            <a:off x="609600" y="1463040"/>
            <a:ext cx="4876800" cy="2372360"/>
          </a:xfrm>
          <a:prstGeom prst="rect">
            <a:avLst/>
          </a:prstGeom>
        </p:spPr>
        <p:txBody>
          <a:bodyPr/>
          <a:lstStyle>
            <a:lvl1pPr marL="0" algn="l" defTabSz="914446" rtl="0" eaLnBrk="1" latinLnBrk="0" hangingPunct="1">
              <a:lnSpc>
                <a:spcPct val="100000"/>
              </a:lnSpc>
              <a:defRPr lang="en-US" sz="44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2022395670"/>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userDrawn="1">
  <p:cSld name="1-0-1-H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8" name="Title 2">
            <a:extLst>
              <a:ext uri="{FF2B5EF4-FFF2-40B4-BE49-F238E27FC236}">
                <a16:creationId xmlns:a16="http://schemas.microsoft.com/office/drawing/2014/main" id="{A8F034AD-05D5-4E17-9527-70658A9E6CE5}"/>
              </a:ext>
            </a:extLst>
          </p:cNvPr>
          <p:cNvSpPr>
            <a:spLocks noGrp="1"/>
          </p:cNvSpPr>
          <p:nvPr>
            <p:ph type="title"/>
          </p:nvPr>
        </p:nvSpPr>
        <p:spPr>
          <a:xfrm>
            <a:off x="6705600" y="1463040"/>
            <a:ext cx="4876800" cy="2524760"/>
          </a:xfrm>
          <a:prstGeom prst="rect">
            <a:avLst/>
          </a:prstGeom>
        </p:spPr>
        <p:txBody>
          <a:bodyPr/>
          <a:lstStyle>
            <a:lvl1pPr marL="0" algn="r" defTabSz="914446" rtl="0" eaLnBrk="1" latinLnBrk="0" hangingPunct="1">
              <a:lnSpc>
                <a:spcPct val="100000"/>
              </a:lnSpc>
              <a:spcBef>
                <a:spcPct val="0"/>
              </a:spcBef>
              <a:buNone/>
              <a:defRPr lang="en-US" sz="44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103978AE-806B-4882-B98B-2CBDA9379A5D}"/>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169252399"/>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userDrawn="1">
  <p:cSld name="1-1-0-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1892524"/>
          </a:xfrm>
          <a:prstGeom prst="rect">
            <a:avLst/>
          </a:prstGeom>
        </p:spPr>
        <p:txBody>
          <a:bodyPr>
            <a:normAutofit/>
          </a:bodyPr>
          <a:lstStyle>
            <a:lvl1pPr marL="0" algn="l" defTabSz="914446" rtl="0" eaLnBrk="1" latinLnBrk="0" hangingPunct="1">
              <a:lnSpc>
                <a:spcPct val="100000"/>
              </a:lnSpc>
              <a:spcBef>
                <a:spcPct val="0"/>
              </a:spcBef>
              <a:buNone/>
              <a:defRPr lang="en-US" sz="40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7770458F-1AAB-4331-9B34-EE663847C182}"/>
              </a:ext>
            </a:extLst>
          </p:cNvPr>
          <p:cNvSpPr>
            <a:spLocks noGrp="1"/>
          </p:cNvSpPr>
          <p:nvPr>
            <p:ph type="body" sz="quarter" idx="11" hasCustomPrompt="1"/>
          </p:nvPr>
        </p:nvSpPr>
        <p:spPr>
          <a:xfrm>
            <a:off x="609600" y="2839261"/>
            <a:ext cx="4876800" cy="3072001"/>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2006809705"/>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userDrawn="1">
  <p:cSld name="1-1-0-L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6096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5" name="Title 2">
            <a:extLst>
              <a:ext uri="{FF2B5EF4-FFF2-40B4-BE49-F238E27FC236}">
                <a16:creationId xmlns:a16="http://schemas.microsoft.com/office/drawing/2014/main" id="{01E6A0E5-03A1-4FDB-8AE4-CC3EE08756E3}"/>
              </a:ext>
            </a:extLst>
          </p:cNvPr>
          <p:cNvSpPr>
            <a:spLocks noGrp="1"/>
          </p:cNvSpPr>
          <p:nvPr>
            <p:ph type="title"/>
          </p:nvPr>
        </p:nvSpPr>
        <p:spPr>
          <a:xfrm>
            <a:off x="6705600" y="609600"/>
            <a:ext cx="4876800" cy="1892524"/>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6" name="Text Placeholder 3">
            <a:extLst>
              <a:ext uri="{FF2B5EF4-FFF2-40B4-BE49-F238E27FC236}">
                <a16:creationId xmlns:a16="http://schemas.microsoft.com/office/drawing/2014/main" id="{F317E3B7-7907-4185-B626-FA2935C15F7A}"/>
              </a:ext>
            </a:extLst>
          </p:cNvPr>
          <p:cNvSpPr>
            <a:spLocks noGrp="1"/>
          </p:cNvSpPr>
          <p:nvPr>
            <p:ph type="body" sz="quarter" idx="11" hasCustomPrompt="1"/>
          </p:nvPr>
        </p:nvSpPr>
        <p:spPr>
          <a:xfrm>
            <a:off x="6705600" y="2839261"/>
            <a:ext cx="4876800" cy="3072001"/>
          </a:xfrm>
          <a:prstGeom prst="rect">
            <a:avLst/>
          </a:prstGeom>
        </p:spPr>
        <p:txBody>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57664489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userDrawn="1">
  <p:cSld name="1-1-0-HR-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1892524"/>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3" name="Slide Number Placeholder 1">
            <a:extLst>
              <a:ext uri="{FF2B5EF4-FFF2-40B4-BE49-F238E27FC236}">
                <a16:creationId xmlns:a16="http://schemas.microsoft.com/office/drawing/2014/main" id="{151DAFB7-78F5-4CED-A374-376917DDA179}"/>
              </a:ext>
            </a:extLst>
          </p:cNvPr>
          <p:cNvSpPr>
            <a:spLocks noGrp="1"/>
          </p:cNvSpPr>
          <p:nvPr>
            <p:ph type="sldNum" sz="quarter" idx="4"/>
          </p:nvPr>
        </p:nvSpPr>
        <p:spPr>
          <a:xfrm>
            <a:off x="10972800" y="6254496"/>
            <a:ext cx="609600" cy="268224"/>
          </a:xfrm>
          <a:prstGeom prst="rect">
            <a:avLst/>
          </a:prstGeom>
          <a:solidFill>
            <a:schemeClr val="bg2">
              <a:lumMod val="20000"/>
              <a:lumOff val="80000"/>
            </a:schemeClr>
          </a:solidFill>
        </p:spPr>
        <p:txBody>
          <a:bodyPr vert="horz" lIns="91440" tIns="45720" rIns="91440" bIns="45720" rtlCol="0" anchor="ctr"/>
          <a:lstStyle>
            <a:lvl1pPr algn="r">
              <a:defRPr sz="1333">
                <a:solidFill>
                  <a:schemeClr val="tx2"/>
                </a:solidFill>
              </a:defRPr>
            </a:lvl1pPr>
          </a:lstStyle>
          <a:p>
            <a:fld id="{8B9A2DF5-3641-49D0-8F14-85B1C28A2FB8}" type="slidenum">
              <a:rPr lang="en-US" smtClean="0"/>
              <a:pPr/>
              <a:t>‹Nr.›</a:t>
            </a:fld>
            <a:endParaRPr lang="en-US" dirty="0"/>
          </a:p>
        </p:txBody>
      </p:sp>
      <p:sp>
        <p:nvSpPr>
          <p:cNvPr id="9" name="Text Placeholder 3">
            <a:extLst>
              <a:ext uri="{FF2B5EF4-FFF2-40B4-BE49-F238E27FC236}">
                <a16:creationId xmlns:a16="http://schemas.microsoft.com/office/drawing/2014/main" id="{7770458F-1AAB-4331-9B34-EE663847C182}"/>
              </a:ext>
            </a:extLst>
          </p:cNvPr>
          <p:cNvSpPr>
            <a:spLocks noGrp="1"/>
          </p:cNvSpPr>
          <p:nvPr>
            <p:ph type="body" sz="quarter" idx="11" hasCustomPrompt="1"/>
          </p:nvPr>
        </p:nvSpPr>
        <p:spPr>
          <a:xfrm>
            <a:off x="609600" y="2839261"/>
            <a:ext cx="4876800" cy="3072001"/>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
        <p:nvSpPr>
          <p:cNvPr id="6" name="Picture Placeholder 3">
            <a:extLst>
              <a:ext uri="{FF2B5EF4-FFF2-40B4-BE49-F238E27FC236}">
                <a16:creationId xmlns:a16="http://schemas.microsoft.com/office/drawing/2014/main" id="{7A2AC07A-7CA9-4AE1-B06D-75E3324BF1A4}"/>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838222150"/>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userDrawn="1">
  <p:cSld name="1-1-0-H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5" name="Title 2">
            <a:extLst>
              <a:ext uri="{FF2B5EF4-FFF2-40B4-BE49-F238E27FC236}">
                <a16:creationId xmlns:a16="http://schemas.microsoft.com/office/drawing/2014/main" id="{01E6A0E5-03A1-4FDB-8AE4-CC3EE08756E3}"/>
              </a:ext>
            </a:extLst>
          </p:cNvPr>
          <p:cNvSpPr>
            <a:spLocks noGrp="1"/>
          </p:cNvSpPr>
          <p:nvPr>
            <p:ph type="title"/>
          </p:nvPr>
        </p:nvSpPr>
        <p:spPr>
          <a:xfrm>
            <a:off x="6705600" y="609600"/>
            <a:ext cx="4876800" cy="1892524"/>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6" name="Text Placeholder 3">
            <a:extLst>
              <a:ext uri="{FF2B5EF4-FFF2-40B4-BE49-F238E27FC236}">
                <a16:creationId xmlns:a16="http://schemas.microsoft.com/office/drawing/2014/main" id="{F317E3B7-7907-4185-B626-FA2935C15F7A}"/>
              </a:ext>
            </a:extLst>
          </p:cNvPr>
          <p:cNvSpPr>
            <a:spLocks noGrp="1"/>
          </p:cNvSpPr>
          <p:nvPr>
            <p:ph type="body" sz="quarter" idx="11" hasCustomPrompt="1"/>
          </p:nvPr>
        </p:nvSpPr>
        <p:spPr>
          <a:xfrm>
            <a:off x="6705600" y="2839261"/>
            <a:ext cx="4876800" cy="3072001"/>
          </a:xfrm>
          <a:prstGeom prst="rect">
            <a:avLst/>
          </a:prstGeom>
        </p:spPr>
        <p:txBody>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4039035434"/>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userDrawn="1">
  <p:cSld name="1-1-1-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09600" y="1351740"/>
            <a:ext cx="4876800" cy="1620061"/>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09600" y="3176400"/>
            <a:ext cx="4876800" cy="2734863"/>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601155336"/>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userDrawn="1">
  <p:cSld name="1-1-1-L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705600" y="1351740"/>
            <a:ext cx="4876800" cy="1620061"/>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705600" y="3176400"/>
            <a:ext cx="4876800" cy="2734863"/>
          </a:xfrm>
          <a:prstGeom prst="rect">
            <a:avLst/>
          </a:prstGeom>
        </p:spPr>
        <p:txBody>
          <a:bodyPr>
            <a:normAutofit/>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226386188"/>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userDrawn="1">
  <p:cSld name="1-1-1-H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09600" y="1351740"/>
            <a:ext cx="4876800" cy="1620061"/>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09600" y="3176400"/>
            <a:ext cx="4876800" cy="2734863"/>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255396696"/>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userDrawn="1">
  <p:cSld name="1-1-1-H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0" name="Text Placeholder 3">
            <a:extLst>
              <a:ext uri="{FF2B5EF4-FFF2-40B4-BE49-F238E27FC236}">
                <a16:creationId xmlns:a16="http://schemas.microsoft.com/office/drawing/2014/main" id="{8484C7CB-D2DE-4D8E-AD6E-4A45FA1D0B0D}"/>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
        <p:nvSpPr>
          <p:cNvPr id="11" name="Title 2">
            <a:extLst>
              <a:ext uri="{FF2B5EF4-FFF2-40B4-BE49-F238E27FC236}">
                <a16:creationId xmlns:a16="http://schemas.microsoft.com/office/drawing/2014/main" id="{223BB9D5-8F0A-4C87-AF31-81EB124419D3}"/>
              </a:ext>
            </a:extLst>
          </p:cNvPr>
          <p:cNvSpPr>
            <a:spLocks noGrp="1"/>
          </p:cNvSpPr>
          <p:nvPr>
            <p:ph type="title"/>
          </p:nvPr>
        </p:nvSpPr>
        <p:spPr>
          <a:xfrm>
            <a:off x="6705600" y="1351740"/>
            <a:ext cx="4876800" cy="1620061"/>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2" name="Text Placeholder 3">
            <a:extLst>
              <a:ext uri="{FF2B5EF4-FFF2-40B4-BE49-F238E27FC236}">
                <a16:creationId xmlns:a16="http://schemas.microsoft.com/office/drawing/2014/main" id="{179CC0C9-06B3-48A5-BD12-0AF429117223}"/>
              </a:ext>
            </a:extLst>
          </p:cNvPr>
          <p:cNvSpPr>
            <a:spLocks noGrp="1"/>
          </p:cNvSpPr>
          <p:nvPr>
            <p:ph type="body" sz="quarter" idx="12" hasCustomPrompt="1"/>
          </p:nvPr>
        </p:nvSpPr>
        <p:spPr>
          <a:xfrm>
            <a:off x="6705600" y="3176400"/>
            <a:ext cx="4876800" cy="2734863"/>
          </a:xfrm>
          <a:prstGeom prst="rect">
            <a:avLst/>
          </a:prstGeom>
        </p:spPr>
        <p:txBody>
          <a:bodyPr>
            <a:normAutofit/>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2800463289"/>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userDrawn="1">
  <p:cSld name="CL-Image-04-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6339840" y="990600"/>
            <a:ext cx="4876800" cy="4876800"/>
          </a:xfrm>
          <a:prstGeom prst="roundRect">
            <a:avLst>
              <a:gd name="adj" fmla="val 312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179041522"/>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IML-Image-01-Light">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DC582E34-45AC-46BF-8372-92FBB6191E38}"/>
              </a:ext>
            </a:extLst>
          </p:cNvPr>
          <p:cNvSpPr>
            <a:spLocks noGrp="1"/>
          </p:cNvSpPr>
          <p:nvPr>
            <p:ph type="pic" sz="quarter" idx="12"/>
          </p:nvPr>
        </p:nvSpPr>
        <p:spPr>
          <a:xfrm>
            <a:off x="609600" y="3054096"/>
            <a:ext cx="1450848" cy="1450848"/>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1" name="Picture Placeholder 3">
            <a:extLst>
              <a:ext uri="{FF2B5EF4-FFF2-40B4-BE49-F238E27FC236}">
                <a16:creationId xmlns:a16="http://schemas.microsoft.com/office/drawing/2014/main" id="{66997297-9A29-4E56-84A9-E69844C06DC4}"/>
              </a:ext>
            </a:extLst>
          </p:cNvPr>
          <p:cNvSpPr>
            <a:spLocks noGrp="1"/>
          </p:cNvSpPr>
          <p:nvPr>
            <p:ph type="pic" sz="quarter" idx="13"/>
          </p:nvPr>
        </p:nvSpPr>
        <p:spPr>
          <a:xfrm>
            <a:off x="6096000" y="3054096"/>
            <a:ext cx="1450848" cy="1450848"/>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8" name="Title 1">
            <a:extLst>
              <a:ext uri="{FF2B5EF4-FFF2-40B4-BE49-F238E27FC236}">
                <a16:creationId xmlns:a16="http://schemas.microsoft.com/office/drawing/2014/main" id="{1DF71F00-E8FD-4130-A73B-7C83436C0D24}"/>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9" name="Text Placeholder 4">
            <a:extLst>
              <a:ext uri="{FF2B5EF4-FFF2-40B4-BE49-F238E27FC236}">
                <a16:creationId xmlns:a16="http://schemas.microsoft.com/office/drawing/2014/main" id="{B13EDE2D-E00B-4784-8152-7CD08FA12643}"/>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1785531648"/>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userDrawn="1">
  <p:cSld name="IML-Image-02-Light">
    <p:spTree>
      <p:nvGrpSpPr>
        <p:cNvPr id="1" name=""/>
        <p:cNvGrpSpPr/>
        <p:nvPr/>
      </p:nvGrpSpPr>
      <p:grpSpPr>
        <a:xfrm>
          <a:off x="0" y="0"/>
          <a:ext cx="0" cy="0"/>
          <a:chOff x="0" y="0"/>
          <a:chExt cx="0" cy="0"/>
        </a:xfrm>
      </p:grpSpPr>
      <p:sp>
        <p:nvSpPr>
          <p:cNvPr id="16" name="Picture Placeholder 3">
            <a:extLst>
              <a:ext uri="{FF2B5EF4-FFF2-40B4-BE49-F238E27FC236}">
                <a16:creationId xmlns:a16="http://schemas.microsoft.com/office/drawing/2014/main" id="{95AC126F-6485-4019-9F1C-23399613546C}"/>
              </a:ext>
            </a:extLst>
          </p:cNvPr>
          <p:cNvSpPr>
            <a:spLocks noGrp="1" noChangeAspect="1"/>
          </p:cNvSpPr>
          <p:nvPr>
            <p:ph type="pic" sz="quarter" idx="12"/>
          </p:nvPr>
        </p:nvSpPr>
        <p:spPr>
          <a:xfrm>
            <a:off x="2147929"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5" name="Picture Placeholder 3">
            <a:extLst>
              <a:ext uri="{FF2B5EF4-FFF2-40B4-BE49-F238E27FC236}">
                <a16:creationId xmlns:a16="http://schemas.microsoft.com/office/drawing/2014/main" id="{14D8ABFC-DBE7-4716-B767-E205B88489BB}"/>
              </a:ext>
            </a:extLst>
          </p:cNvPr>
          <p:cNvSpPr>
            <a:spLocks noGrp="1" noChangeAspect="1"/>
          </p:cNvSpPr>
          <p:nvPr>
            <p:ph type="pic" sz="quarter" idx="14"/>
          </p:nvPr>
        </p:nvSpPr>
        <p:spPr>
          <a:xfrm>
            <a:off x="9028685"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7" name="Picture Placeholder 3">
            <a:extLst>
              <a:ext uri="{FF2B5EF4-FFF2-40B4-BE49-F238E27FC236}">
                <a16:creationId xmlns:a16="http://schemas.microsoft.com/office/drawing/2014/main" id="{4260601E-5209-47F8-B78D-C4E58BFB16A7}"/>
              </a:ext>
            </a:extLst>
          </p:cNvPr>
          <p:cNvSpPr>
            <a:spLocks noGrp="1" noChangeAspect="1"/>
          </p:cNvSpPr>
          <p:nvPr>
            <p:ph type="pic" sz="quarter" idx="13"/>
          </p:nvPr>
        </p:nvSpPr>
        <p:spPr>
          <a:xfrm>
            <a:off x="5586984"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0" name="Title 1">
            <a:extLst>
              <a:ext uri="{FF2B5EF4-FFF2-40B4-BE49-F238E27FC236}">
                <a16:creationId xmlns:a16="http://schemas.microsoft.com/office/drawing/2014/main" id="{7D3152E6-5B6E-FF9B-B99C-59E8993DA58B}"/>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11" name="Text Placeholder 4">
            <a:extLst>
              <a:ext uri="{FF2B5EF4-FFF2-40B4-BE49-F238E27FC236}">
                <a16:creationId xmlns:a16="http://schemas.microsoft.com/office/drawing/2014/main" id="{B78C7388-BAB6-BD66-158D-8C6151834392}"/>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3755471107"/>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userDrawn="1">
  <p:cSld name="IML-Image-03-Light">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0AB8959D-88A4-4972-9276-40BC99DE39B2}"/>
              </a:ext>
            </a:extLst>
          </p:cNvPr>
          <p:cNvSpPr>
            <a:spLocks noGrp="1" noChangeAspect="1"/>
          </p:cNvSpPr>
          <p:nvPr>
            <p:ph type="pic" sz="quarter" idx="15"/>
          </p:nvPr>
        </p:nvSpPr>
        <p:spPr>
          <a:xfrm>
            <a:off x="6986016"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6" name="Picture Placeholder 3">
            <a:extLst>
              <a:ext uri="{FF2B5EF4-FFF2-40B4-BE49-F238E27FC236}">
                <a16:creationId xmlns:a16="http://schemas.microsoft.com/office/drawing/2014/main" id="{95AC126F-6485-4019-9F1C-23399613546C}"/>
              </a:ext>
            </a:extLst>
          </p:cNvPr>
          <p:cNvSpPr>
            <a:spLocks noGrp="1" noChangeAspect="1"/>
          </p:cNvSpPr>
          <p:nvPr>
            <p:ph type="pic" sz="quarter" idx="12"/>
          </p:nvPr>
        </p:nvSpPr>
        <p:spPr>
          <a:xfrm>
            <a:off x="1389888"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5" name="Picture Placeholder 3">
            <a:extLst>
              <a:ext uri="{FF2B5EF4-FFF2-40B4-BE49-F238E27FC236}">
                <a16:creationId xmlns:a16="http://schemas.microsoft.com/office/drawing/2014/main" id="{14D8ABFC-DBE7-4716-B767-E205B88489BB}"/>
              </a:ext>
            </a:extLst>
          </p:cNvPr>
          <p:cNvSpPr>
            <a:spLocks noGrp="1" noChangeAspect="1"/>
          </p:cNvSpPr>
          <p:nvPr>
            <p:ph type="pic" sz="quarter" idx="14"/>
          </p:nvPr>
        </p:nvSpPr>
        <p:spPr>
          <a:xfrm>
            <a:off x="9784080"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7" name="Picture Placeholder 3">
            <a:extLst>
              <a:ext uri="{FF2B5EF4-FFF2-40B4-BE49-F238E27FC236}">
                <a16:creationId xmlns:a16="http://schemas.microsoft.com/office/drawing/2014/main" id="{4260601E-5209-47F8-B78D-C4E58BFB16A7}"/>
              </a:ext>
            </a:extLst>
          </p:cNvPr>
          <p:cNvSpPr>
            <a:spLocks noGrp="1" noChangeAspect="1"/>
          </p:cNvSpPr>
          <p:nvPr>
            <p:ph type="pic" sz="quarter" idx="13"/>
          </p:nvPr>
        </p:nvSpPr>
        <p:spPr>
          <a:xfrm>
            <a:off x="4187952"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0" name="Title 1">
            <a:extLst>
              <a:ext uri="{FF2B5EF4-FFF2-40B4-BE49-F238E27FC236}">
                <a16:creationId xmlns:a16="http://schemas.microsoft.com/office/drawing/2014/main" id="{5866DECC-8E72-892E-10C5-FB0D52B3FB2E}"/>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11" name="Text Placeholder 4">
            <a:extLst>
              <a:ext uri="{FF2B5EF4-FFF2-40B4-BE49-F238E27FC236}">
                <a16:creationId xmlns:a16="http://schemas.microsoft.com/office/drawing/2014/main" id="{F8084853-8A75-8FF4-22AB-85F5137A798E}"/>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2346669015"/>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userDrawn="1">
  <p:cSld name="PORTFOLIO-Image-01-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091756217"/>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userDrawn="1">
  <p:cSld name="PORTFOLIO-Image-05-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09600"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Picture Placeholder 3">
            <a:extLst>
              <a:ext uri="{FF2B5EF4-FFF2-40B4-BE49-F238E27FC236}">
                <a16:creationId xmlns:a16="http://schemas.microsoft.com/office/drawing/2014/main" id="{B21BCA39-ADFB-4BE6-9D20-13E8FADF99B0}"/>
              </a:ext>
            </a:extLst>
          </p:cNvPr>
          <p:cNvSpPr>
            <a:spLocks noGrp="1"/>
          </p:cNvSpPr>
          <p:nvPr>
            <p:ph type="pic" sz="quarter" idx="14"/>
          </p:nvPr>
        </p:nvSpPr>
        <p:spPr>
          <a:xfrm>
            <a:off x="9003792"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3">
            <a:extLst>
              <a:ext uri="{FF2B5EF4-FFF2-40B4-BE49-F238E27FC236}">
                <a16:creationId xmlns:a16="http://schemas.microsoft.com/office/drawing/2014/main" id="{0B57B0E6-36B2-4E47-96C2-1EDF4BBE7946}"/>
              </a:ext>
            </a:extLst>
          </p:cNvPr>
          <p:cNvSpPr>
            <a:spLocks noGrp="1"/>
          </p:cNvSpPr>
          <p:nvPr>
            <p:ph type="pic" sz="quarter" idx="15"/>
          </p:nvPr>
        </p:nvSpPr>
        <p:spPr>
          <a:xfrm>
            <a:off x="3407664"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31BC7345-85E6-4338-92D9-E8AC45730E28}"/>
              </a:ext>
            </a:extLst>
          </p:cNvPr>
          <p:cNvSpPr>
            <a:spLocks noGrp="1"/>
          </p:cNvSpPr>
          <p:nvPr>
            <p:ph type="pic" sz="quarter" idx="16"/>
          </p:nvPr>
        </p:nvSpPr>
        <p:spPr>
          <a:xfrm>
            <a:off x="6205728"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081318459"/>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userDrawn="1">
  <p:cSld name="DATA-Image-03-Light">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CD6A1AF2-0E5E-C543-BCC9-497B3A3D32FC}"/>
              </a:ext>
            </a:extLst>
          </p:cNvPr>
          <p:cNvSpPr>
            <a:spLocks noGrp="1"/>
          </p:cNvSpPr>
          <p:nvPr>
            <p:ph type="pic" sz="quarter" idx="13"/>
          </p:nvPr>
        </p:nvSpPr>
        <p:spPr>
          <a:xfrm>
            <a:off x="4470654" y="2999232"/>
            <a:ext cx="3249168" cy="3249168"/>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
        <p:nvSpPr>
          <p:cNvPr id="9" name="Picture Placeholder 3">
            <a:extLst>
              <a:ext uri="{FF2B5EF4-FFF2-40B4-BE49-F238E27FC236}">
                <a16:creationId xmlns:a16="http://schemas.microsoft.com/office/drawing/2014/main" id="{35FD3BED-494D-7C46-A085-4717BEA81D19}"/>
              </a:ext>
            </a:extLst>
          </p:cNvPr>
          <p:cNvSpPr>
            <a:spLocks noGrp="1"/>
          </p:cNvSpPr>
          <p:nvPr>
            <p:ph type="pic" sz="quarter" idx="14"/>
          </p:nvPr>
        </p:nvSpPr>
        <p:spPr>
          <a:xfrm>
            <a:off x="8331708" y="2999232"/>
            <a:ext cx="3249168" cy="3249168"/>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341787862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DATA-Image-02-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EE3198DC-382B-B047-809E-869BFCC20B1A}"/>
              </a:ext>
            </a:extLst>
          </p:cNvPr>
          <p:cNvSpPr>
            <a:spLocks noGrp="1"/>
          </p:cNvSpPr>
          <p:nvPr>
            <p:ph type="pic" sz="quarter" idx="10"/>
          </p:nvPr>
        </p:nvSpPr>
        <p:spPr>
          <a:xfrm>
            <a:off x="6807200" y="609600"/>
            <a:ext cx="4775200" cy="56388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292047877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Sp="0" userDrawn="1">
  <p:cSld name="DATA-Image-04-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7470987" y="609601"/>
            <a:ext cx="4068979" cy="56388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420752501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userDrawn="1">
  <p:cSld name="DATA-Image-08-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1" y="0"/>
            <a:ext cx="2639569" cy="68580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15661355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userDrawn="1">
  <p:cSld name="DATA-Image-07-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0" y="0"/>
            <a:ext cx="12191997" cy="34290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385576416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17" Type="http://schemas.openxmlformats.org/officeDocument/2006/relationships/slideLayout" Target="../slideLayouts/slideLayout128.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63" Type="http://schemas.openxmlformats.org/officeDocument/2006/relationships/slideLayout" Target="../slideLayouts/slideLayout74.xml"/><Relationship Id="rId84" Type="http://schemas.openxmlformats.org/officeDocument/2006/relationships/slideLayout" Target="../slideLayouts/slideLayout95.xml"/><Relationship Id="rId138" Type="http://schemas.openxmlformats.org/officeDocument/2006/relationships/slideLayout" Target="../slideLayouts/slideLayout149.xml"/><Relationship Id="rId159" Type="http://schemas.openxmlformats.org/officeDocument/2006/relationships/slideLayout" Target="../slideLayouts/slideLayout170.xml"/><Relationship Id="rId170" Type="http://schemas.openxmlformats.org/officeDocument/2006/relationships/slideLayout" Target="../slideLayouts/slideLayout181.xml"/><Relationship Id="rId191" Type="http://schemas.openxmlformats.org/officeDocument/2006/relationships/slideLayout" Target="../slideLayouts/slideLayout202.xml"/><Relationship Id="rId205" Type="http://schemas.openxmlformats.org/officeDocument/2006/relationships/slideLayout" Target="../slideLayouts/slideLayout216.xml"/><Relationship Id="rId226" Type="http://schemas.openxmlformats.org/officeDocument/2006/relationships/slideLayout" Target="../slideLayouts/slideLayout237.xml"/><Relationship Id="rId107" Type="http://schemas.openxmlformats.org/officeDocument/2006/relationships/slideLayout" Target="../slideLayouts/slideLayout118.xml"/><Relationship Id="rId11" Type="http://schemas.openxmlformats.org/officeDocument/2006/relationships/slideLayout" Target="../slideLayouts/slideLayout22.xml"/><Relationship Id="rId32" Type="http://schemas.openxmlformats.org/officeDocument/2006/relationships/slideLayout" Target="../slideLayouts/slideLayout43.xml"/><Relationship Id="rId53" Type="http://schemas.openxmlformats.org/officeDocument/2006/relationships/slideLayout" Target="../slideLayouts/slideLayout64.xml"/><Relationship Id="rId74" Type="http://schemas.openxmlformats.org/officeDocument/2006/relationships/slideLayout" Target="../slideLayouts/slideLayout85.xml"/><Relationship Id="rId128" Type="http://schemas.openxmlformats.org/officeDocument/2006/relationships/slideLayout" Target="../slideLayouts/slideLayout139.xml"/><Relationship Id="rId149" Type="http://schemas.openxmlformats.org/officeDocument/2006/relationships/slideLayout" Target="../slideLayouts/slideLayout160.xml"/><Relationship Id="rId5" Type="http://schemas.openxmlformats.org/officeDocument/2006/relationships/slideLayout" Target="../slideLayouts/slideLayout16.xml"/><Relationship Id="rId95" Type="http://schemas.openxmlformats.org/officeDocument/2006/relationships/slideLayout" Target="../slideLayouts/slideLayout106.xml"/><Relationship Id="rId160" Type="http://schemas.openxmlformats.org/officeDocument/2006/relationships/slideLayout" Target="../slideLayouts/slideLayout171.xml"/><Relationship Id="rId181" Type="http://schemas.openxmlformats.org/officeDocument/2006/relationships/slideLayout" Target="../slideLayouts/slideLayout192.xml"/><Relationship Id="rId216" Type="http://schemas.openxmlformats.org/officeDocument/2006/relationships/slideLayout" Target="../slideLayouts/slideLayout227.xml"/><Relationship Id="rId22" Type="http://schemas.openxmlformats.org/officeDocument/2006/relationships/slideLayout" Target="../slideLayouts/slideLayout33.xml"/><Relationship Id="rId43" Type="http://schemas.openxmlformats.org/officeDocument/2006/relationships/slideLayout" Target="../slideLayouts/slideLayout54.xml"/><Relationship Id="rId64" Type="http://schemas.openxmlformats.org/officeDocument/2006/relationships/slideLayout" Target="../slideLayouts/slideLayout75.xml"/><Relationship Id="rId118" Type="http://schemas.openxmlformats.org/officeDocument/2006/relationships/slideLayout" Target="../slideLayouts/slideLayout129.xml"/><Relationship Id="rId139" Type="http://schemas.openxmlformats.org/officeDocument/2006/relationships/slideLayout" Target="../slideLayouts/slideLayout150.xml"/><Relationship Id="rId85" Type="http://schemas.openxmlformats.org/officeDocument/2006/relationships/slideLayout" Target="../slideLayouts/slideLayout96.xml"/><Relationship Id="rId150" Type="http://schemas.openxmlformats.org/officeDocument/2006/relationships/slideLayout" Target="../slideLayouts/slideLayout161.xml"/><Relationship Id="rId171" Type="http://schemas.openxmlformats.org/officeDocument/2006/relationships/slideLayout" Target="../slideLayouts/slideLayout182.xml"/><Relationship Id="rId192" Type="http://schemas.openxmlformats.org/officeDocument/2006/relationships/slideLayout" Target="../slideLayouts/slideLayout203.xml"/><Relationship Id="rId206" Type="http://schemas.openxmlformats.org/officeDocument/2006/relationships/slideLayout" Target="../slideLayouts/slideLayout217.xml"/><Relationship Id="rId227" Type="http://schemas.openxmlformats.org/officeDocument/2006/relationships/slideLayout" Target="../slideLayouts/slideLayout238.xml"/><Relationship Id="rId12" Type="http://schemas.openxmlformats.org/officeDocument/2006/relationships/slideLayout" Target="../slideLayouts/slideLayout23.xml"/><Relationship Id="rId33" Type="http://schemas.openxmlformats.org/officeDocument/2006/relationships/slideLayout" Target="../slideLayouts/slideLayout44.xml"/><Relationship Id="rId108" Type="http://schemas.openxmlformats.org/officeDocument/2006/relationships/slideLayout" Target="../slideLayouts/slideLayout119.xml"/><Relationship Id="rId129" Type="http://schemas.openxmlformats.org/officeDocument/2006/relationships/slideLayout" Target="../slideLayouts/slideLayout140.xml"/><Relationship Id="rId54" Type="http://schemas.openxmlformats.org/officeDocument/2006/relationships/slideLayout" Target="../slideLayouts/slideLayout65.xml"/><Relationship Id="rId75" Type="http://schemas.openxmlformats.org/officeDocument/2006/relationships/slideLayout" Target="../slideLayouts/slideLayout86.xml"/><Relationship Id="rId96" Type="http://schemas.openxmlformats.org/officeDocument/2006/relationships/slideLayout" Target="../slideLayouts/slideLayout107.xml"/><Relationship Id="rId140" Type="http://schemas.openxmlformats.org/officeDocument/2006/relationships/slideLayout" Target="../slideLayouts/slideLayout151.xml"/><Relationship Id="rId161" Type="http://schemas.openxmlformats.org/officeDocument/2006/relationships/slideLayout" Target="../slideLayouts/slideLayout172.xml"/><Relationship Id="rId182" Type="http://schemas.openxmlformats.org/officeDocument/2006/relationships/slideLayout" Target="../slideLayouts/slideLayout193.xml"/><Relationship Id="rId217" Type="http://schemas.openxmlformats.org/officeDocument/2006/relationships/slideLayout" Target="../slideLayouts/slideLayout228.xml"/><Relationship Id="rId6" Type="http://schemas.openxmlformats.org/officeDocument/2006/relationships/slideLayout" Target="../slideLayouts/slideLayout17.xml"/><Relationship Id="rId23" Type="http://schemas.openxmlformats.org/officeDocument/2006/relationships/slideLayout" Target="../slideLayouts/slideLayout34.xml"/><Relationship Id="rId119" Type="http://schemas.openxmlformats.org/officeDocument/2006/relationships/slideLayout" Target="../slideLayouts/slideLayout130.xml"/><Relationship Id="rId44" Type="http://schemas.openxmlformats.org/officeDocument/2006/relationships/slideLayout" Target="../slideLayouts/slideLayout55.xml"/><Relationship Id="rId65" Type="http://schemas.openxmlformats.org/officeDocument/2006/relationships/slideLayout" Target="../slideLayouts/slideLayout76.xml"/><Relationship Id="rId86" Type="http://schemas.openxmlformats.org/officeDocument/2006/relationships/slideLayout" Target="../slideLayouts/slideLayout97.xml"/><Relationship Id="rId130" Type="http://schemas.openxmlformats.org/officeDocument/2006/relationships/slideLayout" Target="../slideLayouts/slideLayout141.xml"/><Relationship Id="rId151" Type="http://schemas.openxmlformats.org/officeDocument/2006/relationships/slideLayout" Target="../slideLayouts/slideLayout162.xml"/><Relationship Id="rId172" Type="http://schemas.openxmlformats.org/officeDocument/2006/relationships/slideLayout" Target="../slideLayouts/slideLayout183.xml"/><Relationship Id="rId193" Type="http://schemas.openxmlformats.org/officeDocument/2006/relationships/slideLayout" Target="../slideLayouts/slideLayout204.xml"/><Relationship Id="rId207" Type="http://schemas.openxmlformats.org/officeDocument/2006/relationships/slideLayout" Target="../slideLayouts/slideLayout218.xml"/><Relationship Id="rId228" Type="http://schemas.openxmlformats.org/officeDocument/2006/relationships/slideLayout" Target="../slideLayouts/slideLayout239.xml"/><Relationship Id="rId13" Type="http://schemas.openxmlformats.org/officeDocument/2006/relationships/slideLayout" Target="../slideLayouts/slideLayout24.xml"/><Relationship Id="rId109" Type="http://schemas.openxmlformats.org/officeDocument/2006/relationships/slideLayout" Target="../slideLayouts/slideLayout120.xml"/><Relationship Id="rId34" Type="http://schemas.openxmlformats.org/officeDocument/2006/relationships/slideLayout" Target="../slideLayouts/slideLayout45.xml"/><Relationship Id="rId55" Type="http://schemas.openxmlformats.org/officeDocument/2006/relationships/slideLayout" Target="../slideLayouts/slideLayout66.xml"/><Relationship Id="rId76" Type="http://schemas.openxmlformats.org/officeDocument/2006/relationships/slideLayout" Target="../slideLayouts/slideLayout87.xml"/><Relationship Id="rId97" Type="http://schemas.openxmlformats.org/officeDocument/2006/relationships/slideLayout" Target="../slideLayouts/slideLayout108.xml"/><Relationship Id="rId120" Type="http://schemas.openxmlformats.org/officeDocument/2006/relationships/slideLayout" Target="../slideLayouts/slideLayout131.xml"/><Relationship Id="rId141" Type="http://schemas.openxmlformats.org/officeDocument/2006/relationships/slideLayout" Target="../slideLayouts/slideLayout152.xml"/><Relationship Id="rId7" Type="http://schemas.openxmlformats.org/officeDocument/2006/relationships/slideLayout" Target="../slideLayouts/slideLayout18.xml"/><Relationship Id="rId162" Type="http://schemas.openxmlformats.org/officeDocument/2006/relationships/slideLayout" Target="../slideLayouts/slideLayout173.xml"/><Relationship Id="rId183" Type="http://schemas.openxmlformats.org/officeDocument/2006/relationships/slideLayout" Target="../slideLayouts/slideLayout194.xml"/><Relationship Id="rId218" Type="http://schemas.openxmlformats.org/officeDocument/2006/relationships/slideLayout" Target="../slideLayouts/slideLayout229.xml"/><Relationship Id="rId24" Type="http://schemas.openxmlformats.org/officeDocument/2006/relationships/slideLayout" Target="../slideLayouts/slideLayout35.xml"/><Relationship Id="rId45" Type="http://schemas.openxmlformats.org/officeDocument/2006/relationships/slideLayout" Target="../slideLayouts/slideLayout56.xml"/><Relationship Id="rId66" Type="http://schemas.openxmlformats.org/officeDocument/2006/relationships/slideLayout" Target="../slideLayouts/slideLayout77.xml"/><Relationship Id="rId87" Type="http://schemas.openxmlformats.org/officeDocument/2006/relationships/slideLayout" Target="../slideLayouts/slideLayout98.xml"/><Relationship Id="rId110" Type="http://schemas.openxmlformats.org/officeDocument/2006/relationships/slideLayout" Target="../slideLayouts/slideLayout121.xml"/><Relationship Id="rId131" Type="http://schemas.openxmlformats.org/officeDocument/2006/relationships/slideLayout" Target="../slideLayouts/slideLayout142.xml"/><Relationship Id="rId152" Type="http://schemas.openxmlformats.org/officeDocument/2006/relationships/slideLayout" Target="../slideLayouts/slideLayout163.xml"/><Relationship Id="rId173" Type="http://schemas.openxmlformats.org/officeDocument/2006/relationships/slideLayout" Target="../slideLayouts/slideLayout184.xml"/><Relationship Id="rId194" Type="http://schemas.openxmlformats.org/officeDocument/2006/relationships/slideLayout" Target="../slideLayouts/slideLayout205.xml"/><Relationship Id="rId208" Type="http://schemas.openxmlformats.org/officeDocument/2006/relationships/slideLayout" Target="../slideLayouts/slideLayout219.xml"/><Relationship Id="rId229" Type="http://schemas.openxmlformats.org/officeDocument/2006/relationships/slideLayout" Target="../slideLayouts/slideLayout240.xml"/><Relationship Id="rId14" Type="http://schemas.openxmlformats.org/officeDocument/2006/relationships/slideLayout" Target="../slideLayouts/slideLayout25.xml"/><Relationship Id="rId35" Type="http://schemas.openxmlformats.org/officeDocument/2006/relationships/slideLayout" Target="../slideLayouts/slideLayout46.xml"/><Relationship Id="rId56" Type="http://schemas.openxmlformats.org/officeDocument/2006/relationships/slideLayout" Target="../slideLayouts/slideLayout67.xml"/><Relationship Id="rId77" Type="http://schemas.openxmlformats.org/officeDocument/2006/relationships/slideLayout" Target="../slideLayouts/slideLayout88.xml"/><Relationship Id="rId100" Type="http://schemas.openxmlformats.org/officeDocument/2006/relationships/slideLayout" Target="../slideLayouts/slideLayout111.xml"/><Relationship Id="rId8" Type="http://schemas.openxmlformats.org/officeDocument/2006/relationships/slideLayout" Target="../slideLayouts/slideLayout19.xml"/><Relationship Id="rId98" Type="http://schemas.openxmlformats.org/officeDocument/2006/relationships/slideLayout" Target="../slideLayouts/slideLayout109.xml"/><Relationship Id="rId121" Type="http://schemas.openxmlformats.org/officeDocument/2006/relationships/slideLayout" Target="../slideLayouts/slideLayout132.xml"/><Relationship Id="rId142" Type="http://schemas.openxmlformats.org/officeDocument/2006/relationships/slideLayout" Target="../slideLayouts/slideLayout153.xml"/><Relationship Id="rId163" Type="http://schemas.openxmlformats.org/officeDocument/2006/relationships/slideLayout" Target="../slideLayouts/slideLayout174.xml"/><Relationship Id="rId184" Type="http://schemas.openxmlformats.org/officeDocument/2006/relationships/slideLayout" Target="../slideLayouts/slideLayout195.xml"/><Relationship Id="rId219" Type="http://schemas.openxmlformats.org/officeDocument/2006/relationships/slideLayout" Target="../slideLayouts/slideLayout230.xml"/><Relationship Id="rId230" Type="http://schemas.openxmlformats.org/officeDocument/2006/relationships/slideLayout" Target="../slideLayouts/slideLayout241.xml"/><Relationship Id="rId25" Type="http://schemas.openxmlformats.org/officeDocument/2006/relationships/slideLayout" Target="../slideLayouts/slideLayout36.xml"/><Relationship Id="rId46" Type="http://schemas.openxmlformats.org/officeDocument/2006/relationships/slideLayout" Target="../slideLayouts/slideLayout57.xml"/><Relationship Id="rId67" Type="http://schemas.openxmlformats.org/officeDocument/2006/relationships/slideLayout" Target="../slideLayouts/slideLayout78.xml"/><Relationship Id="rId116" Type="http://schemas.openxmlformats.org/officeDocument/2006/relationships/slideLayout" Target="../slideLayouts/slideLayout127.xml"/><Relationship Id="rId137" Type="http://schemas.openxmlformats.org/officeDocument/2006/relationships/slideLayout" Target="../slideLayouts/slideLayout148.xml"/><Relationship Id="rId158" Type="http://schemas.openxmlformats.org/officeDocument/2006/relationships/slideLayout" Target="../slideLayouts/slideLayout169.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62" Type="http://schemas.openxmlformats.org/officeDocument/2006/relationships/slideLayout" Target="../slideLayouts/slideLayout73.xml"/><Relationship Id="rId83" Type="http://schemas.openxmlformats.org/officeDocument/2006/relationships/slideLayout" Target="../slideLayouts/slideLayout94.xml"/><Relationship Id="rId88" Type="http://schemas.openxmlformats.org/officeDocument/2006/relationships/slideLayout" Target="../slideLayouts/slideLayout99.xml"/><Relationship Id="rId111" Type="http://schemas.openxmlformats.org/officeDocument/2006/relationships/slideLayout" Target="../slideLayouts/slideLayout122.xml"/><Relationship Id="rId132" Type="http://schemas.openxmlformats.org/officeDocument/2006/relationships/slideLayout" Target="../slideLayouts/slideLayout143.xml"/><Relationship Id="rId153" Type="http://schemas.openxmlformats.org/officeDocument/2006/relationships/slideLayout" Target="../slideLayouts/slideLayout164.xml"/><Relationship Id="rId174" Type="http://schemas.openxmlformats.org/officeDocument/2006/relationships/slideLayout" Target="../slideLayouts/slideLayout185.xml"/><Relationship Id="rId179" Type="http://schemas.openxmlformats.org/officeDocument/2006/relationships/slideLayout" Target="../slideLayouts/slideLayout190.xml"/><Relationship Id="rId195" Type="http://schemas.openxmlformats.org/officeDocument/2006/relationships/slideLayout" Target="../slideLayouts/slideLayout206.xml"/><Relationship Id="rId209" Type="http://schemas.openxmlformats.org/officeDocument/2006/relationships/slideLayout" Target="../slideLayouts/slideLayout220.xml"/><Relationship Id="rId190" Type="http://schemas.openxmlformats.org/officeDocument/2006/relationships/slideLayout" Target="../slideLayouts/slideLayout201.xml"/><Relationship Id="rId204" Type="http://schemas.openxmlformats.org/officeDocument/2006/relationships/slideLayout" Target="../slideLayouts/slideLayout215.xml"/><Relationship Id="rId220" Type="http://schemas.openxmlformats.org/officeDocument/2006/relationships/slideLayout" Target="../slideLayouts/slideLayout231.xml"/><Relationship Id="rId225" Type="http://schemas.openxmlformats.org/officeDocument/2006/relationships/slideLayout" Target="../slideLayouts/slideLayout236.xml"/><Relationship Id="rId15" Type="http://schemas.openxmlformats.org/officeDocument/2006/relationships/slideLayout" Target="../slideLayouts/slideLayout26.xml"/><Relationship Id="rId36" Type="http://schemas.openxmlformats.org/officeDocument/2006/relationships/slideLayout" Target="../slideLayouts/slideLayout47.xml"/><Relationship Id="rId57" Type="http://schemas.openxmlformats.org/officeDocument/2006/relationships/slideLayout" Target="../slideLayouts/slideLayout68.xml"/><Relationship Id="rId106" Type="http://schemas.openxmlformats.org/officeDocument/2006/relationships/slideLayout" Target="../slideLayouts/slideLayout117.xml"/><Relationship Id="rId127" Type="http://schemas.openxmlformats.org/officeDocument/2006/relationships/slideLayout" Target="../slideLayouts/slideLayout13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52" Type="http://schemas.openxmlformats.org/officeDocument/2006/relationships/slideLayout" Target="../slideLayouts/slideLayout63.xml"/><Relationship Id="rId73" Type="http://schemas.openxmlformats.org/officeDocument/2006/relationships/slideLayout" Target="../slideLayouts/slideLayout84.xml"/><Relationship Id="rId78" Type="http://schemas.openxmlformats.org/officeDocument/2006/relationships/slideLayout" Target="../slideLayouts/slideLayout89.xml"/><Relationship Id="rId94" Type="http://schemas.openxmlformats.org/officeDocument/2006/relationships/slideLayout" Target="../slideLayouts/slideLayout105.xml"/><Relationship Id="rId99" Type="http://schemas.openxmlformats.org/officeDocument/2006/relationships/slideLayout" Target="../slideLayouts/slideLayout110.xml"/><Relationship Id="rId101" Type="http://schemas.openxmlformats.org/officeDocument/2006/relationships/slideLayout" Target="../slideLayouts/slideLayout112.xml"/><Relationship Id="rId122" Type="http://schemas.openxmlformats.org/officeDocument/2006/relationships/slideLayout" Target="../slideLayouts/slideLayout133.xml"/><Relationship Id="rId143" Type="http://schemas.openxmlformats.org/officeDocument/2006/relationships/slideLayout" Target="../slideLayouts/slideLayout154.xml"/><Relationship Id="rId148" Type="http://schemas.openxmlformats.org/officeDocument/2006/relationships/slideLayout" Target="../slideLayouts/slideLayout159.xml"/><Relationship Id="rId164" Type="http://schemas.openxmlformats.org/officeDocument/2006/relationships/slideLayout" Target="../slideLayouts/slideLayout175.xml"/><Relationship Id="rId169" Type="http://schemas.openxmlformats.org/officeDocument/2006/relationships/slideLayout" Target="../slideLayouts/slideLayout180.xml"/><Relationship Id="rId185" Type="http://schemas.openxmlformats.org/officeDocument/2006/relationships/slideLayout" Target="../slideLayouts/slideLayout196.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80" Type="http://schemas.openxmlformats.org/officeDocument/2006/relationships/slideLayout" Target="../slideLayouts/slideLayout191.xml"/><Relationship Id="rId210" Type="http://schemas.openxmlformats.org/officeDocument/2006/relationships/slideLayout" Target="../slideLayouts/slideLayout221.xml"/><Relationship Id="rId215" Type="http://schemas.openxmlformats.org/officeDocument/2006/relationships/slideLayout" Target="../slideLayouts/slideLayout226.xml"/><Relationship Id="rId26" Type="http://schemas.openxmlformats.org/officeDocument/2006/relationships/slideLayout" Target="../slideLayouts/slideLayout37.xml"/><Relationship Id="rId231" Type="http://schemas.openxmlformats.org/officeDocument/2006/relationships/theme" Target="../theme/theme2.xml"/><Relationship Id="rId47" Type="http://schemas.openxmlformats.org/officeDocument/2006/relationships/slideLayout" Target="../slideLayouts/slideLayout58.xml"/><Relationship Id="rId68" Type="http://schemas.openxmlformats.org/officeDocument/2006/relationships/slideLayout" Target="../slideLayouts/slideLayout79.xml"/><Relationship Id="rId89" Type="http://schemas.openxmlformats.org/officeDocument/2006/relationships/slideLayout" Target="../slideLayouts/slideLayout100.xml"/><Relationship Id="rId112" Type="http://schemas.openxmlformats.org/officeDocument/2006/relationships/slideLayout" Target="../slideLayouts/slideLayout123.xml"/><Relationship Id="rId133" Type="http://schemas.openxmlformats.org/officeDocument/2006/relationships/slideLayout" Target="../slideLayouts/slideLayout144.xml"/><Relationship Id="rId154" Type="http://schemas.openxmlformats.org/officeDocument/2006/relationships/slideLayout" Target="../slideLayouts/slideLayout165.xml"/><Relationship Id="rId175" Type="http://schemas.openxmlformats.org/officeDocument/2006/relationships/slideLayout" Target="../slideLayouts/slideLayout186.xml"/><Relationship Id="rId196" Type="http://schemas.openxmlformats.org/officeDocument/2006/relationships/slideLayout" Target="../slideLayouts/slideLayout207.xml"/><Relationship Id="rId200" Type="http://schemas.openxmlformats.org/officeDocument/2006/relationships/slideLayout" Target="../slideLayouts/slideLayout211.xml"/><Relationship Id="rId16" Type="http://schemas.openxmlformats.org/officeDocument/2006/relationships/slideLayout" Target="../slideLayouts/slideLayout27.xml"/><Relationship Id="rId221" Type="http://schemas.openxmlformats.org/officeDocument/2006/relationships/slideLayout" Target="../slideLayouts/slideLayout232.xml"/><Relationship Id="rId37" Type="http://schemas.openxmlformats.org/officeDocument/2006/relationships/slideLayout" Target="../slideLayouts/slideLayout48.xml"/><Relationship Id="rId58" Type="http://schemas.openxmlformats.org/officeDocument/2006/relationships/slideLayout" Target="../slideLayouts/slideLayout69.xml"/><Relationship Id="rId79" Type="http://schemas.openxmlformats.org/officeDocument/2006/relationships/slideLayout" Target="../slideLayouts/slideLayout90.xml"/><Relationship Id="rId102" Type="http://schemas.openxmlformats.org/officeDocument/2006/relationships/slideLayout" Target="../slideLayouts/slideLayout113.xml"/><Relationship Id="rId123" Type="http://schemas.openxmlformats.org/officeDocument/2006/relationships/slideLayout" Target="../slideLayouts/slideLayout134.xml"/><Relationship Id="rId144" Type="http://schemas.openxmlformats.org/officeDocument/2006/relationships/slideLayout" Target="../slideLayouts/slideLayout155.xml"/><Relationship Id="rId90" Type="http://schemas.openxmlformats.org/officeDocument/2006/relationships/slideLayout" Target="../slideLayouts/slideLayout101.xml"/><Relationship Id="rId165" Type="http://schemas.openxmlformats.org/officeDocument/2006/relationships/slideLayout" Target="../slideLayouts/slideLayout176.xml"/><Relationship Id="rId186" Type="http://schemas.openxmlformats.org/officeDocument/2006/relationships/slideLayout" Target="../slideLayouts/slideLayout197.xml"/><Relationship Id="rId211" Type="http://schemas.openxmlformats.org/officeDocument/2006/relationships/slideLayout" Target="../slideLayouts/slideLayout222.xml"/><Relationship Id="rId27" Type="http://schemas.openxmlformats.org/officeDocument/2006/relationships/slideLayout" Target="../slideLayouts/slideLayout38.xml"/><Relationship Id="rId48" Type="http://schemas.openxmlformats.org/officeDocument/2006/relationships/slideLayout" Target="../slideLayouts/slideLayout59.xml"/><Relationship Id="rId69" Type="http://schemas.openxmlformats.org/officeDocument/2006/relationships/slideLayout" Target="../slideLayouts/slideLayout80.xml"/><Relationship Id="rId113" Type="http://schemas.openxmlformats.org/officeDocument/2006/relationships/slideLayout" Target="../slideLayouts/slideLayout124.xml"/><Relationship Id="rId134" Type="http://schemas.openxmlformats.org/officeDocument/2006/relationships/slideLayout" Target="../slideLayouts/slideLayout145.xml"/><Relationship Id="rId80" Type="http://schemas.openxmlformats.org/officeDocument/2006/relationships/slideLayout" Target="../slideLayouts/slideLayout91.xml"/><Relationship Id="rId155" Type="http://schemas.openxmlformats.org/officeDocument/2006/relationships/slideLayout" Target="../slideLayouts/slideLayout166.xml"/><Relationship Id="rId176" Type="http://schemas.openxmlformats.org/officeDocument/2006/relationships/slideLayout" Target="../slideLayouts/slideLayout187.xml"/><Relationship Id="rId197" Type="http://schemas.openxmlformats.org/officeDocument/2006/relationships/slideLayout" Target="../slideLayouts/slideLayout208.xml"/><Relationship Id="rId201" Type="http://schemas.openxmlformats.org/officeDocument/2006/relationships/slideLayout" Target="../slideLayouts/slideLayout212.xml"/><Relationship Id="rId222" Type="http://schemas.openxmlformats.org/officeDocument/2006/relationships/slideLayout" Target="../slideLayouts/slideLayout233.xml"/><Relationship Id="rId17" Type="http://schemas.openxmlformats.org/officeDocument/2006/relationships/slideLayout" Target="../slideLayouts/slideLayout28.xml"/><Relationship Id="rId38" Type="http://schemas.openxmlformats.org/officeDocument/2006/relationships/slideLayout" Target="../slideLayouts/slideLayout49.xml"/><Relationship Id="rId59" Type="http://schemas.openxmlformats.org/officeDocument/2006/relationships/slideLayout" Target="../slideLayouts/slideLayout70.xml"/><Relationship Id="rId103" Type="http://schemas.openxmlformats.org/officeDocument/2006/relationships/slideLayout" Target="../slideLayouts/slideLayout114.xml"/><Relationship Id="rId124" Type="http://schemas.openxmlformats.org/officeDocument/2006/relationships/slideLayout" Target="../slideLayouts/slideLayout135.xml"/><Relationship Id="rId70" Type="http://schemas.openxmlformats.org/officeDocument/2006/relationships/slideLayout" Target="../slideLayouts/slideLayout81.xml"/><Relationship Id="rId91" Type="http://schemas.openxmlformats.org/officeDocument/2006/relationships/slideLayout" Target="../slideLayouts/slideLayout102.xml"/><Relationship Id="rId145" Type="http://schemas.openxmlformats.org/officeDocument/2006/relationships/slideLayout" Target="../slideLayouts/slideLayout156.xml"/><Relationship Id="rId166" Type="http://schemas.openxmlformats.org/officeDocument/2006/relationships/slideLayout" Target="../slideLayouts/slideLayout177.xml"/><Relationship Id="rId187" Type="http://schemas.openxmlformats.org/officeDocument/2006/relationships/slideLayout" Target="../slideLayouts/slideLayout198.xml"/><Relationship Id="rId1" Type="http://schemas.openxmlformats.org/officeDocument/2006/relationships/slideLayout" Target="../slideLayouts/slideLayout12.xml"/><Relationship Id="rId212" Type="http://schemas.openxmlformats.org/officeDocument/2006/relationships/slideLayout" Target="../slideLayouts/slideLayout223.xml"/><Relationship Id="rId28" Type="http://schemas.openxmlformats.org/officeDocument/2006/relationships/slideLayout" Target="../slideLayouts/slideLayout39.xml"/><Relationship Id="rId49" Type="http://schemas.openxmlformats.org/officeDocument/2006/relationships/slideLayout" Target="../slideLayouts/slideLayout60.xml"/><Relationship Id="rId114" Type="http://schemas.openxmlformats.org/officeDocument/2006/relationships/slideLayout" Target="../slideLayouts/slideLayout125.xml"/><Relationship Id="rId60" Type="http://schemas.openxmlformats.org/officeDocument/2006/relationships/slideLayout" Target="../slideLayouts/slideLayout71.xml"/><Relationship Id="rId81" Type="http://schemas.openxmlformats.org/officeDocument/2006/relationships/slideLayout" Target="../slideLayouts/slideLayout92.xml"/><Relationship Id="rId135" Type="http://schemas.openxmlformats.org/officeDocument/2006/relationships/slideLayout" Target="../slideLayouts/slideLayout146.xml"/><Relationship Id="rId156" Type="http://schemas.openxmlformats.org/officeDocument/2006/relationships/slideLayout" Target="../slideLayouts/slideLayout167.xml"/><Relationship Id="rId177" Type="http://schemas.openxmlformats.org/officeDocument/2006/relationships/slideLayout" Target="../slideLayouts/slideLayout188.xml"/><Relationship Id="rId198" Type="http://schemas.openxmlformats.org/officeDocument/2006/relationships/slideLayout" Target="../slideLayouts/slideLayout209.xml"/><Relationship Id="rId202" Type="http://schemas.openxmlformats.org/officeDocument/2006/relationships/slideLayout" Target="../slideLayouts/slideLayout213.xml"/><Relationship Id="rId223" Type="http://schemas.openxmlformats.org/officeDocument/2006/relationships/slideLayout" Target="../slideLayouts/slideLayout23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50" Type="http://schemas.openxmlformats.org/officeDocument/2006/relationships/slideLayout" Target="../slideLayouts/slideLayout61.xml"/><Relationship Id="rId104" Type="http://schemas.openxmlformats.org/officeDocument/2006/relationships/slideLayout" Target="../slideLayouts/slideLayout115.xml"/><Relationship Id="rId125" Type="http://schemas.openxmlformats.org/officeDocument/2006/relationships/slideLayout" Target="../slideLayouts/slideLayout136.xml"/><Relationship Id="rId146" Type="http://schemas.openxmlformats.org/officeDocument/2006/relationships/slideLayout" Target="../slideLayouts/slideLayout157.xml"/><Relationship Id="rId167" Type="http://schemas.openxmlformats.org/officeDocument/2006/relationships/slideLayout" Target="../slideLayouts/slideLayout178.xml"/><Relationship Id="rId188" Type="http://schemas.openxmlformats.org/officeDocument/2006/relationships/slideLayout" Target="../slideLayouts/slideLayout199.xml"/><Relationship Id="rId71" Type="http://schemas.openxmlformats.org/officeDocument/2006/relationships/slideLayout" Target="../slideLayouts/slideLayout82.xml"/><Relationship Id="rId92" Type="http://schemas.openxmlformats.org/officeDocument/2006/relationships/slideLayout" Target="../slideLayouts/slideLayout103.xml"/><Relationship Id="rId213" Type="http://schemas.openxmlformats.org/officeDocument/2006/relationships/slideLayout" Target="../slideLayouts/slideLayout224.xml"/><Relationship Id="rId2" Type="http://schemas.openxmlformats.org/officeDocument/2006/relationships/slideLayout" Target="../slideLayouts/slideLayout13.xml"/><Relationship Id="rId29" Type="http://schemas.openxmlformats.org/officeDocument/2006/relationships/slideLayout" Target="../slideLayouts/slideLayout40.xml"/><Relationship Id="rId40" Type="http://schemas.openxmlformats.org/officeDocument/2006/relationships/slideLayout" Target="../slideLayouts/slideLayout51.xml"/><Relationship Id="rId115" Type="http://schemas.openxmlformats.org/officeDocument/2006/relationships/slideLayout" Target="../slideLayouts/slideLayout126.xml"/><Relationship Id="rId136" Type="http://schemas.openxmlformats.org/officeDocument/2006/relationships/slideLayout" Target="../slideLayouts/slideLayout147.xml"/><Relationship Id="rId157" Type="http://schemas.openxmlformats.org/officeDocument/2006/relationships/slideLayout" Target="../slideLayouts/slideLayout168.xml"/><Relationship Id="rId178" Type="http://schemas.openxmlformats.org/officeDocument/2006/relationships/slideLayout" Target="../slideLayouts/slideLayout189.xml"/><Relationship Id="rId61" Type="http://schemas.openxmlformats.org/officeDocument/2006/relationships/slideLayout" Target="../slideLayouts/slideLayout72.xml"/><Relationship Id="rId82" Type="http://schemas.openxmlformats.org/officeDocument/2006/relationships/slideLayout" Target="../slideLayouts/slideLayout93.xml"/><Relationship Id="rId199" Type="http://schemas.openxmlformats.org/officeDocument/2006/relationships/slideLayout" Target="../slideLayouts/slideLayout210.xml"/><Relationship Id="rId203" Type="http://schemas.openxmlformats.org/officeDocument/2006/relationships/slideLayout" Target="../slideLayouts/slideLayout214.xml"/><Relationship Id="rId19" Type="http://schemas.openxmlformats.org/officeDocument/2006/relationships/slideLayout" Target="../slideLayouts/slideLayout30.xml"/><Relationship Id="rId224" Type="http://schemas.openxmlformats.org/officeDocument/2006/relationships/slideLayout" Target="../slideLayouts/slideLayout235.xml"/><Relationship Id="rId30" Type="http://schemas.openxmlformats.org/officeDocument/2006/relationships/slideLayout" Target="../slideLayouts/slideLayout41.xml"/><Relationship Id="rId105" Type="http://schemas.openxmlformats.org/officeDocument/2006/relationships/slideLayout" Target="../slideLayouts/slideLayout116.xml"/><Relationship Id="rId126" Type="http://schemas.openxmlformats.org/officeDocument/2006/relationships/slideLayout" Target="../slideLayouts/slideLayout137.xml"/><Relationship Id="rId147" Type="http://schemas.openxmlformats.org/officeDocument/2006/relationships/slideLayout" Target="../slideLayouts/slideLayout158.xml"/><Relationship Id="rId168" Type="http://schemas.openxmlformats.org/officeDocument/2006/relationships/slideLayout" Target="../slideLayouts/slideLayout17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93" Type="http://schemas.openxmlformats.org/officeDocument/2006/relationships/slideLayout" Target="../slideLayouts/slideLayout104.xml"/><Relationship Id="rId189" Type="http://schemas.openxmlformats.org/officeDocument/2006/relationships/slideLayout" Target="../slideLayouts/slideLayout200.xml"/><Relationship Id="rId3" Type="http://schemas.openxmlformats.org/officeDocument/2006/relationships/slideLayout" Target="../slideLayouts/slideLayout14.xml"/><Relationship Id="rId214" Type="http://schemas.openxmlformats.org/officeDocument/2006/relationships/slideLayout" Target="../slideLayouts/slideLayout2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EA3C9FAE-22D5-BA2F-FED7-6D0637A4C2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0495F35C-D2DF-1DD6-3989-61032E2FD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6E2814C-DCC8-AD28-AF02-DC0DE65315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9E9E8B-6CBD-4C3A-9E7F-ADC2103C5C25}" type="datetimeFigureOut">
              <a:rPr lang="de-DE" smtClean="0"/>
              <a:t>23.08.2023</a:t>
            </a:fld>
            <a:endParaRPr lang="de-DE"/>
          </a:p>
        </p:txBody>
      </p:sp>
      <p:sp>
        <p:nvSpPr>
          <p:cNvPr id="5" name="Fußzeilenplatzhalter 4">
            <a:extLst>
              <a:ext uri="{FF2B5EF4-FFF2-40B4-BE49-F238E27FC236}">
                <a16:creationId xmlns:a16="http://schemas.microsoft.com/office/drawing/2014/main" id="{913A6B8C-7A5A-9256-8E77-C3DB9FCAD3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B7C56C3F-E5A4-4E40-DBA4-F4787B8A9E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C80EDD-FA99-45F1-865D-477AF8C7428C}" type="slidenum">
              <a:rPr lang="de-DE" smtClean="0"/>
              <a:t>‹Nr.›</a:t>
            </a:fld>
            <a:endParaRPr lang="de-DE"/>
          </a:p>
        </p:txBody>
      </p:sp>
    </p:spTree>
    <p:extLst>
      <p:ext uri="{BB962C8B-B14F-4D97-AF65-F5344CB8AC3E}">
        <p14:creationId xmlns:p14="http://schemas.microsoft.com/office/powerpoint/2010/main" val="4026021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2369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7" r:id="rId137"/>
    <p:sldLayoutId id="2147483798" r:id="rId138"/>
    <p:sldLayoutId id="2147483799" r:id="rId139"/>
    <p:sldLayoutId id="2147483800" r:id="rId140"/>
    <p:sldLayoutId id="2147483801" r:id="rId141"/>
    <p:sldLayoutId id="2147483802" r:id="rId142"/>
    <p:sldLayoutId id="2147483803" r:id="rId143"/>
    <p:sldLayoutId id="2147483804" r:id="rId144"/>
    <p:sldLayoutId id="2147483805" r:id="rId145"/>
    <p:sldLayoutId id="2147483806" r:id="rId146"/>
    <p:sldLayoutId id="2147483807" r:id="rId147"/>
    <p:sldLayoutId id="2147483808" r:id="rId148"/>
    <p:sldLayoutId id="2147483809" r:id="rId149"/>
    <p:sldLayoutId id="2147483810" r:id="rId150"/>
    <p:sldLayoutId id="2147483811" r:id="rId151"/>
    <p:sldLayoutId id="2147483812" r:id="rId152"/>
    <p:sldLayoutId id="2147483813" r:id="rId153"/>
    <p:sldLayoutId id="2147483814" r:id="rId154"/>
    <p:sldLayoutId id="2147483815" r:id="rId155"/>
    <p:sldLayoutId id="2147483816" r:id="rId156"/>
    <p:sldLayoutId id="2147483817" r:id="rId157"/>
    <p:sldLayoutId id="2147483818" r:id="rId158"/>
    <p:sldLayoutId id="2147483819" r:id="rId159"/>
    <p:sldLayoutId id="2147483820" r:id="rId160"/>
    <p:sldLayoutId id="2147483821" r:id="rId161"/>
    <p:sldLayoutId id="2147483822" r:id="rId162"/>
    <p:sldLayoutId id="2147483823" r:id="rId163"/>
    <p:sldLayoutId id="2147483824" r:id="rId164"/>
    <p:sldLayoutId id="2147483825" r:id="rId165"/>
    <p:sldLayoutId id="2147483826" r:id="rId166"/>
    <p:sldLayoutId id="2147483827" r:id="rId167"/>
    <p:sldLayoutId id="2147483828" r:id="rId168"/>
    <p:sldLayoutId id="2147483829" r:id="rId169"/>
    <p:sldLayoutId id="2147483830" r:id="rId170"/>
    <p:sldLayoutId id="2147483831" r:id="rId171"/>
    <p:sldLayoutId id="2147483832" r:id="rId172"/>
    <p:sldLayoutId id="2147483833" r:id="rId173"/>
    <p:sldLayoutId id="2147483834" r:id="rId174"/>
    <p:sldLayoutId id="2147483835" r:id="rId175"/>
    <p:sldLayoutId id="2147483836" r:id="rId176"/>
    <p:sldLayoutId id="2147483837" r:id="rId177"/>
    <p:sldLayoutId id="2147483838" r:id="rId178"/>
    <p:sldLayoutId id="2147483839" r:id="rId179"/>
    <p:sldLayoutId id="2147483840" r:id="rId180"/>
    <p:sldLayoutId id="2147483841" r:id="rId181"/>
    <p:sldLayoutId id="2147483842" r:id="rId182"/>
    <p:sldLayoutId id="2147483843" r:id="rId183"/>
    <p:sldLayoutId id="2147483844" r:id="rId184"/>
    <p:sldLayoutId id="2147483845" r:id="rId185"/>
    <p:sldLayoutId id="2147483846" r:id="rId186"/>
    <p:sldLayoutId id="2147483847" r:id="rId187"/>
    <p:sldLayoutId id="2147483848" r:id="rId188"/>
    <p:sldLayoutId id="2147483849" r:id="rId189"/>
    <p:sldLayoutId id="2147483850" r:id="rId190"/>
    <p:sldLayoutId id="2147483851" r:id="rId191"/>
    <p:sldLayoutId id="2147483852" r:id="rId192"/>
    <p:sldLayoutId id="2147483853" r:id="rId193"/>
    <p:sldLayoutId id="2147483854" r:id="rId194"/>
    <p:sldLayoutId id="2147483855" r:id="rId195"/>
    <p:sldLayoutId id="2147483856" r:id="rId196"/>
    <p:sldLayoutId id="2147483857" r:id="rId197"/>
    <p:sldLayoutId id="2147483858" r:id="rId198"/>
    <p:sldLayoutId id="2147483859" r:id="rId199"/>
    <p:sldLayoutId id="2147483860" r:id="rId200"/>
    <p:sldLayoutId id="2147483861" r:id="rId201"/>
    <p:sldLayoutId id="2147483862" r:id="rId202"/>
    <p:sldLayoutId id="2147483863" r:id="rId203"/>
    <p:sldLayoutId id="2147483864" r:id="rId204"/>
    <p:sldLayoutId id="2147483865" r:id="rId205"/>
    <p:sldLayoutId id="2147483866" r:id="rId206"/>
    <p:sldLayoutId id="2147483867" r:id="rId207"/>
    <p:sldLayoutId id="2147483868" r:id="rId208"/>
    <p:sldLayoutId id="2147483869" r:id="rId209"/>
    <p:sldLayoutId id="2147483870" r:id="rId210"/>
    <p:sldLayoutId id="2147483871" r:id="rId211"/>
    <p:sldLayoutId id="2147483872" r:id="rId212"/>
    <p:sldLayoutId id="2147483873" r:id="rId213"/>
    <p:sldLayoutId id="2147483874" r:id="rId214"/>
    <p:sldLayoutId id="2147483875" r:id="rId215"/>
    <p:sldLayoutId id="2147483876" r:id="rId216"/>
    <p:sldLayoutId id="2147483877" r:id="rId217"/>
    <p:sldLayoutId id="2147483878" r:id="rId218"/>
    <p:sldLayoutId id="2147483879" r:id="rId219"/>
    <p:sldLayoutId id="2147483880" r:id="rId220"/>
    <p:sldLayoutId id="2147483881" r:id="rId221"/>
    <p:sldLayoutId id="2147483882" r:id="rId222"/>
    <p:sldLayoutId id="2147483883" r:id="rId223"/>
    <p:sldLayoutId id="2147483884" r:id="rId224"/>
    <p:sldLayoutId id="2147483885" r:id="rId225"/>
    <p:sldLayoutId id="2147483886" r:id="rId226"/>
    <p:sldLayoutId id="2147483887" r:id="rId227"/>
    <p:sldLayoutId id="2147483888" r:id="rId228"/>
    <p:sldLayoutId id="2147483889" r:id="rId229"/>
    <p:sldLayoutId id="2147483890" r:id="rId230"/>
  </p:sldLayoutIdLst>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hf hdr="0" ftr="0" dt="0"/>
  <p:txStyles>
    <p:titleStyle>
      <a:lvl1pPr algn="l" defTabSz="91444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1" indent="-228611" algn="l" defTabSz="91444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5.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5.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ED21F8C7-12E0-4CE2-B2B4-3DEE3BB47035}"/>
              </a:ext>
            </a:extLst>
          </p:cNvPr>
          <p:cNvSpPr txBox="1"/>
          <p:nvPr/>
        </p:nvSpPr>
        <p:spPr>
          <a:xfrm>
            <a:off x="1680088" y="3646182"/>
            <a:ext cx="5612248" cy="66697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0" i="0" u="none" strike="noStrike" kern="1200" cap="none" spc="0" normalizeH="0" baseline="0" noProof="0" dirty="0">
                <a:ln>
                  <a:noFill/>
                </a:ln>
                <a:solidFill>
                  <a:srgbClr val="B6B6BD"/>
                </a:solidFill>
                <a:effectLst/>
                <a:uLnTx/>
                <a:uFillTx/>
                <a:latin typeface="Source Sans Pro"/>
                <a:ea typeface="+mn-ea"/>
                <a:cs typeface="+mn-cs"/>
              </a:rPr>
              <a:t>Was ist ein Branch und wofür verwendet man diesen. Und brauch man immer einen Branch?</a:t>
            </a:r>
          </a:p>
        </p:txBody>
      </p:sp>
      <p:sp>
        <p:nvSpPr>
          <p:cNvPr id="20" name="TextBox 19">
            <a:extLst>
              <a:ext uri="{FF2B5EF4-FFF2-40B4-BE49-F238E27FC236}">
                <a16:creationId xmlns:a16="http://schemas.microsoft.com/office/drawing/2014/main" id="{1FD57414-E1D7-4B68-AE57-2C22A4B1A300}"/>
              </a:ext>
            </a:extLst>
          </p:cNvPr>
          <p:cNvSpPr txBox="1"/>
          <p:nvPr/>
        </p:nvSpPr>
        <p:spPr>
          <a:xfrm>
            <a:off x="397566" y="2442940"/>
            <a:ext cx="6894770" cy="1118319"/>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333" b="1" i="0" u="none" strike="noStrike" kern="1200" cap="none" spc="0" normalizeH="0" baseline="0" noProof="0" dirty="0">
                <a:ln>
                  <a:noFill/>
                </a:ln>
                <a:solidFill>
                  <a:srgbClr val="FFFFFF"/>
                </a:solidFill>
                <a:effectLst/>
                <a:uLnTx/>
                <a:uFillTx/>
                <a:latin typeface="Source Sans Pro"/>
                <a:ea typeface="Roboto Black" panose="02000000000000000000" pitchFamily="2" charset="0"/>
                <a:cs typeface="+mn-cs"/>
              </a:rPr>
              <a:t>GIT für Entwickler</a:t>
            </a:r>
            <a:endParaRPr kumimoji="0" lang="de-DE" sz="1333" b="0" i="0" u="none" strike="noStrike" kern="1200" cap="none" spc="0" normalizeH="0" baseline="0" noProof="0" dirty="0">
              <a:ln>
                <a:noFill/>
              </a:ln>
              <a:solidFill>
                <a:srgbClr val="FFFFFF"/>
              </a:solidFill>
              <a:effectLst/>
              <a:uLnTx/>
              <a:uFillTx/>
              <a:latin typeface="Bebas Neue" panose="020B0606020202050201" pitchFamily="34" charset="0"/>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5334" b="0" i="0" u="none" strike="noStrike" kern="1200" cap="none" spc="0" normalizeH="0" baseline="0" noProof="0" dirty="0" err="1">
                <a:ln>
                  <a:noFill/>
                </a:ln>
                <a:gradFill>
                  <a:gsLst>
                    <a:gs pos="50000">
                      <a:srgbClr val="FF5355"/>
                    </a:gs>
                    <a:gs pos="100000">
                      <a:srgbClr val="CE59C4"/>
                    </a:gs>
                    <a:gs pos="1000">
                      <a:srgbClr val="FFC955"/>
                    </a:gs>
                  </a:gsLst>
                  <a:lin ang="8100000" scaled="0"/>
                </a:gradFill>
                <a:effectLst/>
                <a:uLnTx/>
                <a:uFillTx/>
                <a:latin typeface="Source Sans Pro Black"/>
                <a:ea typeface="+mn-ea"/>
                <a:cs typeface="+mn-cs"/>
              </a:rPr>
              <a:t>Branching</a:t>
            </a:r>
            <a:endParaRPr kumimoji="0" lang="de-DE" sz="5334" b="0" i="0" u="none" strike="noStrike" kern="1200" cap="none" spc="0" normalizeH="0" baseline="0" noProof="0" dirty="0">
              <a:ln>
                <a:noFill/>
              </a:ln>
              <a:gradFill>
                <a:gsLst>
                  <a:gs pos="50000">
                    <a:srgbClr val="FF5355"/>
                  </a:gs>
                  <a:gs pos="100000">
                    <a:srgbClr val="CE59C4"/>
                  </a:gs>
                  <a:gs pos="1000">
                    <a:srgbClr val="FFC955"/>
                  </a:gs>
                </a:gsLst>
                <a:lin ang="8100000" scaled="0"/>
              </a:gradFill>
              <a:effectLst/>
              <a:uLnTx/>
              <a:uFillTx/>
              <a:latin typeface="Source Sans Pro Black"/>
              <a:ea typeface="+mn-ea"/>
              <a:cs typeface="+mn-cs"/>
            </a:endParaRPr>
          </a:p>
        </p:txBody>
      </p:sp>
      <p:sp>
        <p:nvSpPr>
          <p:cNvPr id="5" name="TextBox 4">
            <a:extLst>
              <a:ext uri="{FF2B5EF4-FFF2-40B4-BE49-F238E27FC236}">
                <a16:creationId xmlns:a16="http://schemas.microsoft.com/office/drawing/2014/main" id="{827B051B-E820-4754-9C07-E245C0DA7850}"/>
              </a:ext>
            </a:extLst>
          </p:cNvPr>
          <p:cNvSpPr txBox="1"/>
          <p:nvPr/>
        </p:nvSpPr>
        <p:spPr>
          <a:xfrm>
            <a:off x="609600" y="6076279"/>
            <a:ext cx="2641600" cy="29745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2F2F5"/>
                </a:solidFill>
                <a:effectLst/>
                <a:uLnTx/>
                <a:uFillTx/>
                <a:latin typeface="Source Sans Pro"/>
                <a:ea typeface="+mn-ea"/>
                <a:cs typeface="+mn-cs"/>
              </a:rPr>
              <a:t>© 2023 Ben Coepp Publishing</a:t>
            </a:r>
          </a:p>
        </p:txBody>
      </p:sp>
      <p:sp>
        <p:nvSpPr>
          <p:cNvPr id="6" name="TextBox 5">
            <a:extLst>
              <a:ext uri="{FF2B5EF4-FFF2-40B4-BE49-F238E27FC236}">
                <a16:creationId xmlns:a16="http://schemas.microsoft.com/office/drawing/2014/main" id="{771DBB7B-0480-4D69-AB1A-CBC77C7904BB}"/>
              </a:ext>
            </a:extLst>
          </p:cNvPr>
          <p:cNvSpPr txBox="1"/>
          <p:nvPr/>
        </p:nvSpPr>
        <p:spPr>
          <a:xfrm>
            <a:off x="609600" y="408258"/>
            <a:ext cx="1828800" cy="461665"/>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en-US" sz="2400" b="1" i="0" u="none" strike="noStrike" kern="1200" cap="none" spc="0" normalizeH="0" baseline="0" noProof="0" dirty="0">
              <a:ln>
                <a:noFill/>
              </a:ln>
              <a:solidFill>
                <a:srgbClr val="FFC955"/>
              </a:solidFill>
              <a:effectLst/>
              <a:uLnTx/>
              <a:uFillTx/>
              <a:latin typeface="Source Sans Pro"/>
              <a:ea typeface="+mn-ea"/>
              <a:cs typeface="+mn-cs"/>
            </a:endParaRPr>
          </a:p>
        </p:txBody>
      </p:sp>
      <p:cxnSp>
        <p:nvCxnSpPr>
          <p:cNvPr id="11" name="Straight Connector 10">
            <a:extLst>
              <a:ext uri="{FF2B5EF4-FFF2-40B4-BE49-F238E27FC236}">
                <a16:creationId xmlns:a16="http://schemas.microsoft.com/office/drawing/2014/main" id="{9E8B2DFD-0BD6-4013-8B00-B7D217A68CD6}"/>
              </a:ext>
            </a:extLst>
          </p:cNvPr>
          <p:cNvCxnSpPr>
            <a:cxnSpLocks/>
          </p:cNvCxnSpPr>
          <p:nvPr/>
        </p:nvCxnSpPr>
        <p:spPr>
          <a:xfrm>
            <a:off x="609600" y="6420523"/>
            <a:ext cx="2990490"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3" name="Picture Placeholder 2">
            <a:extLst>
              <a:ext uri="{FF2B5EF4-FFF2-40B4-BE49-F238E27FC236}">
                <a16:creationId xmlns:a16="http://schemas.microsoft.com/office/drawing/2014/main" id="{28590D2E-BA9E-4B34-9BC6-3A57DB73BB8E}"/>
              </a:ext>
            </a:extLst>
          </p:cNvPr>
          <p:cNvSpPr>
            <a:spLocks noGrp="1"/>
          </p:cNvSpPr>
          <p:nvPr>
            <p:ph type="pic" sz="quarter" idx="11"/>
          </p:nvPr>
        </p:nvSpPr>
        <p:spPr>
          <a:xfrm flipH="1">
            <a:off x="7851649" y="-20531"/>
            <a:ext cx="4340351" cy="6858000"/>
          </a:xfrm>
        </p:spPr>
        <p:txBody>
          <a:bodyPr/>
          <a:lstStyle/>
          <a:p>
            <a:endParaRPr lang="de-DE"/>
          </a:p>
        </p:txBody>
      </p:sp>
    </p:spTree>
    <p:extLst>
      <p:ext uri="{BB962C8B-B14F-4D97-AF65-F5344CB8AC3E}">
        <p14:creationId xmlns:p14="http://schemas.microsoft.com/office/powerpoint/2010/main" val="10736789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8610E2F-1ABB-4BD0-A32D-836CC0B8ABB5}"/>
              </a:ext>
            </a:extLst>
          </p:cNvPr>
          <p:cNvSpPr>
            <a:spLocks noGrp="1"/>
          </p:cNvSpPr>
          <p:nvPr>
            <p:ph type="pic" sz="quarter" idx="10"/>
          </p:nvPr>
        </p:nvSpPr>
        <p:spPr/>
        <p:txBody>
          <a:bodyPr/>
          <a:lstStyle/>
          <a:p>
            <a:endParaRPr lang="de-DE"/>
          </a:p>
        </p:txBody>
      </p:sp>
      <p:sp>
        <p:nvSpPr>
          <p:cNvPr id="9" name="Freeform: Shape 8">
            <a:extLst>
              <a:ext uri="{FF2B5EF4-FFF2-40B4-BE49-F238E27FC236}">
                <a16:creationId xmlns:a16="http://schemas.microsoft.com/office/drawing/2014/main" id="{A109083D-E2F8-4D62-88DE-C70082648A7D}"/>
              </a:ext>
            </a:extLst>
          </p:cNvPr>
          <p:cNvSpPr/>
          <p:nvPr/>
        </p:nvSpPr>
        <p:spPr>
          <a:xfrm>
            <a:off x="0" y="0"/>
            <a:ext cx="2895600" cy="6858000"/>
          </a:xfrm>
          <a:custGeom>
            <a:avLst/>
            <a:gdLst>
              <a:gd name="connsiteX0" fmla="*/ 0 w 4343400"/>
              <a:gd name="connsiteY0" fmla="*/ 0 h 10287000"/>
              <a:gd name="connsiteX1" fmla="*/ 4343400 w 4343400"/>
              <a:gd name="connsiteY1" fmla="*/ 0 h 10287000"/>
              <a:gd name="connsiteX2" fmla="*/ 2057400 w 4343400"/>
              <a:gd name="connsiteY2" fmla="*/ 10287000 h 10287000"/>
              <a:gd name="connsiteX3" fmla="*/ 0 w 4343400"/>
              <a:gd name="connsiteY3" fmla="*/ 10287000 h 10287000"/>
            </a:gdLst>
            <a:ahLst/>
            <a:cxnLst>
              <a:cxn ang="0">
                <a:pos x="connsiteX0" y="connsiteY0"/>
              </a:cxn>
              <a:cxn ang="0">
                <a:pos x="connsiteX1" y="connsiteY1"/>
              </a:cxn>
              <a:cxn ang="0">
                <a:pos x="connsiteX2" y="connsiteY2"/>
              </a:cxn>
              <a:cxn ang="0">
                <a:pos x="connsiteX3" y="connsiteY3"/>
              </a:cxn>
            </a:cxnLst>
            <a:rect l="l" t="t" r="r" b="b"/>
            <a:pathLst>
              <a:path w="4343400" h="10287000">
                <a:moveTo>
                  <a:pt x="0" y="0"/>
                </a:moveTo>
                <a:lnTo>
                  <a:pt x="4343400" y="0"/>
                </a:lnTo>
                <a:lnTo>
                  <a:pt x="2057400" y="10287000"/>
                </a:lnTo>
                <a:lnTo>
                  <a:pt x="0" y="10287000"/>
                </a:lnTo>
                <a:close/>
              </a:path>
            </a:pathLst>
          </a:cu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20" name="TextBox 19">
            <a:extLst>
              <a:ext uri="{FF2B5EF4-FFF2-40B4-BE49-F238E27FC236}">
                <a16:creationId xmlns:a16="http://schemas.microsoft.com/office/drawing/2014/main" id="{13E334DF-B59D-46F2-B296-F211CF667F32}"/>
              </a:ext>
            </a:extLst>
          </p:cNvPr>
          <p:cNvSpPr txBox="1"/>
          <p:nvPr/>
        </p:nvSpPr>
        <p:spPr>
          <a:xfrm rot="16200000">
            <a:off x="-2131946" y="2705725"/>
            <a:ext cx="5997715" cy="1446550"/>
          </a:xfrm>
          <a:prstGeom prst="rect">
            <a:avLst/>
          </a:prstGeom>
          <a:noFill/>
          <a:effectLst>
            <a:outerShdw blurRad="63500" sx="102000" sy="102000" algn="ctr" rotWithShape="0">
              <a:schemeClr val="bg1">
                <a:alpha val="40000"/>
              </a:schemeClr>
            </a:outerShdw>
          </a:effectLst>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400" b="0" i="0" u="none" strike="noStrike" kern="1200" cap="none" spc="0" normalizeH="0" baseline="0" noProof="0" dirty="0">
                <a:ln>
                  <a:noFill/>
                </a:ln>
                <a:solidFill>
                  <a:srgbClr val="FFFFFF"/>
                </a:solidFill>
                <a:effectLst/>
                <a:uLnTx/>
                <a:uFillTx/>
                <a:latin typeface="Source Sans Pro Black"/>
                <a:ea typeface="+mn-ea"/>
                <a:cs typeface="+mn-cs"/>
              </a:rPr>
              <a:t>Einfühlung </a:t>
            </a:r>
          </a:p>
          <a:p>
            <a:pPr marL="0" marR="0" lvl="0" indent="0" algn="r" defTabSz="914446" rtl="0" eaLnBrk="1" fontAlgn="auto" latinLnBrk="0" hangingPunct="1">
              <a:lnSpc>
                <a:spcPct val="100000"/>
              </a:lnSpc>
              <a:spcBef>
                <a:spcPts val="0"/>
              </a:spcBef>
              <a:spcAft>
                <a:spcPts val="0"/>
              </a:spcAft>
              <a:buClrTx/>
              <a:buSzTx/>
              <a:buFontTx/>
              <a:buNone/>
              <a:tabLst/>
              <a:defRPr/>
            </a:pPr>
            <a:r>
              <a:rPr lang="de-DE" sz="4400" dirty="0" err="1">
                <a:solidFill>
                  <a:srgbClr val="FFC955"/>
                </a:solidFill>
                <a:latin typeface="Source Sans Pro Black"/>
              </a:rPr>
              <a:t>Branches</a:t>
            </a:r>
            <a:endParaRPr kumimoji="0" lang="de-DE" sz="4400" b="0" i="0" u="none" strike="noStrike" kern="1200" cap="none" spc="0" normalizeH="0" baseline="0" noProof="0" dirty="0">
              <a:ln>
                <a:noFill/>
              </a:ln>
              <a:solidFill>
                <a:srgbClr val="FFC955"/>
              </a:solidFill>
              <a:effectLst/>
              <a:uLnTx/>
              <a:uFillTx/>
              <a:latin typeface="Source Sans Pro Black"/>
              <a:ea typeface="+mn-ea"/>
              <a:cs typeface="+mn-cs"/>
            </a:endParaRPr>
          </a:p>
        </p:txBody>
      </p:sp>
      <p:sp>
        <p:nvSpPr>
          <p:cNvPr id="68" name="TextBox 67">
            <a:extLst>
              <a:ext uri="{FF2B5EF4-FFF2-40B4-BE49-F238E27FC236}">
                <a16:creationId xmlns:a16="http://schemas.microsoft.com/office/drawing/2014/main" id="{410BF81A-DC00-4BEE-96D1-61632F0B67E4}"/>
              </a:ext>
            </a:extLst>
          </p:cNvPr>
          <p:cNvSpPr txBox="1"/>
          <p:nvPr/>
        </p:nvSpPr>
        <p:spPr>
          <a:xfrm>
            <a:off x="7467600" y="1467800"/>
            <a:ext cx="3810001" cy="2061718"/>
          </a:xfrm>
          <a:prstGeom prst="rect">
            <a:avLst/>
          </a:prstGeom>
          <a:noFill/>
        </p:spPr>
        <p:txBody>
          <a:bodyPr wrap="square" rtlCol="0">
            <a:spAutoFit/>
          </a:bodyPr>
          <a:lstStyle/>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Grundlagen von </a:t>
            </a:r>
            <a:r>
              <a:rPr kumimoji="0" lang="de-DE" sz="21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Branching</a:t>
            </a:r>
            <a:endPar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endParaRP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Auflisten von Unterschieden zwischen </a:t>
            </a:r>
            <a:r>
              <a:rPr kumimoji="0" lang="de-DE" sz="21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Branches</a:t>
            </a:r>
            <a:endPar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endParaRP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Branches</a:t>
            </a: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 visualisieren</a:t>
            </a: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Löschen von </a:t>
            </a:r>
            <a:r>
              <a:rPr kumimoji="0" lang="de-DE" sz="21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Branches</a:t>
            </a:r>
            <a:endPar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endParaRP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Tagging</a:t>
            </a:r>
          </a:p>
        </p:txBody>
      </p:sp>
      <p:cxnSp>
        <p:nvCxnSpPr>
          <p:cNvPr id="69" name="Straight Connector 68">
            <a:extLst>
              <a:ext uri="{FF2B5EF4-FFF2-40B4-BE49-F238E27FC236}">
                <a16:creationId xmlns:a16="http://schemas.microsoft.com/office/drawing/2014/main" id="{3BFFDCEB-84AF-4EE8-A609-BB926F90B79B}"/>
              </a:ext>
            </a:extLst>
          </p:cNvPr>
          <p:cNvCxnSpPr>
            <a:cxnSpLocks/>
          </p:cNvCxnSpPr>
          <p:nvPr/>
        </p:nvCxnSpPr>
        <p:spPr>
          <a:xfrm>
            <a:off x="5759449" y="5588981"/>
            <a:ext cx="5518151"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18432E4E-F536-4AF0-AA67-DA587EA3E023}"/>
              </a:ext>
            </a:extLst>
          </p:cNvPr>
          <p:cNvSpPr txBox="1"/>
          <p:nvPr/>
        </p:nvSpPr>
        <p:spPr>
          <a:xfrm>
            <a:off x="7213601" y="5054600"/>
            <a:ext cx="4064000" cy="42056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133" b="0" i="1"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von</a:t>
            </a:r>
            <a:r>
              <a:rPr kumimoji="0" lang="de-DE" sz="2133" b="0" i="1" u="none" strike="noStrike" kern="1200" cap="none" spc="0" normalizeH="0" baseline="0" noProof="0" dirty="0">
                <a:ln>
                  <a:noFill/>
                </a:ln>
                <a:solidFill>
                  <a:srgbClr val="FFFFFF"/>
                </a:solidFill>
                <a:effectLst/>
                <a:uLnTx/>
                <a:uFillTx/>
                <a:latin typeface="Source Sans Pro Black"/>
                <a:ea typeface="Source Sans Pro Black" panose="020B0803030403020204" pitchFamily="34" charset="0"/>
                <a:cs typeface="+mn-cs"/>
              </a:rPr>
              <a:t> </a:t>
            </a:r>
            <a:r>
              <a:rPr kumimoji="0" lang="de-DE" sz="2133" b="0" i="1" u="none" strike="noStrike" kern="1200" cap="none" spc="0" normalizeH="0" baseline="0" noProof="0" dirty="0">
                <a:ln>
                  <a:noFill/>
                </a:ln>
                <a:solidFill>
                  <a:srgbClr val="FFC955"/>
                </a:solidFill>
                <a:effectLst/>
                <a:uLnTx/>
                <a:uFillTx/>
                <a:latin typeface="Source Sans Pro"/>
                <a:ea typeface="Source Sans Pro Black" panose="020B0803030403020204" pitchFamily="34" charset="0"/>
                <a:cs typeface="+mn-cs"/>
              </a:rPr>
              <a:t>Ben Cöppicus</a:t>
            </a:r>
          </a:p>
        </p:txBody>
      </p:sp>
      <p:sp>
        <p:nvSpPr>
          <p:cNvPr id="72" name="TextBox 71">
            <a:extLst>
              <a:ext uri="{FF2B5EF4-FFF2-40B4-BE49-F238E27FC236}">
                <a16:creationId xmlns:a16="http://schemas.microsoft.com/office/drawing/2014/main" id="{A8A56C5D-A638-42A1-BC23-1FFA8EAFFCC2}"/>
              </a:ext>
            </a:extLst>
          </p:cNvPr>
          <p:cNvSpPr txBox="1"/>
          <p:nvPr/>
        </p:nvSpPr>
        <p:spPr>
          <a:xfrm>
            <a:off x="6654801" y="5746214"/>
            <a:ext cx="4622800" cy="29745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
                <a:srgbClr val="FFC955"/>
              </a:buClr>
              <a:buSzTx/>
              <a:buFontTx/>
              <a:buNone/>
              <a:tabLst/>
              <a:defRPr/>
            </a:pPr>
            <a:r>
              <a:rPr kumimoji="0" lang="de-DE" sz="13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16.08.2023 @ </a:t>
            </a:r>
            <a:r>
              <a:rPr kumimoji="0" lang="de-DE" sz="13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BenCoeppPublishing</a:t>
            </a:r>
            <a:endParaRPr kumimoji="0" lang="de-DE" sz="13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endParaRPr>
          </a:p>
        </p:txBody>
      </p:sp>
    </p:spTree>
    <p:extLst>
      <p:ext uri="{BB962C8B-B14F-4D97-AF65-F5344CB8AC3E}">
        <p14:creationId xmlns:p14="http://schemas.microsoft.com/office/powerpoint/2010/main" val="17438391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3075057"/>
            <a:ext cx="6762474" cy="707886"/>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Grundlagen von </a:t>
            </a:r>
            <a:r>
              <a:rPr kumimoji="0" lang="de-DE" sz="4000" b="0" i="0" u="none" strike="noStrike" kern="1200" cap="none" spc="0" normalizeH="0" baseline="0" noProof="0" dirty="0" err="1">
                <a:ln>
                  <a:noFill/>
                </a:ln>
                <a:solidFill>
                  <a:srgbClr val="FFFFFF"/>
                </a:solidFill>
                <a:effectLst/>
                <a:uLnTx/>
                <a:uFillTx/>
                <a:latin typeface="Source Sans Pro Black"/>
                <a:ea typeface="+mn-ea"/>
                <a:cs typeface="+mn-cs"/>
              </a:rPr>
              <a:t>Branching</a:t>
            </a:r>
            <a:endParaRPr kumimoji="0" lang="de-DE" sz="4000" b="0" i="0" u="none" strike="noStrike" kern="1200" cap="none" spc="0" normalizeH="0" baseline="0" noProof="0" dirty="0">
              <a:ln>
                <a:noFill/>
              </a:ln>
              <a:solidFill>
                <a:srgbClr val="FFFFFF"/>
              </a:solidFill>
              <a:effectLst/>
              <a:uLnTx/>
              <a:uFillTx/>
              <a:latin typeface="Source Sans Pro Black"/>
              <a:ea typeface="+mn-ea"/>
              <a:cs typeface="+mn-cs"/>
            </a:endParaRP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32544361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470" y="1536174"/>
            <a:ext cx="6738730" cy="3785652"/>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a:ln>
                  <a:noFill/>
                </a:ln>
                <a:solidFill>
                  <a:srgbClr val="B6B6BD"/>
                </a:solidFill>
                <a:effectLst/>
                <a:uLnTx/>
                <a:uFillTx/>
                <a:latin typeface="Source Sans Pro"/>
                <a:ea typeface="+mn-ea"/>
                <a:cs typeface="+mn-cs"/>
              </a:rPr>
              <a:t>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sind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Branches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parallele Linien der Entwicklung, die es ermöglichen, unabhängig voneinander an verschiedenen Aspekten deines Projekts zu arbeiten. Ein Branch ist im Grunde genommen ein Zeiger auf einen bestimmten Commit in der Commit-Historie. Indem du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Branches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erstellst und zwischen ihnen wechselst, kannst du gleichzeitig an verschiedenen Funktionen oder Bugfixes arbeiten, ohne die Hauptentwicklung zu beeinträchtigen.</a:t>
            </a:r>
          </a:p>
        </p:txBody>
      </p:sp>
      <p:sp>
        <p:nvSpPr>
          <p:cNvPr id="9" name="TextBox 8">
            <a:extLst>
              <a:ext uri="{FF2B5EF4-FFF2-40B4-BE49-F238E27FC236}">
                <a16:creationId xmlns:a16="http://schemas.microsoft.com/office/drawing/2014/main" id="{E7B99E75-A942-4785-87F6-968B84719648}"/>
              </a:ext>
            </a:extLst>
          </p:cNvPr>
          <p:cNvSpPr txBox="1"/>
          <p:nvPr/>
        </p:nvSpPr>
        <p:spPr>
          <a:xfrm>
            <a:off x="2127738" y="5321826"/>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Definition</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1"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1867" b="1" i="0" u="none" strike="noStrike" kern="1200" cap="none" spc="0" normalizeH="0" baseline="0" noProof="0" dirty="0">
                <a:ln>
                  <a:noFill/>
                </a:ln>
                <a:solidFill>
                  <a:srgbClr val="B6B6BD"/>
                </a:solidFill>
                <a:effectLst/>
                <a:uLnTx/>
                <a:uFillTx/>
                <a:latin typeface="Source Sans Pro"/>
                <a:ea typeface="+mn-ea"/>
                <a:cs typeface="+mn-cs"/>
              </a:rPr>
              <a:t> </a:t>
            </a:r>
            <a:r>
              <a:rPr kumimoji="0" lang="de-DE" sz="1867" b="1" i="0" u="none" strike="noStrike" kern="1200" cap="none" spc="0" normalizeH="0" baseline="0" noProof="0" dirty="0" err="1">
                <a:ln>
                  <a:noFill/>
                </a:ln>
                <a:solidFill>
                  <a:srgbClr val="B6B6BD"/>
                </a:solidFill>
                <a:effectLst/>
                <a:uLnTx/>
                <a:uFillTx/>
                <a:latin typeface="Source Sans Pro"/>
                <a:ea typeface="+mn-ea"/>
                <a:cs typeface="+mn-cs"/>
              </a:rPr>
              <a:t>Branches</a:t>
            </a:r>
            <a:endParaRPr kumimoji="0" lang="de-DE" sz="1867" b="1" i="0" u="none" strike="noStrike" kern="1200" cap="none" spc="0" normalizeH="0" baseline="0" noProof="0" dirty="0">
              <a:ln>
                <a:noFill/>
              </a:ln>
              <a:solidFill>
                <a:srgbClr val="B6B6BD"/>
              </a:solidFill>
              <a:effectLst/>
              <a:uLnTx/>
              <a:uFillTx/>
              <a:latin typeface="Source Sans Pro"/>
              <a:ea typeface="+mn-ea"/>
              <a:cs typeface="+mn-cs"/>
            </a:endParaRP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096000" y="818218"/>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323478050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C976E4BA-4588-7A1A-E567-C0F9DBCEB16B}"/>
              </a:ext>
            </a:extLst>
          </p:cNvPr>
          <p:cNvPicPr>
            <a:picLocks noChangeAspect="1"/>
          </p:cNvPicPr>
          <p:nvPr/>
        </p:nvPicPr>
        <p:blipFill>
          <a:blip r:embed="rId2"/>
          <a:stretch>
            <a:fillRect/>
          </a:stretch>
        </p:blipFill>
        <p:spPr>
          <a:xfrm>
            <a:off x="2152308" y="2640261"/>
            <a:ext cx="7887383" cy="1577477"/>
          </a:xfrm>
          <a:prstGeom prst="rect">
            <a:avLst/>
          </a:prstGeom>
        </p:spPr>
      </p:pic>
    </p:spTree>
    <p:extLst>
      <p:ext uri="{BB962C8B-B14F-4D97-AF65-F5344CB8AC3E}">
        <p14:creationId xmlns:p14="http://schemas.microsoft.com/office/powerpoint/2010/main" val="3752686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D3EA06CA-86FE-3713-C014-C127506AC469}"/>
              </a:ext>
            </a:extLst>
          </p:cNvPr>
          <p:cNvPicPr>
            <a:picLocks noChangeAspect="1"/>
          </p:cNvPicPr>
          <p:nvPr/>
        </p:nvPicPr>
        <p:blipFill>
          <a:blip r:embed="rId2"/>
          <a:stretch>
            <a:fillRect/>
          </a:stretch>
        </p:blipFill>
        <p:spPr>
          <a:xfrm>
            <a:off x="2129446" y="2438314"/>
            <a:ext cx="7933107" cy="1981372"/>
          </a:xfrm>
          <a:prstGeom prst="rect">
            <a:avLst/>
          </a:prstGeom>
        </p:spPr>
      </p:pic>
    </p:spTree>
    <p:extLst>
      <p:ext uri="{BB962C8B-B14F-4D97-AF65-F5344CB8AC3E}">
        <p14:creationId xmlns:p14="http://schemas.microsoft.com/office/powerpoint/2010/main" val="2739403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6CA3A1B7-B24E-77AE-A4D4-F9BED73CD3D4}"/>
              </a:ext>
            </a:extLst>
          </p:cNvPr>
          <p:cNvPicPr>
            <a:picLocks noChangeAspect="1"/>
          </p:cNvPicPr>
          <p:nvPr/>
        </p:nvPicPr>
        <p:blipFill>
          <a:blip r:embed="rId2"/>
          <a:stretch>
            <a:fillRect/>
          </a:stretch>
        </p:blipFill>
        <p:spPr>
          <a:xfrm>
            <a:off x="2083722" y="2632641"/>
            <a:ext cx="8024555" cy="1592718"/>
          </a:xfrm>
          <a:prstGeom prst="rect">
            <a:avLst/>
          </a:prstGeom>
        </p:spPr>
      </p:pic>
    </p:spTree>
    <p:extLst>
      <p:ext uri="{BB962C8B-B14F-4D97-AF65-F5344CB8AC3E}">
        <p14:creationId xmlns:p14="http://schemas.microsoft.com/office/powerpoint/2010/main" val="1992936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02CCA153-D86B-BA31-3E75-364166F14CAA}"/>
              </a:ext>
            </a:extLst>
          </p:cNvPr>
          <p:cNvPicPr>
            <a:picLocks noChangeAspect="1"/>
          </p:cNvPicPr>
          <p:nvPr/>
        </p:nvPicPr>
        <p:blipFill>
          <a:blip r:embed="rId2"/>
          <a:stretch>
            <a:fillRect/>
          </a:stretch>
        </p:blipFill>
        <p:spPr>
          <a:xfrm>
            <a:off x="2121825" y="1817230"/>
            <a:ext cx="7948349" cy="3223539"/>
          </a:xfrm>
          <a:prstGeom prst="rect">
            <a:avLst/>
          </a:prstGeom>
        </p:spPr>
      </p:pic>
    </p:spTree>
    <p:extLst>
      <p:ext uri="{BB962C8B-B14F-4D97-AF65-F5344CB8AC3E}">
        <p14:creationId xmlns:p14="http://schemas.microsoft.com/office/powerpoint/2010/main" val="2053905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6D415B99-998B-FF46-BCEB-F2D96F4A5973}"/>
              </a:ext>
            </a:extLst>
          </p:cNvPr>
          <p:cNvSpPr txBox="1"/>
          <p:nvPr/>
        </p:nvSpPr>
        <p:spPr>
          <a:xfrm>
            <a:off x="1422400" y="2290227"/>
            <a:ext cx="4775201" cy="230832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B6B6BD"/>
                </a:solidFill>
                <a:effectLst/>
                <a:uLnTx/>
                <a:uFillTx/>
                <a:latin typeface="Source Sans Pro"/>
                <a:ea typeface="+mn-ea"/>
                <a:cs typeface="+mn-cs"/>
              </a:rPr>
              <a:t>Aufgabe</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Erstellen Sie eigene </a:t>
            </a:r>
            <a:r>
              <a:rPr kumimoji="0" lang="de-DE" sz="3600" b="1" i="0" u="none" strike="noStrike" kern="1200" cap="none" spc="0" normalizeH="0" baseline="0" noProof="0" dirty="0" err="1">
                <a:ln>
                  <a:noFill/>
                </a:ln>
                <a:solidFill>
                  <a:srgbClr val="FFFFFF"/>
                </a:solidFill>
                <a:effectLst/>
                <a:uLnTx/>
                <a:uFillTx/>
                <a:latin typeface="Source Sans Pro Black"/>
                <a:ea typeface="+mn-ea"/>
                <a:cs typeface="+mn-cs"/>
              </a:rPr>
              <a:t>Branches</a:t>
            </a: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 und visualisieren Sie diese</a:t>
            </a:r>
          </a:p>
        </p:txBody>
      </p:sp>
      <p:sp>
        <p:nvSpPr>
          <p:cNvPr id="2" name="Oval 1">
            <a:extLst>
              <a:ext uri="{FF2B5EF4-FFF2-40B4-BE49-F238E27FC236}">
                <a16:creationId xmlns:a16="http://schemas.microsoft.com/office/drawing/2014/main" id="{E5454B15-01F0-D149-B4D7-3EB7782D1709}"/>
              </a:ext>
            </a:extLst>
          </p:cNvPr>
          <p:cNvSpPr/>
          <p:nvPr/>
        </p:nvSpPr>
        <p:spPr>
          <a:xfrm>
            <a:off x="7010400" y="2057400"/>
            <a:ext cx="2743200" cy="2743200"/>
          </a:xfrm>
          <a:prstGeom prst="ellipse">
            <a:avLst/>
          </a:pr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7" name="TextBox 16">
            <a:extLst>
              <a:ext uri="{FF2B5EF4-FFF2-40B4-BE49-F238E27FC236}">
                <a16:creationId xmlns:a16="http://schemas.microsoft.com/office/drawing/2014/main" id="{CCCDB8E6-E786-9547-AA89-EF86BE4DBCA4}"/>
              </a:ext>
            </a:extLst>
          </p:cNvPr>
          <p:cNvSpPr txBox="1"/>
          <p:nvPr/>
        </p:nvSpPr>
        <p:spPr>
          <a:xfrm>
            <a:off x="7264400" y="2172246"/>
            <a:ext cx="2235200" cy="2544414"/>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a:t>
            </a:r>
            <a:endParaRPr kumimoji="0" lang="uk-UA"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285761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3075057"/>
            <a:ext cx="6762474" cy="1323439"/>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Auflisten von Unterschieden zwischen </a:t>
            </a:r>
            <a:r>
              <a:rPr kumimoji="0" lang="de-DE" sz="4000" b="0" i="0" u="none" strike="noStrike" kern="1200" cap="none" spc="0" normalizeH="0" baseline="0" noProof="0" dirty="0" err="1">
                <a:ln>
                  <a:noFill/>
                </a:ln>
                <a:solidFill>
                  <a:srgbClr val="FFFFFF"/>
                </a:solidFill>
                <a:effectLst/>
                <a:uLnTx/>
                <a:uFillTx/>
                <a:latin typeface="Source Sans Pro Black"/>
                <a:ea typeface="+mn-ea"/>
                <a:cs typeface="+mn-cs"/>
              </a:rPr>
              <a:t>Branches</a:t>
            </a:r>
            <a:endParaRPr kumimoji="0" lang="de-DE" sz="4000" b="0" i="0" u="none" strike="noStrike" kern="1200" cap="none" spc="0" normalizeH="0" baseline="0" noProof="0" dirty="0">
              <a:ln>
                <a:noFill/>
              </a:ln>
              <a:solidFill>
                <a:srgbClr val="FFFFFF"/>
              </a:solidFill>
              <a:effectLst/>
              <a:uLnTx/>
              <a:uFillTx/>
              <a:latin typeface="Source Sans Pro Black"/>
              <a:ea typeface="+mn-ea"/>
              <a:cs typeface="+mn-cs"/>
            </a:endParaRP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266379826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Anzeigen Differenzen Master zu Feature Branch</a:t>
            </a: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en-GB" sz="3200" b="0" i="0" u="none" strike="noStrike" kern="1200" cap="none" spc="0" normalizeH="0" baseline="0" noProof="0" dirty="0">
                <a:ln>
                  <a:noFill/>
                </a:ln>
                <a:solidFill>
                  <a:srgbClr val="B6B6BD"/>
                </a:solidFill>
                <a:effectLst/>
                <a:uLnTx/>
                <a:uFillTx/>
                <a:latin typeface="Source Sans Pro"/>
                <a:ea typeface="+mn-ea"/>
                <a:cs typeface="+mn-cs"/>
              </a:rPr>
              <a:t>git diff </a:t>
            </a:r>
            <a:r>
              <a:rPr kumimoji="0" lang="en-GB" sz="3200" b="0" i="0" u="none" strike="noStrike" kern="1200" cap="none" spc="0" normalizeH="0" baseline="0" noProof="0" dirty="0" err="1">
                <a:ln>
                  <a:noFill/>
                </a:ln>
                <a:solidFill>
                  <a:srgbClr val="B6B6BD"/>
                </a:solidFill>
                <a:effectLst/>
                <a:uLnTx/>
                <a:uFillTx/>
                <a:latin typeface="Source Sans Pro"/>
                <a:ea typeface="+mn-ea"/>
                <a:cs typeface="+mn-cs"/>
              </a:rPr>
              <a:t>master..feature</a:t>
            </a:r>
            <a:r>
              <a:rPr kumimoji="0" lang="en-GB" sz="3200" b="0" i="0" u="none" strike="noStrike" kern="1200" cap="none" spc="0" normalizeH="0" baseline="0" noProof="0" dirty="0">
                <a:ln>
                  <a:noFill/>
                </a:ln>
                <a:solidFill>
                  <a:srgbClr val="B6B6BD"/>
                </a:solidFill>
                <a:effectLst/>
                <a:uLnTx/>
                <a:uFillTx/>
                <a:latin typeface="Source Sans Pro"/>
                <a:ea typeface="+mn-ea"/>
                <a:cs typeface="+mn-cs"/>
              </a:rPr>
              <a:t>/</a:t>
            </a:r>
            <a:r>
              <a:rPr kumimoji="0" lang="en-GB" sz="3200" b="0" i="0" u="none" strike="noStrike" kern="1200" cap="none" spc="0" normalizeH="0" baseline="0" noProof="0" dirty="0" err="1">
                <a:ln>
                  <a:noFill/>
                </a:ln>
                <a:solidFill>
                  <a:srgbClr val="B6B6BD"/>
                </a:solidFill>
                <a:effectLst/>
                <a:uLnTx/>
                <a:uFillTx/>
                <a:latin typeface="Source Sans Pro"/>
                <a:ea typeface="+mn-ea"/>
                <a:cs typeface="+mn-cs"/>
              </a:rPr>
              <a:t>xyz</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p>
        </p:txBody>
      </p:sp>
    </p:spTree>
    <p:extLst>
      <p:ext uri="{BB962C8B-B14F-4D97-AF65-F5344CB8AC3E}">
        <p14:creationId xmlns:p14="http://schemas.microsoft.com/office/powerpoint/2010/main" val="2746410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Anzeigen Differenzen Head zu Feature Branch</a:t>
            </a: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en-GB" sz="3200" b="0" i="0" u="none" strike="noStrike" kern="1200" cap="none" spc="0" normalizeH="0" baseline="0" noProof="0" dirty="0">
                <a:ln>
                  <a:noFill/>
                </a:ln>
                <a:solidFill>
                  <a:srgbClr val="B6B6BD"/>
                </a:solidFill>
                <a:effectLst/>
                <a:uLnTx/>
                <a:uFillTx/>
                <a:latin typeface="Source Sans Pro"/>
                <a:ea typeface="+mn-ea"/>
                <a:cs typeface="+mn-cs"/>
              </a:rPr>
              <a:t>git diff </a:t>
            </a:r>
            <a:r>
              <a:rPr kumimoji="0" lang="en-GB" sz="3200" b="0" i="0" u="none" strike="noStrike" kern="1200" cap="none" spc="0" normalizeH="0" baseline="0" noProof="0" dirty="0" err="1">
                <a:ln>
                  <a:noFill/>
                </a:ln>
                <a:solidFill>
                  <a:srgbClr val="B6B6BD"/>
                </a:solidFill>
                <a:effectLst/>
                <a:uLnTx/>
                <a:uFillTx/>
                <a:latin typeface="Source Sans Pro"/>
                <a:ea typeface="+mn-ea"/>
                <a:cs typeface="+mn-cs"/>
              </a:rPr>
              <a:t>HEAD..develop</a:t>
            </a:r>
            <a:endParaRPr kumimoji="0" lang="de-DE" sz="3200" b="0" i="0" u="none" strike="noStrike" kern="1200" cap="none" spc="0" normalizeH="0" baseline="0" noProof="0" dirty="0">
              <a:ln>
                <a:noFill/>
              </a:ln>
              <a:solidFill>
                <a:srgbClr val="B6B6BD"/>
              </a:solidFill>
              <a:effectLst/>
              <a:uLnTx/>
              <a:uFillTx/>
              <a:latin typeface="Source Sans Pro"/>
              <a:ea typeface="+mn-ea"/>
              <a:cs typeface="+mn-cs"/>
            </a:endParaRPr>
          </a:p>
        </p:txBody>
      </p:sp>
    </p:spTree>
    <p:extLst>
      <p:ext uri="{BB962C8B-B14F-4D97-AF65-F5344CB8AC3E}">
        <p14:creationId xmlns:p14="http://schemas.microsoft.com/office/powerpoint/2010/main" val="724276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Anzeigen Differenzen </a:t>
            </a:r>
            <a:r>
              <a:rPr kumimoji="0" lang="de-DE" sz="2400" b="0" i="0" u="none" strike="noStrike" kern="1200" cap="none" spc="333" normalizeH="0" baseline="0" noProof="0" dirty="0" err="1">
                <a:ln>
                  <a:noFill/>
                </a:ln>
                <a:solidFill>
                  <a:srgbClr val="FFFFFF"/>
                </a:solidFill>
                <a:effectLst/>
                <a:uLnTx/>
                <a:uFillTx/>
                <a:latin typeface="Source Sans Pro Black"/>
                <a:ea typeface="+mn-ea"/>
                <a:cs typeface="+mn-cs"/>
              </a:rPr>
              <a:t>Commi</a:t>
            </a:r>
            <a:r>
              <a:rPr lang="de-DE" sz="2400" spc="333" dirty="0">
                <a:solidFill>
                  <a:srgbClr val="FFFFFF"/>
                </a:solidFill>
                <a:latin typeface="Source Sans Pro Black"/>
              </a:rPr>
              <a:t>t</a:t>
            </a: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 zu Branch</a:t>
            </a: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en-GB" sz="3200" b="0" i="0" u="none" strike="noStrike" kern="1200" cap="none" spc="0" normalizeH="0" baseline="0" noProof="0" dirty="0">
                <a:ln>
                  <a:noFill/>
                </a:ln>
                <a:solidFill>
                  <a:srgbClr val="B6B6BD"/>
                </a:solidFill>
                <a:effectLst/>
                <a:uLnTx/>
                <a:uFillTx/>
                <a:latin typeface="Source Sans Pro"/>
                <a:ea typeface="+mn-ea"/>
                <a:cs typeface="+mn-cs"/>
              </a:rPr>
              <a:t>git diff abc123..feature/</a:t>
            </a:r>
            <a:r>
              <a:rPr kumimoji="0" lang="en-GB" sz="3200" b="0" i="0" u="none" strike="noStrike" kern="1200" cap="none" spc="0" normalizeH="0" baseline="0" noProof="0" dirty="0" err="1">
                <a:ln>
                  <a:noFill/>
                </a:ln>
                <a:solidFill>
                  <a:srgbClr val="B6B6BD"/>
                </a:solidFill>
                <a:effectLst/>
                <a:uLnTx/>
                <a:uFillTx/>
                <a:latin typeface="Source Sans Pro"/>
                <a:ea typeface="+mn-ea"/>
                <a:cs typeface="+mn-cs"/>
              </a:rPr>
              <a:t>xyz</a:t>
            </a:r>
            <a:endParaRPr kumimoji="0" lang="de-DE" sz="3200" b="0" i="0" u="none" strike="noStrike" kern="1200" cap="none" spc="0" normalizeH="0" baseline="0" noProof="0" dirty="0">
              <a:ln>
                <a:noFill/>
              </a:ln>
              <a:solidFill>
                <a:srgbClr val="B6B6BD"/>
              </a:solidFill>
              <a:effectLst/>
              <a:uLnTx/>
              <a:uFillTx/>
              <a:latin typeface="Source Sans Pro"/>
              <a:ea typeface="+mn-ea"/>
              <a:cs typeface="+mn-cs"/>
            </a:endParaRPr>
          </a:p>
        </p:txBody>
      </p:sp>
    </p:spTree>
    <p:extLst>
      <p:ext uri="{BB962C8B-B14F-4D97-AF65-F5344CB8AC3E}">
        <p14:creationId xmlns:p14="http://schemas.microsoft.com/office/powerpoint/2010/main" val="557724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719672" y="3075057"/>
            <a:ext cx="6762474" cy="707886"/>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err="1">
                <a:ln>
                  <a:noFill/>
                </a:ln>
                <a:solidFill>
                  <a:srgbClr val="FFFFFF"/>
                </a:solidFill>
                <a:effectLst/>
                <a:uLnTx/>
                <a:uFillTx/>
                <a:latin typeface="Source Sans Pro Black"/>
                <a:ea typeface="+mn-ea"/>
                <a:cs typeface="+mn-cs"/>
              </a:rPr>
              <a:t>Branches</a:t>
            </a: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 visualisieren</a:t>
            </a: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323102431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6D415B99-998B-FF46-BCEB-F2D96F4A5973}"/>
              </a:ext>
            </a:extLst>
          </p:cNvPr>
          <p:cNvSpPr txBox="1"/>
          <p:nvPr/>
        </p:nvSpPr>
        <p:spPr>
          <a:xfrm>
            <a:off x="1439985" y="1997839"/>
            <a:ext cx="4775201" cy="2862322"/>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B6B6BD"/>
                </a:solidFill>
                <a:effectLst/>
                <a:uLnTx/>
                <a:uFillTx/>
                <a:latin typeface="Source Sans Pro"/>
                <a:ea typeface="+mn-ea"/>
                <a:cs typeface="+mn-cs"/>
              </a:rPr>
              <a:t>Aufgabe</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Visualisieren Sie Ihre </a:t>
            </a:r>
            <a:r>
              <a:rPr kumimoji="0" lang="de-DE" sz="3600" b="1" i="0" u="none" strike="noStrike" kern="1200" cap="none" spc="0" normalizeH="0" baseline="0" noProof="0" dirty="0" err="1">
                <a:ln>
                  <a:noFill/>
                </a:ln>
                <a:solidFill>
                  <a:srgbClr val="FFFFFF"/>
                </a:solidFill>
                <a:effectLst/>
                <a:uLnTx/>
                <a:uFillTx/>
                <a:latin typeface="Source Sans Pro Black"/>
                <a:ea typeface="+mn-ea"/>
                <a:cs typeface="+mn-cs"/>
              </a:rPr>
              <a:t>Branches</a:t>
            </a: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 in der Konsole sowie auf einer anderen Art</a:t>
            </a:r>
          </a:p>
        </p:txBody>
      </p:sp>
      <p:sp>
        <p:nvSpPr>
          <p:cNvPr id="2" name="Oval 1">
            <a:extLst>
              <a:ext uri="{FF2B5EF4-FFF2-40B4-BE49-F238E27FC236}">
                <a16:creationId xmlns:a16="http://schemas.microsoft.com/office/drawing/2014/main" id="{E5454B15-01F0-D149-B4D7-3EB7782D1709}"/>
              </a:ext>
            </a:extLst>
          </p:cNvPr>
          <p:cNvSpPr/>
          <p:nvPr/>
        </p:nvSpPr>
        <p:spPr>
          <a:xfrm>
            <a:off x="7010400" y="2057400"/>
            <a:ext cx="2743200" cy="2743200"/>
          </a:xfrm>
          <a:prstGeom prst="ellipse">
            <a:avLst/>
          </a:pr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7" name="TextBox 16">
            <a:extLst>
              <a:ext uri="{FF2B5EF4-FFF2-40B4-BE49-F238E27FC236}">
                <a16:creationId xmlns:a16="http://schemas.microsoft.com/office/drawing/2014/main" id="{CCCDB8E6-E786-9547-AA89-EF86BE4DBCA4}"/>
              </a:ext>
            </a:extLst>
          </p:cNvPr>
          <p:cNvSpPr txBox="1"/>
          <p:nvPr/>
        </p:nvSpPr>
        <p:spPr>
          <a:xfrm>
            <a:off x="7264400" y="2172246"/>
            <a:ext cx="2235200" cy="2544414"/>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a:t>
            </a:r>
            <a:endParaRPr kumimoji="0" lang="uk-UA"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2268464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3075057"/>
            <a:ext cx="6762474" cy="707886"/>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Löschen von </a:t>
            </a:r>
            <a:r>
              <a:rPr kumimoji="0" lang="de-DE" sz="4000" b="0" i="0" u="none" strike="noStrike" kern="1200" cap="none" spc="0" normalizeH="0" baseline="0" noProof="0" dirty="0" err="1">
                <a:ln>
                  <a:noFill/>
                </a:ln>
                <a:solidFill>
                  <a:srgbClr val="FFFFFF"/>
                </a:solidFill>
                <a:effectLst/>
                <a:uLnTx/>
                <a:uFillTx/>
                <a:latin typeface="Source Sans Pro Black"/>
                <a:ea typeface="+mn-ea"/>
                <a:cs typeface="+mn-cs"/>
              </a:rPr>
              <a:t>Branches</a:t>
            </a:r>
            <a:endParaRPr kumimoji="0" lang="de-DE" sz="4000" b="0" i="0" u="none" strike="noStrike" kern="1200" cap="none" spc="0" normalizeH="0" baseline="0" noProof="0" dirty="0">
              <a:ln>
                <a:noFill/>
              </a:ln>
              <a:solidFill>
                <a:srgbClr val="FFFFFF"/>
              </a:solidFill>
              <a:effectLst/>
              <a:uLnTx/>
              <a:uFillTx/>
              <a:latin typeface="Source Sans Pro Black"/>
              <a:ea typeface="+mn-ea"/>
              <a:cs typeface="+mn-cs"/>
            </a:endParaRP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219627718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Löschen eines </a:t>
            </a:r>
            <a:r>
              <a:rPr kumimoji="0" lang="de-DE" sz="2400" b="0" i="0" u="none" strike="noStrike" kern="1200" cap="none" spc="333" normalizeH="0" baseline="0" noProof="0" dirty="0" err="1">
                <a:ln>
                  <a:noFill/>
                </a:ln>
                <a:solidFill>
                  <a:srgbClr val="FFFFFF"/>
                </a:solidFill>
                <a:effectLst/>
                <a:uLnTx/>
                <a:uFillTx/>
                <a:latin typeface="Source Sans Pro Black"/>
                <a:ea typeface="+mn-ea"/>
                <a:cs typeface="+mn-cs"/>
              </a:rPr>
              <a:t>gemergten</a:t>
            </a: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 </a:t>
            </a:r>
            <a:r>
              <a:rPr kumimoji="0" lang="de-DE" sz="2400" b="0" i="0" u="none" strike="noStrike" kern="1200" cap="none" spc="333" normalizeH="0" baseline="0" noProof="0" dirty="0" err="1">
                <a:ln>
                  <a:noFill/>
                </a:ln>
                <a:solidFill>
                  <a:srgbClr val="FFFFFF"/>
                </a:solidFill>
                <a:effectLst/>
                <a:uLnTx/>
                <a:uFillTx/>
                <a:latin typeface="Source Sans Pro Black"/>
                <a:ea typeface="+mn-ea"/>
                <a:cs typeface="+mn-cs"/>
              </a:rPr>
              <a:t>Branches</a:t>
            </a:r>
            <a:endParaRPr kumimoji="0" lang="de-DE" sz="2400" b="0" i="0" u="none" strike="noStrike" kern="1200" cap="none" spc="333" normalizeH="0" baseline="0" noProof="0" dirty="0">
              <a:ln>
                <a:noFill/>
              </a:ln>
              <a:solidFill>
                <a:srgbClr val="FFFFFF"/>
              </a:solidFill>
              <a:effectLst/>
              <a:uLnTx/>
              <a:uFillTx/>
              <a:latin typeface="Source Sans Pro Black"/>
              <a:ea typeface="+mn-ea"/>
              <a:cs typeface="+mn-cs"/>
            </a:endParaRP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en-GB" sz="3200" b="0" i="0" u="none" strike="noStrike" kern="1200" cap="none" spc="0" normalizeH="0" baseline="0" noProof="0" dirty="0">
                <a:ln>
                  <a:noFill/>
                </a:ln>
                <a:solidFill>
                  <a:srgbClr val="B6B6BD"/>
                </a:solidFill>
                <a:effectLst/>
                <a:uLnTx/>
                <a:uFillTx/>
                <a:latin typeface="Source Sans Pro"/>
                <a:ea typeface="+mn-ea"/>
                <a:cs typeface="+mn-cs"/>
              </a:rPr>
              <a:t>git branch -d branch-name</a:t>
            </a:r>
          </a:p>
        </p:txBody>
      </p:sp>
    </p:spTree>
    <p:extLst>
      <p:ext uri="{BB962C8B-B14F-4D97-AF65-F5344CB8AC3E}">
        <p14:creationId xmlns:p14="http://schemas.microsoft.com/office/powerpoint/2010/main" val="508678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Löschen eines nicht </a:t>
            </a:r>
            <a:r>
              <a:rPr kumimoji="0" lang="de-DE" sz="2400" b="0" i="0" u="none" strike="noStrike" kern="1200" cap="none" spc="333" normalizeH="0" baseline="0" noProof="0" dirty="0" err="1">
                <a:ln>
                  <a:noFill/>
                </a:ln>
                <a:solidFill>
                  <a:srgbClr val="FFFFFF"/>
                </a:solidFill>
                <a:effectLst/>
                <a:uLnTx/>
                <a:uFillTx/>
                <a:latin typeface="Source Sans Pro Black"/>
                <a:ea typeface="+mn-ea"/>
                <a:cs typeface="+mn-cs"/>
              </a:rPr>
              <a:t>gemergten</a:t>
            </a: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 </a:t>
            </a:r>
            <a:r>
              <a:rPr kumimoji="0" lang="de-DE" sz="2400" b="0" i="0" u="none" strike="noStrike" kern="1200" cap="none" spc="333" normalizeH="0" baseline="0" noProof="0" dirty="0" err="1">
                <a:ln>
                  <a:noFill/>
                </a:ln>
                <a:solidFill>
                  <a:srgbClr val="FFFFFF"/>
                </a:solidFill>
                <a:effectLst/>
                <a:uLnTx/>
                <a:uFillTx/>
                <a:latin typeface="Source Sans Pro Black"/>
                <a:ea typeface="+mn-ea"/>
                <a:cs typeface="+mn-cs"/>
              </a:rPr>
              <a:t>Branches</a:t>
            </a:r>
            <a:endParaRPr kumimoji="0" lang="de-DE" sz="2400" b="0" i="0" u="none" strike="noStrike" kern="1200" cap="none" spc="333" normalizeH="0" baseline="0" noProof="0" dirty="0">
              <a:ln>
                <a:noFill/>
              </a:ln>
              <a:solidFill>
                <a:srgbClr val="FFFFFF"/>
              </a:solidFill>
              <a:effectLst/>
              <a:uLnTx/>
              <a:uFillTx/>
              <a:latin typeface="Source Sans Pro Black"/>
              <a:ea typeface="+mn-ea"/>
              <a:cs typeface="+mn-cs"/>
            </a:endParaRP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en-GB" sz="3200" b="0" i="0" u="none" strike="noStrike" kern="1200" cap="none" spc="0" normalizeH="0" baseline="0" noProof="0" dirty="0">
                <a:ln>
                  <a:noFill/>
                </a:ln>
                <a:solidFill>
                  <a:srgbClr val="B6B6BD"/>
                </a:solidFill>
                <a:effectLst/>
                <a:uLnTx/>
                <a:uFillTx/>
                <a:latin typeface="Source Sans Pro"/>
                <a:ea typeface="+mn-ea"/>
                <a:cs typeface="+mn-cs"/>
              </a:rPr>
              <a:t>git branch -D branch-name</a:t>
            </a:r>
          </a:p>
        </p:txBody>
      </p:sp>
    </p:spTree>
    <p:extLst>
      <p:ext uri="{BB962C8B-B14F-4D97-AF65-F5344CB8AC3E}">
        <p14:creationId xmlns:p14="http://schemas.microsoft.com/office/powerpoint/2010/main" val="3618126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470" y="2063069"/>
            <a:ext cx="6738730" cy="3046988"/>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a:ln>
                  <a:noFill/>
                </a:ln>
                <a:solidFill>
                  <a:srgbClr val="B6B6BD"/>
                </a:solidFill>
                <a:effectLst/>
                <a:uLnTx/>
                <a:uFillTx/>
                <a:latin typeface="Source Sans Pro"/>
                <a:ea typeface="+mn-ea"/>
                <a:cs typeface="+mn-cs"/>
              </a:rPr>
              <a:t>Beachte, dass das Löschen eines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Branches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keine endgültigen Änderungen am Repository vornimmt. Es entfernt lediglich den Zeiger auf den Commit des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Branches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Die Commit-Historie bleibt erhalten. Falls du den Branch bereits auf einen Remote-Server gepusht hast, solltest du auch dort den gelöschten Branch entfernen, indem du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push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origin</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delete</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branch</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-name ausführst.</a:t>
            </a:r>
          </a:p>
        </p:txBody>
      </p:sp>
      <p:sp>
        <p:nvSpPr>
          <p:cNvPr id="9" name="TextBox 8">
            <a:extLst>
              <a:ext uri="{FF2B5EF4-FFF2-40B4-BE49-F238E27FC236}">
                <a16:creationId xmlns:a16="http://schemas.microsoft.com/office/drawing/2014/main" id="{E7B99E75-A942-4785-87F6-968B84719648}"/>
              </a:ext>
            </a:extLst>
          </p:cNvPr>
          <p:cNvSpPr txBox="1"/>
          <p:nvPr/>
        </p:nvSpPr>
        <p:spPr>
          <a:xfrm>
            <a:off x="2133600" y="5160584"/>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Wichtig</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1" i="0" u="none" strike="noStrike" kern="1200" cap="none" spc="0" normalizeH="0" baseline="0" noProof="0" dirty="0">
                <a:ln>
                  <a:noFill/>
                </a:ln>
                <a:solidFill>
                  <a:srgbClr val="B6B6BD"/>
                </a:solidFill>
                <a:effectLst/>
                <a:uLnTx/>
                <a:uFillTx/>
                <a:latin typeface="Source Sans Pro"/>
                <a:ea typeface="+mn-ea"/>
                <a:cs typeface="+mn-cs"/>
              </a:rPr>
              <a:t>Löschen </a:t>
            </a:r>
            <a:r>
              <a:rPr kumimoji="0" lang="de-DE" sz="1867" b="1" i="0" u="none" strike="noStrike" kern="1200" cap="none" spc="0" normalizeH="0" baseline="0" noProof="0" dirty="0" err="1">
                <a:ln>
                  <a:noFill/>
                </a:ln>
                <a:solidFill>
                  <a:srgbClr val="B6B6BD"/>
                </a:solidFill>
                <a:effectLst/>
                <a:uLnTx/>
                <a:uFillTx/>
                <a:latin typeface="Source Sans Pro"/>
                <a:ea typeface="+mn-ea"/>
                <a:cs typeface="+mn-cs"/>
              </a:rPr>
              <a:t>Branches</a:t>
            </a:r>
            <a:endParaRPr kumimoji="0" lang="de-DE" sz="1867" b="1" i="0" u="none" strike="noStrike" kern="1200" cap="none" spc="0" normalizeH="0" baseline="0" noProof="0" dirty="0">
              <a:ln>
                <a:noFill/>
              </a:ln>
              <a:solidFill>
                <a:srgbClr val="B6B6BD"/>
              </a:solidFill>
              <a:effectLst/>
              <a:uLnTx/>
              <a:uFillTx/>
              <a:latin typeface="Source Sans Pro"/>
              <a:ea typeface="+mn-ea"/>
              <a:cs typeface="+mn-cs"/>
            </a:endParaRP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096000" y="1345113"/>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308445452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3075057"/>
            <a:ext cx="6762474" cy="707886"/>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Tagging</a:t>
            </a: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35295215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156393" y="2142200"/>
            <a:ext cx="6738730" cy="2677656"/>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a:ln>
                  <a:noFill/>
                </a:ln>
                <a:solidFill>
                  <a:srgbClr val="B6B6BD"/>
                </a:solidFill>
                <a:effectLst/>
                <a:uLnTx/>
                <a:uFillTx/>
                <a:latin typeface="Source Sans Pro"/>
                <a:ea typeface="+mn-ea"/>
                <a:cs typeface="+mn-cs"/>
              </a:rPr>
              <a:t>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bezieht sich "Tagging" auf das Markieren eines bestimmten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Commits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in der Commit-Historie mit einem benutzerdefinierten Namen. Tags werden oft verwendet, um spezielle Punkte in der Entwicklungsgeschichte zu markieren, wie zum Beispiel Software-Releases oder wichtige Meilensteine im Projekt.</a:t>
            </a:r>
          </a:p>
        </p:txBody>
      </p:sp>
      <p:sp>
        <p:nvSpPr>
          <p:cNvPr id="9" name="TextBox 8">
            <a:extLst>
              <a:ext uri="{FF2B5EF4-FFF2-40B4-BE49-F238E27FC236}">
                <a16:creationId xmlns:a16="http://schemas.microsoft.com/office/drawing/2014/main" id="{E7B99E75-A942-4785-87F6-968B84719648}"/>
              </a:ext>
            </a:extLst>
          </p:cNvPr>
          <p:cNvSpPr txBox="1"/>
          <p:nvPr/>
        </p:nvSpPr>
        <p:spPr>
          <a:xfrm>
            <a:off x="2221523" y="4997095"/>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Definition</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lang="de-DE" sz="1867" b="1" dirty="0">
                <a:solidFill>
                  <a:srgbClr val="B6B6BD"/>
                </a:solidFill>
                <a:latin typeface="Source Sans Pro"/>
              </a:rPr>
              <a:t>Tagging</a:t>
            </a:r>
            <a:endParaRPr kumimoji="0" lang="de-DE" sz="1867" b="1" i="0" u="none" strike="noStrike" kern="1200" cap="none" spc="0" normalizeH="0" baseline="0" noProof="0" dirty="0">
              <a:ln>
                <a:noFill/>
              </a:ln>
              <a:solidFill>
                <a:srgbClr val="B6B6BD"/>
              </a:solidFill>
              <a:effectLst/>
              <a:uLnTx/>
              <a:uFillTx/>
              <a:latin typeface="Source Sans Pro"/>
              <a:ea typeface="+mn-ea"/>
              <a:cs typeface="+mn-cs"/>
            </a:endParaRP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183923" y="1424244"/>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1439673836"/>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632DD9D4-4351-A19E-7B8D-C8C5C265FDD1}"/>
              </a:ext>
            </a:extLst>
          </p:cNvPr>
          <p:cNvPicPr>
            <a:picLocks noChangeAspect="1"/>
          </p:cNvPicPr>
          <p:nvPr/>
        </p:nvPicPr>
        <p:blipFill>
          <a:blip r:embed="rId2"/>
          <a:stretch>
            <a:fillRect/>
          </a:stretch>
        </p:blipFill>
        <p:spPr>
          <a:xfrm>
            <a:off x="2072291" y="1558128"/>
            <a:ext cx="8047417" cy="3741744"/>
          </a:xfrm>
          <a:prstGeom prst="rect">
            <a:avLst/>
          </a:prstGeom>
        </p:spPr>
      </p:pic>
    </p:spTree>
    <p:extLst>
      <p:ext uri="{BB962C8B-B14F-4D97-AF65-F5344CB8AC3E}">
        <p14:creationId xmlns:p14="http://schemas.microsoft.com/office/powerpoint/2010/main" val="2764619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B7F218D1-A285-2DFD-6F27-6CA5CB03AAA7}"/>
              </a:ext>
            </a:extLst>
          </p:cNvPr>
          <p:cNvPicPr>
            <a:picLocks noChangeAspect="1"/>
          </p:cNvPicPr>
          <p:nvPr/>
        </p:nvPicPr>
        <p:blipFill>
          <a:blip r:embed="rId2"/>
          <a:stretch>
            <a:fillRect/>
          </a:stretch>
        </p:blipFill>
        <p:spPr>
          <a:xfrm>
            <a:off x="2068481" y="1565748"/>
            <a:ext cx="8055038" cy="3726503"/>
          </a:xfrm>
          <a:prstGeom prst="rect">
            <a:avLst/>
          </a:prstGeom>
        </p:spPr>
      </p:pic>
    </p:spTree>
    <p:extLst>
      <p:ext uri="{BB962C8B-B14F-4D97-AF65-F5344CB8AC3E}">
        <p14:creationId xmlns:p14="http://schemas.microsoft.com/office/powerpoint/2010/main" val="22925978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5571E14-5E09-9C34-FE32-23448447D7B3}"/>
              </a:ext>
            </a:extLst>
          </p:cNvPr>
          <p:cNvPicPr>
            <a:picLocks noChangeAspect="1"/>
          </p:cNvPicPr>
          <p:nvPr/>
        </p:nvPicPr>
        <p:blipFill>
          <a:blip r:embed="rId2"/>
          <a:stretch>
            <a:fillRect/>
          </a:stretch>
        </p:blipFill>
        <p:spPr>
          <a:xfrm>
            <a:off x="2068481" y="2442124"/>
            <a:ext cx="8055038" cy="1973751"/>
          </a:xfrm>
          <a:prstGeom prst="rect">
            <a:avLst/>
          </a:prstGeom>
        </p:spPr>
      </p:pic>
    </p:spTree>
    <p:extLst>
      <p:ext uri="{BB962C8B-B14F-4D97-AF65-F5344CB8AC3E}">
        <p14:creationId xmlns:p14="http://schemas.microsoft.com/office/powerpoint/2010/main" val="253333918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ENARAL LAYOUTS">
  <a:themeElements>
    <a:clrScheme name="VIVID21-00-Default">
      <a:dk1>
        <a:srgbClr val="171C30"/>
      </a:dk1>
      <a:lt1>
        <a:srgbClr val="FFFFFF"/>
      </a:lt1>
      <a:dk2>
        <a:srgbClr val="B6B6BD"/>
      </a:dk2>
      <a:lt2>
        <a:srgbClr val="F2F2F5"/>
      </a:lt2>
      <a:accent1>
        <a:srgbClr val="FFC955"/>
      </a:accent1>
      <a:accent2>
        <a:srgbClr val="FF5355"/>
      </a:accent2>
      <a:accent3>
        <a:srgbClr val="CE59C4"/>
      </a:accent3>
      <a:accent4>
        <a:srgbClr val="8766D0"/>
      </a:accent4>
      <a:accent5>
        <a:srgbClr val="6C9FF4"/>
      </a:accent5>
      <a:accent6>
        <a:srgbClr val="5BC9B0"/>
      </a:accent6>
      <a:hlink>
        <a:srgbClr val="6C9FF4"/>
      </a:hlink>
      <a:folHlink>
        <a:srgbClr val="5BC9B0"/>
      </a:folHlink>
    </a:clrScheme>
    <a:fontScheme name="Source Pro">
      <a:majorFont>
        <a:latin typeface="Source Sans Pro Black"/>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0">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80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8100" cap="sq">
          <a:solidFill>
            <a:schemeClr val="accent4"/>
          </a:solidFill>
          <a:beve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a:solidFill>
              <a:schemeClr val="tx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347</Words>
  <Application>Microsoft Office PowerPoint</Application>
  <PresentationFormat>Breitbild</PresentationFormat>
  <Paragraphs>52</Paragraphs>
  <Slides>24</Slides>
  <Notes>2</Notes>
  <HiddenSlides>0</HiddenSlides>
  <MMClips>0</MMClips>
  <ScaleCrop>false</ScaleCrop>
  <HeadingPairs>
    <vt:vector size="6" baseType="variant">
      <vt:variant>
        <vt:lpstr>Verwendete Schriftarten</vt:lpstr>
      </vt:variant>
      <vt:variant>
        <vt:i4>7</vt:i4>
      </vt:variant>
      <vt:variant>
        <vt:lpstr>Design</vt:lpstr>
      </vt:variant>
      <vt:variant>
        <vt:i4>2</vt:i4>
      </vt:variant>
      <vt:variant>
        <vt:lpstr>Folientitel</vt:lpstr>
      </vt:variant>
      <vt:variant>
        <vt:i4>24</vt:i4>
      </vt:variant>
    </vt:vector>
  </HeadingPairs>
  <TitlesOfParts>
    <vt:vector size="33" baseType="lpstr">
      <vt:lpstr>Arial</vt:lpstr>
      <vt:lpstr>Bebas Neue</vt:lpstr>
      <vt:lpstr>Calibri</vt:lpstr>
      <vt:lpstr>Calibri Light</vt:lpstr>
      <vt:lpstr>Montserrat</vt:lpstr>
      <vt:lpstr>Source Sans Pro</vt:lpstr>
      <vt:lpstr>Source Sans Pro Black</vt:lpstr>
      <vt:lpstr>Office</vt:lpstr>
      <vt:lpstr>GENARAL LAYOUTS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Ben Cöppicus</dc:creator>
  <cp:lastModifiedBy>Ben Cöppicus</cp:lastModifiedBy>
  <cp:revision>20</cp:revision>
  <dcterms:created xsi:type="dcterms:W3CDTF">2023-08-16T17:19:47Z</dcterms:created>
  <dcterms:modified xsi:type="dcterms:W3CDTF">2023-08-23T12:22:53Z</dcterms:modified>
</cp:coreProperties>
</file>