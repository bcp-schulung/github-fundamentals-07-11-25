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8"/>
  </p:notesMasterIdLst>
  <p:sldIdLst>
    <p:sldId id="4932" r:id="rId3"/>
    <p:sldId id="4687" r:id="rId4"/>
    <p:sldId id="4698" r:id="rId5"/>
    <p:sldId id="434" r:id="rId6"/>
    <p:sldId id="4334" r:id="rId7"/>
    <p:sldId id="4935" r:id="rId8"/>
    <p:sldId id="4933" r:id="rId9"/>
    <p:sldId id="9032" r:id="rId10"/>
    <p:sldId id="9033" r:id="rId11"/>
    <p:sldId id="9034" r:id="rId12"/>
    <p:sldId id="4934" r:id="rId13"/>
    <p:sldId id="9035" r:id="rId14"/>
    <p:sldId id="9036" r:id="rId15"/>
    <p:sldId id="9037" r:id="rId16"/>
    <p:sldId id="9038" r:id="rId1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514" y="9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DCBF0C-5144-406C-969E-8674172BEB04}" type="datetimeFigureOut">
              <a:rPr lang="de-DE" smtClean="0"/>
              <a:t>24.08.2023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B2F2C1-D15D-4866-BFF7-8F089D19DA1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77505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9C3A12-1E0F-412B-B376-8089A55D946C}" type="slidenum">
              <a:rPr kumimoji="0" lang="uk-U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pPr marL="0" marR="0" lvl="0" indent="0" algn="r" defTabSz="1371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uk-U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urce Sans Pro" panose="020B0503030403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96919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9C3A12-1E0F-412B-B376-8089A55D946C}" type="slidenum">
              <a:rPr kumimoji="0" lang="uk-U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pPr marL="0" marR="0" lvl="0" indent="0" algn="r" defTabSz="1371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uk-U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urce Sans Pro" panose="020B0503030403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27582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D44781-A721-9442-A381-30FF1DECDF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48EB6D1-D637-2BE2-8AC4-15AEB2AB90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F6AE43F-9849-61A1-58BA-F5DE56153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BAE87-74A6-4EED-8471-39526F673144}" type="datetimeFigureOut">
              <a:rPr lang="de-DE" smtClean="0"/>
              <a:t>24.08.2023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58A1F7B-5779-008C-664C-716A2EB18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8E46234-C436-F82C-AAE5-FE4FF5667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787D-EE1B-4188-81FD-9DEDC3B8DD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0851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EE21AE-7FE5-B099-52E7-ED7283008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0274296-7C82-55C7-EDDE-9CCABEB74E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294EA3C-05E5-B486-AD47-745F03A5F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BAE87-74A6-4EED-8471-39526F673144}" type="datetimeFigureOut">
              <a:rPr lang="de-DE" smtClean="0"/>
              <a:t>24.08.2023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76AC018-9CB1-19E2-AAD5-B99FBDB85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67AE131-04D2-F44B-94A1-59DE61C53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787D-EE1B-4188-81FD-9DEDC3B8DD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196324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A5A962-006B-1540-4BB8-F92B9C719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F8E0C05-82CD-4DF4-EA17-89DD05059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928D0A9-5E7A-4CF9-15DF-6AB7059D6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BAE87-74A6-4EED-8471-39526F673144}" type="datetimeFigureOut">
              <a:rPr lang="de-DE" smtClean="0"/>
              <a:t>24.08.2023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366486B-3AB1-F422-522D-CCE6172F9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259F2E2-7EE2-23E3-F34E-42FC265DB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787D-EE1B-4188-81FD-9DEDC3B8DD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84537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1F9F36-79A6-565D-A245-BE6C5F71B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F9D23E1-6FEA-9C5D-B9A9-BA74086088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CB0862F-44C5-431D-5A24-863B8F1390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41A7FFC-C743-1BD0-E8EB-B6C2F5E5E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BAE87-74A6-4EED-8471-39526F673144}" type="datetimeFigureOut">
              <a:rPr lang="de-DE" smtClean="0"/>
              <a:t>24.08.2023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31BC62C-1D0B-5597-A5DC-B65E7B569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5449554-DEA3-12CB-8353-F54E2B06F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787D-EE1B-4188-81FD-9DEDC3B8DD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50399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C41A33-0D98-7C83-BE1D-8B3FACEC8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5AF6CB8-3FD8-B95F-CBC6-411DBC48C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9DEAF79-6F35-B222-390E-BC4C76D201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6D2C831-42B3-1050-4EBC-F67009E728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B1C8618-98E1-12A8-56F0-5B46DC875F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0F72F7E-A157-4639-EE67-15E7E7B71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BAE87-74A6-4EED-8471-39526F673144}" type="datetimeFigureOut">
              <a:rPr lang="de-DE" smtClean="0"/>
              <a:t>24.08.2023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C5F605C-B5DC-2DAA-EED7-16F2A04AE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82C01F86-8AC8-9389-867C-258BA2F4E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787D-EE1B-4188-81FD-9DEDC3B8DD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0036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05BD3F-49AC-AB00-4A59-BE1B5F6BC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529BE88-743B-B021-7964-FC4F1C22B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BAE87-74A6-4EED-8471-39526F673144}" type="datetimeFigureOut">
              <a:rPr lang="de-DE" smtClean="0"/>
              <a:t>24.08.2023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A2DE580-56B8-E188-DF60-E45EA486A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3997E8B-EE55-37CF-7F16-7CC2BE362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787D-EE1B-4188-81FD-9DEDC3B8DD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11993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45F0CCB-4015-9807-C870-7073769CB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BAE87-74A6-4EED-8471-39526F673144}" type="datetimeFigureOut">
              <a:rPr lang="de-DE" smtClean="0"/>
              <a:t>24.08.2023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9FCA47C-EF88-6442-4D57-90FDBC55E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3F8E4BE-C177-1C3C-6EC7-C1CDEEC51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787D-EE1B-4188-81FD-9DEDC3B8DD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2157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BBC309-B045-CCE4-5418-17D050E9D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AA669E0-E1D2-0B53-6795-3754E5D661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E5F5B9C-1B54-F091-719A-3BDEEC3909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536938D-4D27-D54C-83FE-E2C14A1A5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BAE87-74A6-4EED-8471-39526F673144}" type="datetimeFigureOut">
              <a:rPr lang="de-DE" smtClean="0"/>
              <a:t>24.08.2023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8EC6E6F-95A9-75AB-A389-46307CFF0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922C5B0-182C-B093-A1DC-DB44B3790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787D-EE1B-4188-81FD-9DEDC3B8DD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4383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E77926-90FA-562E-E6C9-E19547589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0475C711-972B-D996-9015-C96F4BDB80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567E536-0D31-1A1E-0C76-089076857D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558CFA4-2D70-B966-3506-096CF3C02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BAE87-74A6-4EED-8471-39526F673144}" type="datetimeFigureOut">
              <a:rPr lang="de-DE" smtClean="0"/>
              <a:t>24.08.2023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C6DB48B-B4B5-8AE4-2EAB-DF362C72F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84CE83-60B0-B9E8-82EF-5213384E4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787D-EE1B-4188-81FD-9DEDC3B8DD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949275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081B78-CA3F-DF05-E8FC-9DE8CC9F6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6560331-B12A-EC10-5328-E66E9AC93B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83B6534-FD1A-C11B-0972-FB7219BBC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BAE87-74A6-4EED-8471-39526F673144}" type="datetimeFigureOut">
              <a:rPr lang="de-DE" smtClean="0"/>
              <a:t>24.08.2023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EB29554-3CFA-9927-DAAF-858653B1C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A00034B-D9F1-5CA4-D213-9082FB45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787D-EE1B-4188-81FD-9DEDC3B8DD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71033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199F3A34-6CBE-CF90-998F-D8287B3966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190DAE2-8DA4-D36A-559C-33B6B94460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0A0ABEF-96BA-C5E8-EB11-1AD5846CF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BAE87-74A6-4EED-8471-39526F673144}" type="datetimeFigureOut">
              <a:rPr lang="de-DE" smtClean="0"/>
              <a:t>24.08.2023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1625371-0230-8B32-49D7-C6AEF9BBF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4AA65CD-75BE-DC30-5B26-BAA5BB318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787D-EE1B-4188-81FD-9DEDC3B8DD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392911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3825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R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CA0ED-0001-4A53-A070-4D90F4DD00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765955"/>
            <a:ext cx="10515600" cy="1326091"/>
          </a:xfrm>
          <a:prstGeom prst="rect">
            <a:avLst/>
          </a:prstGeom>
        </p:spPr>
        <p:txBody>
          <a:bodyPr anchor="ctr"/>
          <a:lstStyle>
            <a:lvl1pPr algn="ctr">
              <a:defRPr lang="en-US" sz="4800" dirty="0">
                <a:gradFill>
                  <a:gsLst>
                    <a:gs pos="75000">
                      <a:schemeClr val="accent4"/>
                    </a:gs>
                    <a:gs pos="25000">
                      <a:schemeClr val="accent2"/>
                    </a:gs>
                    <a:gs pos="100000">
                      <a:schemeClr val="accent5"/>
                    </a:gs>
                    <a:gs pos="50000">
                      <a:schemeClr val="accent3"/>
                    </a:gs>
                    <a:gs pos="1000">
                      <a:schemeClr val="accent1"/>
                    </a:gs>
                  </a:gsLst>
                  <a:lin ang="9000000" scaled="0"/>
                </a:gradFill>
                <a:ea typeface="+mn-ea"/>
                <a:cs typeface="+mn-cs"/>
              </a:defRPr>
            </a:lvl1pPr>
          </a:lstStyle>
          <a:p>
            <a:pPr lvl="0" algn="ctr"/>
            <a:r>
              <a:rPr lang="en-US" dirty="0"/>
              <a:t>BREAKER TITLE</a:t>
            </a:r>
          </a:p>
        </p:txBody>
      </p:sp>
    </p:spTree>
    <p:extLst>
      <p:ext uri="{BB962C8B-B14F-4D97-AF65-F5344CB8AC3E}">
        <p14:creationId xmlns:p14="http://schemas.microsoft.com/office/powerpoint/2010/main" val="20797018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R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CA0ED-0001-4A53-A070-4D90F4DD00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765955"/>
            <a:ext cx="10515600" cy="1326091"/>
          </a:xfrm>
          <a:prstGeom prst="rect">
            <a:avLst/>
          </a:prstGeom>
        </p:spPr>
        <p:txBody>
          <a:bodyPr anchor="ctr"/>
          <a:lstStyle>
            <a:lvl1pPr algn="ctr">
              <a:defRPr lang="en-US" sz="7200">
                <a:gradFill>
                  <a:gsLst>
                    <a:gs pos="25000">
                      <a:schemeClr val="accent2"/>
                    </a:gs>
                    <a:gs pos="75000">
                      <a:schemeClr val="accent4"/>
                    </a:gs>
                    <a:gs pos="50000">
                      <a:schemeClr val="accent3"/>
                    </a:gs>
                    <a:gs pos="0">
                      <a:schemeClr val="accent1"/>
                    </a:gs>
                    <a:gs pos="100000">
                      <a:schemeClr val="accent5"/>
                    </a:gs>
                  </a:gsLst>
                  <a:lin ang="8100000" scaled="0"/>
                </a:gradFill>
                <a:ea typeface="+mn-ea"/>
                <a:cs typeface="+mn-cs"/>
              </a:defRPr>
            </a:lvl1pPr>
          </a:lstStyle>
          <a:p>
            <a:pPr marL="0" lvl="0" indent="0" algn="ctr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BREAKER TITLE</a:t>
            </a:r>
          </a:p>
        </p:txBody>
      </p:sp>
    </p:spTree>
    <p:extLst>
      <p:ext uri="{BB962C8B-B14F-4D97-AF65-F5344CB8AC3E}">
        <p14:creationId xmlns:p14="http://schemas.microsoft.com/office/powerpoint/2010/main" val="1342600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flip dir="r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R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F67B5C-981D-4EB5-9AD9-A7105E565435}"/>
              </a:ext>
            </a:extLst>
          </p:cNvPr>
          <p:cNvSpPr/>
          <p:nvPr userDrawn="1"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4CA0ED-0001-4A53-A070-4D90F4DD00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765955"/>
            <a:ext cx="10515600" cy="1625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>
              <a:defRPr lang="en-US" sz="11067" dirty="0">
                <a:gradFill>
                  <a:gsLst>
                    <a:gs pos="100000">
                      <a:schemeClr val="accent4"/>
                    </a:gs>
                    <a:gs pos="66000">
                      <a:schemeClr val="accent3"/>
                    </a:gs>
                    <a:gs pos="33000">
                      <a:schemeClr val="accent2"/>
                    </a:gs>
                    <a:gs pos="1000">
                      <a:schemeClr val="accent1"/>
                    </a:gs>
                  </a:gsLst>
                  <a:lin ang="9000000" scaled="0"/>
                </a:gradFill>
                <a:ea typeface="+mn-ea"/>
                <a:cs typeface="+mn-cs"/>
              </a:defRPr>
            </a:lvl1pPr>
          </a:lstStyle>
          <a:p>
            <a:pPr marL="0" lvl="0" algn="ctr"/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522491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flip dir="r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-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92FCD7B-4632-432C-AE09-A03957113A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1891526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-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6E02EB8-4CBB-4C97-AC85-6BAEE43B152F}"/>
              </a:ext>
            </a:extLst>
          </p:cNvPr>
          <p:cNvSpPr/>
          <p:nvPr userDrawn="1"/>
        </p:nvSpPr>
        <p:spPr>
          <a:xfrm rot="10800000" flipH="1" flipV="1">
            <a:off x="0" y="-1"/>
            <a:ext cx="12192000" cy="431801"/>
          </a:xfrm>
          <a:prstGeom prst="roundRect">
            <a:avLst>
              <a:gd name="adj" fmla="val 0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92FCD7B-4632-432C-AE09-A03957113A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10363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22750739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-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147E30C-C464-44C9-84B9-C651C1BC1DF9}"/>
              </a:ext>
            </a:extLst>
          </p:cNvPr>
          <p:cNvSpPr/>
          <p:nvPr userDrawn="1"/>
        </p:nvSpPr>
        <p:spPr>
          <a:xfrm rot="10800000" flipH="1" flipV="1">
            <a:off x="0" y="6426198"/>
            <a:ext cx="12192000" cy="431801"/>
          </a:xfrm>
          <a:prstGeom prst="roundRect">
            <a:avLst>
              <a:gd name="adj" fmla="val 0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4694606-ABEA-4095-8D53-FF83E07C48AB}"/>
              </a:ext>
            </a:extLst>
          </p:cNvPr>
          <p:cNvSpPr/>
          <p:nvPr userDrawn="1"/>
        </p:nvSpPr>
        <p:spPr>
          <a:xfrm rot="10800000" flipH="1" flipV="1">
            <a:off x="0" y="-1"/>
            <a:ext cx="12192000" cy="431801"/>
          </a:xfrm>
          <a:prstGeom prst="roundRect">
            <a:avLst>
              <a:gd name="adj" fmla="val 0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5D7004-F5FA-4A63-BC13-01C888C4B4C4}"/>
              </a:ext>
            </a:extLst>
          </p:cNvPr>
          <p:cNvSpPr txBox="1"/>
          <p:nvPr userDrawn="1"/>
        </p:nvSpPr>
        <p:spPr>
          <a:xfrm>
            <a:off x="5702300" y="6210754"/>
            <a:ext cx="5575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+mn-lt"/>
                <a:ea typeface="Roboto Thin" pitchFamily="2" charset="0"/>
              </a:rPr>
              <a:t>www.company.com</a:t>
            </a:r>
            <a:endParaRPr lang="uk-UA" sz="2400" dirty="0">
              <a:solidFill>
                <a:schemeClr val="bg1">
                  <a:lumMod val="75000"/>
                </a:schemeClr>
              </a:solidFill>
              <a:latin typeface="+mn-lt"/>
              <a:ea typeface="Roboto Thin" pitchFamily="2" charset="0"/>
            </a:endParaRPr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C3C9C03B-2E3C-47D9-845E-A2FC81AECB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250173518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-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D5D7004-F5FA-4A63-BC13-01C888C4B4C4}"/>
              </a:ext>
            </a:extLst>
          </p:cNvPr>
          <p:cNvSpPr txBox="1"/>
          <p:nvPr userDrawn="1"/>
        </p:nvSpPr>
        <p:spPr>
          <a:xfrm>
            <a:off x="5702300" y="6210754"/>
            <a:ext cx="5575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+mn-lt"/>
                <a:ea typeface="Roboto Thin" pitchFamily="2" charset="0"/>
              </a:rPr>
              <a:t>www.company.com</a:t>
            </a:r>
            <a:endParaRPr lang="uk-UA" sz="2400" dirty="0">
              <a:solidFill>
                <a:schemeClr val="bg1">
                  <a:lumMod val="75000"/>
                </a:schemeClr>
              </a:solidFill>
              <a:latin typeface="+mn-lt"/>
              <a:ea typeface="Roboto Thin" pitchFamily="2" charset="0"/>
            </a:endParaRPr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C3C9C03B-2E3C-47D9-845E-A2FC81AECB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16008301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0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uk-UA"/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4371106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0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21644BE-9EF6-4F34-8C65-8690D687853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10363200" cy="5029200"/>
          </a:xfrm>
          <a:prstGeom prst="roundRect">
            <a:avLst>
              <a:gd name="adj" fmla="val 2021"/>
            </a:avLst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uk-UA"/>
            </a:lvl1pPr>
          </a:lstStyle>
          <a:p>
            <a:pPr lvl="0"/>
            <a:endParaRPr lang="uk-UA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815914F-FDB1-440C-9E18-D27D5868B5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215907631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0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10363200" cy="4013200"/>
          </a:xfrm>
          <a:prstGeom prst="roundRect">
            <a:avLst>
              <a:gd name="adj" fmla="val 2426"/>
            </a:avLst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uk-UA"/>
            </a:lvl1pPr>
          </a:lstStyle>
          <a:p>
            <a:pPr lvl="0"/>
            <a:endParaRPr lang="uk-UA"/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9DE83458-DC7C-4F50-8CDD-14D91D0DDC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3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123893096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0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72B4464-F622-4D59-B0EB-837A7D56928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8308258" cy="50292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7B5DA946-38B7-47EF-BA99-1AF3686155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304542950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0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72B4464-F622-4D59-B0EB-837A7D56928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969342" y="914400"/>
            <a:ext cx="8308258" cy="50292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ED6D72D2-9BCC-45A6-A342-7813491442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92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r"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175481691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06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6095999" cy="6858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uk-UA"/>
            </a:lvl1pPr>
          </a:lstStyle>
          <a:p>
            <a:pPr lvl="0"/>
            <a:endParaRPr lang="uk-UA"/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DB9D0DDD-5F06-4A50-8692-CADC5FD00B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92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r"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334512317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07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048001" y="0"/>
            <a:ext cx="6095999" cy="6858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uk-UA"/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14942933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08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uk-UA"/>
            </a:lvl1pPr>
          </a:lstStyle>
          <a:p>
            <a:pPr lvl="0"/>
            <a:endParaRPr lang="uk-UA"/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8C1C4CB0-E103-4518-BF7B-6A1458F43F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343194001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0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05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uk-UA"/>
            </a:lvl1pPr>
          </a:lstStyle>
          <a:p>
            <a:pPr lvl="0"/>
            <a:endParaRPr lang="uk-UA"/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B2F39605-129A-48D8-8833-9A1C4446F5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92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r"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112520931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10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68000" y="0"/>
            <a:ext cx="405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uk-UA"/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2354745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1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36000" y="0"/>
            <a:ext cx="405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uk-UA"/>
            </a:lvl1pPr>
          </a:lstStyle>
          <a:p>
            <a:pPr lvl="0"/>
            <a:endParaRPr lang="uk-UA"/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C8AEAFCC-E5E5-4450-A2D9-6267133D82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245683398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1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5CEA750A-677F-43CA-8A48-7AE6C2E6581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56000" y="0"/>
            <a:ext cx="813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uk-UA"/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65727454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1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656E0239-9422-4FA9-9150-3458629F0DC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813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uk-UA"/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6197493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1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656E0239-9422-4FA9-9150-3458629F0DC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7404100" cy="6858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uk-UA"/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2159976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1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656E0239-9422-4FA9-9150-3458629F0DC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787900" y="0"/>
            <a:ext cx="7404100" cy="6858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uk-UA"/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1458480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16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88B5C77-6E87-4CF4-9817-CE6C928B7F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12191999" cy="3429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01223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17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88B5C77-6E87-4CF4-9817-CE6C928B7F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12191999" cy="42926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51055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18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88B5C77-6E87-4CF4-9817-CE6C928B7F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3429000"/>
            <a:ext cx="12191999" cy="3429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09029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1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9F1E531-B369-48BB-9BCA-0AF303B914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429000"/>
            <a:ext cx="6096000" cy="3429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0904B0A5-4D0D-4B3C-81C6-D2A780190B3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0"/>
            <a:ext cx="6096000" cy="3429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en-US" dirty="0"/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26773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20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9F1E531-B369-48BB-9BCA-0AF303B914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3429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0904B0A5-4D0D-4B3C-81C6-D2A780190B3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3429000"/>
            <a:ext cx="6096000" cy="3429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en-US" dirty="0"/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09973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9F1E531-B369-48BB-9BCA-0AF303B914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429000"/>
            <a:ext cx="8836085" cy="3429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0904B0A5-4D0D-4B3C-81C6-D2A780190B3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836085" y="3429000"/>
            <a:ext cx="3355915" cy="3429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en-US" dirty="0"/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643266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2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CEB6E739-39F9-4E42-B265-0E28996ABE2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3429000"/>
            <a:ext cx="3355915" cy="3429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en-US" dirty="0"/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69348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2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038A9B6-0CC9-46A8-8325-AC97DD01FA7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7027200" cy="5029200"/>
          </a:xfrm>
          <a:prstGeom prst="roundRect">
            <a:avLst>
              <a:gd name="adj" fmla="val 0"/>
            </a:avLst>
          </a:prstGeom>
          <a:solidFill>
            <a:schemeClr val="bg2">
              <a:lumMod val="2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E614D36E-ECF9-42A6-B627-4D2F565721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191600513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2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038A9B6-0CC9-46A8-8325-AC97DD01FA7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250400" y="914400"/>
            <a:ext cx="7027200" cy="5029200"/>
          </a:xfrm>
          <a:prstGeom prst="roundRect">
            <a:avLst>
              <a:gd name="adj" fmla="val 0"/>
            </a:avLst>
          </a:prstGeom>
          <a:solidFill>
            <a:schemeClr val="bg2">
              <a:lumMod val="2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A15DD993-0F59-40B2-8E5D-FE7EF97F65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92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r"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307054002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2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4">
            <a:extLst>
              <a:ext uri="{FF2B5EF4-FFF2-40B4-BE49-F238E27FC236}">
                <a16:creationId xmlns:a16="http://schemas.microsoft.com/office/drawing/2014/main" id="{A15DD993-0F59-40B2-8E5D-FE7EF97F65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92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r"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C46AC66E-831B-481E-9DCA-6F38FC2799A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914400"/>
            <a:ext cx="5181600" cy="5029200"/>
          </a:xfrm>
          <a:prstGeom prst="roundRect">
            <a:avLst>
              <a:gd name="adj" fmla="val 0"/>
            </a:avLst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38728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26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4">
            <a:extLst>
              <a:ext uri="{FF2B5EF4-FFF2-40B4-BE49-F238E27FC236}">
                <a16:creationId xmlns:a16="http://schemas.microsoft.com/office/drawing/2014/main" id="{A3D589A9-0690-4D70-AC6B-7E02C99080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1D032E74-E98C-4A65-8348-308DC5A5733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19200" y="1600200"/>
            <a:ext cx="3657600" cy="36576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sz="1867">
                <a:solidFill>
                  <a:schemeClr val="bg1"/>
                </a:solidFill>
              </a:defRPr>
            </a:lvl1pPr>
          </a:lstStyle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622172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27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3396000" cy="3336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9DDCC9E0-60A8-460E-B271-38AA5BD31AB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98000" y="914400"/>
            <a:ext cx="3396000" cy="3336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078D1A29-CD71-43A6-99D6-836B5EBFDE5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881600" y="914400"/>
            <a:ext cx="3396000" cy="3336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51B3C81-37F1-45BE-8A36-6F5B922614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359715976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28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2520000" cy="252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E32D31ED-4C21-4996-B1F6-2801D562DEB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757600" y="914400"/>
            <a:ext cx="2520000" cy="252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871AC328-6CDC-43DA-B810-E2F4FA4B78C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43201" y="914400"/>
            <a:ext cx="2520000" cy="252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3BA56443-CF18-4C38-9575-5E1710AAB6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28799" y="914400"/>
            <a:ext cx="2520000" cy="252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BDE31C0E-ED7D-4FBC-B3FC-8850A71722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407067905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2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A01E19A8-58F0-4680-BA37-243AA8D2479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401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35F7524D-A316-4A4B-928A-66679129A8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43201" y="914401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3F19A66A-71A3-45B9-B802-F3CD6C78892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43201" y="3471599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F34BF67E-4A08-4158-AB88-CA7B07B054D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400" y="3471599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56E3EE0B-F4D7-4A15-858C-7B64D9236F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180404899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30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DB8E2D95-DBF1-4838-AC3D-96F341E8EC3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22720" y="1688785"/>
            <a:ext cx="1633728" cy="1633728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90CB9292-A56B-4AF1-9C57-80C7BB9D08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35552" y="1688785"/>
            <a:ext cx="1633728" cy="1633728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3EC904EB-B2A2-479C-9B2E-50DCB0CD5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4038067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3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25D926C8-134F-4B4E-AFA6-422CF4396A9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927933" y="2539400"/>
            <a:ext cx="1779800" cy="1779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E7A03C44-8D2E-4BFD-9CA2-776A82F3D0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84267" y="2539400"/>
            <a:ext cx="1779800" cy="1779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F4B1582B-7009-4058-8A5C-E13B6D71167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040600" y="2539400"/>
            <a:ext cx="1779800" cy="1779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ECE65DF2-591D-4F3E-B1AE-7D36BDC9860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371600" y="2539400"/>
            <a:ext cx="1779800" cy="1779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6274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3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35F7524D-A316-4A4B-928A-66679129A8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43201" y="914401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3F19A66A-71A3-45B9-B802-F3CD6C78892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43201" y="3471599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F34BF67E-4A08-4158-AB88-CA7B07B054D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400" y="3471599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D51E2876-E8C8-423C-9494-4CEF2FF3A97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28799" y="914401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FBEA9705-624D-467C-AF97-F2C06F54CF5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528799" y="3471599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9D52E7B9-C3A8-480E-B89A-1D9E52E70D0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757600" y="914401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1" name="Title 4">
            <a:extLst>
              <a:ext uri="{FF2B5EF4-FFF2-40B4-BE49-F238E27FC236}">
                <a16:creationId xmlns:a16="http://schemas.microsoft.com/office/drawing/2014/main" id="{9362819E-B2B5-455B-AA2D-A8DAF1066A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92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r"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85588124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3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399"/>
            <a:ext cx="1680000" cy="168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4" name="Picture Placeholder 3">
            <a:extLst>
              <a:ext uri="{FF2B5EF4-FFF2-40B4-BE49-F238E27FC236}">
                <a16:creationId xmlns:a16="http://schemas.microsoft.com/office/drawing/2014/main" id="{4D6CAF51-6BDC-498B-A477-237F7A227F5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594400" y="914399"/>
            <a:ext cx="1680000" cy="168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90441955-A97F-4CDA-9F8E-65C8BCEFD3D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274400" y="914399"/>
            <a:ext cx="1680000" cy="168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6" name="Picture Placeholder 3">
            <a:extLst>
              <a:ext uri="{FF2B5EF4-FFF2-40B4-BE49-F238E27FC236}">
                <a16:creationId xmlns:a16="http://schemas.microsoft.com/office/drawing/2014/main" id="{34091CEE-A618-459D-8440-5B817743F9C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400" y="2594400"/>
            <a:ext cx="1680000" cy="168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7" name="Picture Placeholder 3">
            <a:extLst>
              <a:ext uri="{FF2B5EF4-FFF2-40B4-BE49-F238E27FC236}">
                <a16:creationId xmlns:a16="http://schemas.microsoft.com/office/drawing/2014/main" id="{6A2A6811-5688-499E-AFFE-209FF0846F7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594400" y="2594400"/>
            <a:ext cx="1680000" cy="168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6816AFA0-6B0E-411B-A44B-9433003B1E6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74400" y="2594400"/>
            <a:ext cx="1680000" cy="168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F33CACAB-EFD3-4423-A56F-67BF87122A2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14400" y="4274400"/>
            <a:ext cx="1680000" cy="168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454B9E96-3F41-4112-B2F2-7C91659C962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594400" y="4274400"/>
            <a:ext cx="1680000" cy="168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31" name="Picture Placeholder 3">
            <a:extLst>
              <a:ext uri="{FF2B5EF4-FFF2-40B4-BE49-F238E27FC236}">
                <a16:creationId xmlns:a16="http://schemas.microsoft.com/office/drawing/2014/main" id="{BC02999A-F922-4A21-97D6-ACA30F81B71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274400" y="4274400"/>
            <a:ext cx="1680000" cy="168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1" name="Title 4">
            <a:extLst>
              <a:ext uri="{FF2B5EF4-FFF2-40B4-BE49-F238E27FC236}">
                <a16:creationId xmlns:a16="http://schemas.microsoft.com/office/drawing/2014/main" id="{07ABEAF5-F661-4B13-AA84-91E5DCACEE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403519735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3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DB359F9B-D09D-41FC-A8A3-34B10721636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657600" y="1244601"/>
            <a:ext cx="2093576" cy="1518959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30340115-791E-436C-B1D2-4BA0EF313DD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657600" y="3581401"/>
            <a:ext cx="2093576" cy="1518959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2" name="Picture Placeholder 3">
            <a:extLst>
              <a:ext uri="{FF2B5EF4-FFF2-40B4-BE49-F238E27FC236}">
                <a16:creationId xmlns:a16="http://schemas.microsoft.com/office/drawing/2014/main" id="{A7AFE5EF-FFAF-44D0-AE52-53409201E33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59225" y="3581401"/>
            <a:ext cx="2093576" cy="1518959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59225" y="1244601"/>
            <a:ext cx="2093576" cy="1518959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066796E9-17FF-4B7C-BBAB-43BCEA9CC3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413424788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3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4F61D5AC-6B9A-4E76-9528-AC060A57971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986454" y="1430453"/>
            <a:ext cx="1109547" cy="1109547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 dirty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182EF3E6-2533-4B75-8BBE-37A72D1F953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986454" y="2874227"/>
            <a:ext cx="1109547" cy="1109547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39BDB5CE-3845-49A2-B1DD-B21BA2398B5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986454" y="4318000"/>
            <a:ext cx="1109547" cy="1109547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87177F30-49A0-43D7-9750-F6537569BC0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85053" y="1430453"/>
            <a:ext cx="1109547" cy="1109547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22" name="Picture Placeholder 3">
            <a:extLst>
              <a:ext uri="{FF2B5EF4-FFF2-40B4-BE49-F238E27FC236}">
                <a16:creationId xmlns:a16="http://schemas.microsoft.com/office/drawing/2014/main" id="{A4D7A181-BF2B-4E2C-8DC6-9E9F9378942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485053" y="2874227"/>
            <a:ext cx="1109547" cy="1109547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5656422B-2BD1-4349-AEF4-549C487EBAF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485053" y="4318000"/>
            <a:ext cx="1109547" cy="1109547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Picture Placeholder 3">
            <a:extLst>
              <a:ext uri="{FF2B5EF4-FFF2-40B4-BE49-F238E27FC236}">
                <a16:creationId xmlns:a16="http://schemas.microsoft.com/office/drawing/2014/main" id="{F5BEF3CE-BE91-482E-9A1D-F323D666EC8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983653" y="1430453"/>
            <a:ext cx="1109547" cy="1109547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94CA472E-95A8-43F9-BA68-D9D29CFA582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983653" y="2874227"/>
            <a:ext cx="1109547" cy="1109547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26" name="Picture Placeholder 3">
            <a:extLst>
              <a:ext uri="{FF2B5EF4-FFF2-40B4-BE49-F238E27FC236}">
                <a16:creationId xmlns:a16="http://schemas.microsoft.com/office/drawing/2014/main" id="{B76B9EDF-B9FA-4D55-9CD3-DC606A76280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983653" y="4318000"/>
            <a:ext cx="1109547" cy="1109547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7" name="Picture Placeholder 3">
            <a:extLst>
              <a:ext uri="{FF2B5EF4-FFF2-40B4-BE49-F238E27FC236}">
                <a16:creationId xmlns:a16="http://schemas.microsoft.com/office/drawing/2014/main" id="{338378F8-9586-4B0C-A232-3B726BB5670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482253" y="1430453"/>
            <a:ext cx="1109547" cy="1109547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DBAA4A7E-83F0-4DE1-8058-727D0D550AE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482253" y="2874227"/>
            <a:ext cx="1109547" cy="1109547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2D3DF732-700F-4626-B6E5-D4FE7CA7F75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482253" y="4318000"/>
            <a:ext cx="1109547" cy="1109547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7613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36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9DE22400-4DFB-4070-BD11-796979D4451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48001" y="3522134"/>
            <a:ext cx="1199847" cy="1199847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F6B20438-F6EA-44E8-AE9B-E1D8927EDD4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944153" y="3522134"/>
            <a:ext cx="1199847" cy="1199847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43892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37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4167C466-06CA-4316-837F-DE41C6D25BB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630400" y="4754290"/>
            <a:ext cx="931200" cy="9312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BEF702DF-314A-48F1-973E-85A0F00953B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4000" y="4754290"/>
            <a:ext cx="931200" cy="9312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0498764A-68F6-42A7-8513-24CEA7D01C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16800" y="4754290"/>
            <a:ext cx="931200" cy="9312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15175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38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5138399" cy="5029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C2276A54-15F6-49F8-8236-5D53CB30359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39201" y="914400"/>
            <a:ext cx="5138399" cy="5029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4127686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3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90FCA33D-2064-4B79-A05B-33E02F45CC0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6577781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B3F2EB52-6437-443D-83F2-470160C639D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400" y="3471598"/>
            <a:ext cx="6577781" cy="2472001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54999763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40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F5D57908-4AFF-424F-A126-737853EA3F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2568000" cy="5029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9E22C849-BA60-407D-AF15-5F2874C1B42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28000" y="3452400"/>
            <a:ext cx="2570400" cy="2491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6EA590BF-BEF4-4611-8EE4-786523DD517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28000" y="914400"/>
            <a:ext cx="2570400" cy="2491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891530237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4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57030164-06EA-4D37-9C6D-49853C2FD30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400" y="3452400"/>
            <a:ext cx="7003200" cy="2491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C00E378F-86E7-4993-B91B-1784EE997AA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965600" y="914400"/>
            <a:ext cx="3312000" cy="5029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1EC91ED1-A8F9-42ED-8B48-4C358265977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14399" y="914400"/>
            <a:ext cx="3487200" cy="2491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47B720D8-3A04-4E2B-8D9E-02FDA88BF57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452000" y="914400"/>
            <a:ext cx="3463200" cy="2491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4149277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4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62DC44A5-0817-457C-9553-79307753C2B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29601" y="3452400"/>
            <a:ext cx="7848000" cy="2491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D49F64A6-006D-4964-ADA8-191336165E7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14400" y="3452400"/>
            <a:ext cx="2515200" cy="2491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4E1F1C57-80A2-45AD-980A-D7B8D6595E8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14399" y="914400"/>
            <a:ext cx="5308800" cy="2491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7094887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4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E6195AC3-CE2F-4B7C-9152-7B81DB7FCAD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399" y="2456565"/>
            <a:ext cx="4216800" cy="2491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8EAB607D-A34C-4A17-ACEF-CD3480C6BB1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179199" y="914400"/>
            <a:ext cx="6098400" cy="4033365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5BB50CE9-A1AB-4ED4-8678-11C119D84DF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14399" y="914400"/>
            <a:ext cx="2097600" cy="1471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9B87A15-EFFB-4AFD-B17A-2D9576F8DB7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070799" y="914400"/>
            <a:ext cx="2049600" cy="1471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11150084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4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5138397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28CC71D8-1B64-4A1A-A2BC-928D2CD5DEE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39201" y="3471597"/>
            <a:ext cx="5138399" cy="2472003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9D389867-A538-4B05-B3E9-D87EEAE66B5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39201" y="914400"/>
            <a:ext cx="5138399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62DC44A5-0817-457C-9553-79307753C2B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400" y="3471598"/>
            <a:ext cx="5138397" cy="2472002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4845031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4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35F7524D-A316-4A4B-928A-66679129A8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43201" y="914401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3F19A66A-71A3-45B9-B802-F3CD6C78892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43201" y="3471599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F34BF67E-4A08-4158-AB88-CA7B07B054D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400" y="3471599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D51E2876-E8C8-423C-9494-4CEF2FF3A97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28799" y="914401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FBEA9705-624D-467C-AF97-F2C06F54CF5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528799" y="3471599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9D52E7B9-C3A8-480E-B89A-1D9E52E70D0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757600" y="914401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76618920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46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11277600" cy="59436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B6E5E6E-DD3D-4F05-B4F6-C317A8A5C5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282469710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47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000" y="914400"/>
            <a:ext cx="2057400" cy="5029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69BEAD33-76BE-4CAF-B375-E999A680F83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959600" y="914400"/>
            <a:ext cx="2057400" cy="5029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FC5AF0A1-D71D-4DD2-A802-8F21C1EDDD0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220200" y="914400"/>
            <a:ext cx="2057400" cy="5029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6885538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48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3396000" cy="3336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9DDCC9E0-60A8-460E-B271-38AA5BD31AB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98000" y="914400"/>
            <a:ext cx="3396000" cy="3336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078D1A29-CD71-43A6-99D6-836B5EBFDE5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881600" y="914400"/>
            <a:ext cx="3396000" cy="3336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58168246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4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D2742DDA-BD5D-4F67-A96E-7DB1DBD7D7C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3396000" cy="5029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0C2BEC9C-F7F4-45F2-BE52-C02716CCE40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98000" y="914400"/>
            <a:ext cx="3396000" cy="5029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5AD3325F-8DD8-4D2F-B33D-278CDFB3444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881600" y="914400"/>
            <a:ext cx="3396000" cy="5029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73464606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50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2520000" cy="5029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E32D31ED-4C21-4996-B1F6-2801D562DEB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757600" y="914400"/>
            <a:ext cx="2520000" cy="5029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871AC328-6CDC-43DA-B810-E2F4FA4B78C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43201" y="914400"/>
            <a:ext cx="2520000" cy="5029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3BA56443-CF18-4C38-9575-5E1710AAB6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28799" y="914400"/>
            <a:ext cx="2520000" cy="5029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945704640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5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2520000" cy="252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E32D31ED-4C21-4996-B1F6-2801D562DEB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757600" y="914400"/>
            <a:ext cx="2520000" cy="252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871AC328-6CDC-43DA-B810-E2F4FA4B78C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43201" y="914400"/>
            <a:ext cx="2520000" cy="252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3BA56443-CF18-4C38-9575-5E1710AAB6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28799" y="914400"/>
            <a:ext cx="2520000" cy="252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91806994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5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3396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9DDCC9E0-60A8-460E-B271-38AA5BD31AB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98000" y="914400"/>
            <a:ext cx="3396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078D1A29-CD71-43A6-99D6-836B5EBFDE5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881600" y="914400"/>
            <a:ext cx="3396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15A66BDF-7867-487E-BD05-90820D1AE42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400" y="3471599"/>
            <a:ext cx="3396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8505305E-90B1-4FC8-841C-CA5C48C9CA6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98000" y="3471599"/>
            <a:ext cx="3396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7CDA6529-604C-4B16-9E5D-87D4CD114D9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881600" y="3471599"/>
            <a:ext cx="3396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5652482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5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62DC44A5-0817-457C-9553-79307753C2B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401" y="914400"/>
            <a:ext cx="5946019" cy="204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9AA3B0D7-8EEE-40CB-9A33-9F9360474B5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60420" y="914400"/>
            <a:ext cx="4417181" cy="408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C4AB4514-60E6-454B-8051-E8C2CD92293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14401" y="2954400"/>
            <a:ext cx="5946019" cy="204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69208530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5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4267200" y="1600200"/>
            <a:ext cx="3657600" cy="36576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66640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2870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69660858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7518400" y="0"/>
            <a:ext cx="46736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54219060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7112000" y="1600200"/>
            <a:ext cx="3505200" cy="36576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336935782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2997200" y="1685925"/>
            <a:ext cx="6197600" cy="3486151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90182995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5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59B98A-3E9B-4864-B1E6-6A9B088782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66489" y="888999"/>
            <a:ext cx="5080001" cy="5080001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32176078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60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59B98A-3E9B-4864-B1E6-6A9B088782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53484" y="888999"/>
            <a:ext cx="5080001" cy="5080001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921190192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6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52324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74875765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6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6959600" y="0"/>
            <a:ext cx="52324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72537528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6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480000" y="479400"/>
            <a:ext cx="11232000" cy="5899200"/>
          </a:xfrm>
          <a:prstGeom prst="roundRect">
            <a:avLst>
              <a:gd name="adj" fmla="val 2233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96213747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6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3860800" y="1549400"/>
            <a:ext cx="8331200" cy="53086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83639073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6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4008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940907581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66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7874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58194277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67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5156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88416065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68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00903151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6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6654800" y="0"/>
            <a:ext cx="55372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84357941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70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56896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4544880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7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3556000" y="433400"/>
            <a:ext cx="8175600" cy="5991200"/>
          </a:xfrm>
          <a:prstGeom prst="parallelogram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592668535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7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3860800" y="0"/>
            <a:ext cx="83312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21303101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7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83312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9825504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7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4978400" y="0"/>
            <a:ext cx="72136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26879538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7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3454400" y="0"/>
            <a:ext cx="87376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800589141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24401" y="0"/>
            <a:ext cx="6095999" cy="6858000"/>
          </a:xfrm>
          <a:prstGeom prst="parallelogram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393843725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048001" y="0"/>
            <a:ext cx="6095999" cy="6858000"/>
          </a:xfrm>
          <a:prstGeom prst="parallelogram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451856312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71601" y="0"/>
            <a:ext cx="6095999" cy="6858000"/>
          </a:xfrm>
          <a:prstGeom prst="parallelogram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602982478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84131469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6473A6D7-DE33-354E-BEC6-4712BD5E04D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" y="624840"/>
            <a:ext cx="7332000" cy="5608320"/>
          </a:xfrm>
          <a:prstGeom prst="roundRect">
            <a:avLst>
              <a:gd name="adj" fmla="val 0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 dirty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8027579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609600" y="627888"/>
            <a:ext cx="3444240" cy="5614416"/>
          </a:xfrm>
          <a:prstGeom prst="roundRect">
            <a:avLst>
              <a:gd name="adj" fmla="val 4130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32359476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54234F-206C-4002-95BE-53DC4A1649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136000" y="627888"/>
            <a:ext cx="3444240" cy="5614416"/>
          </a:xfrm>
          <a:prstGeom prst="roundRect">
            <a:avLst>
              <a:gd name="adj" fmla="val 4130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8231872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52324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79456371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6959600" y="0"/>
            <a:ext cx="52324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9467822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6095999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99328526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88B5C77-6E87-4CF4-9817-CE6C928B7F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3429000"/>
            <a:ext cx="12191999" cy="3429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873722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609600" y="627888"/>
            <a:ext cx="10972800" cy="280416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36373772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7A86A2D-80E2-48E5-B1F6-4F8C81EE134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" y="624840"/>
            <a:ext cx="6858000" cy="560832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20826052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5CEA750A-677F-43CA-8A48-7AE6C2E6581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724400" y="624840"/>
            <a:ext cx="6858000" cy="560832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59540041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1828800" y="2133600"/>
            <a:ext cx="2590800" cy="2590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92794090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9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4876800" y="993648"/>
            <a:ext cx="2438400" cy="24384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99150944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9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89EBB9A9-634C-4929-97C8-A7CBFC25C95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772400" y="2133600"/>
            <a:ext cx="2590800" cy="2590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208913625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9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icture Placeholder 2">
            <a:extLst>
              <a:ext uri="{FF2B5EF4-FFF2-40B4-BE49-F238E27FC236}">
                <a16:creationId xmlns:a16="http://schemas.microsoft.com/office/drawing/2014/main" id="{128F5896-9AFD-42E8-BB51-39D5D95DA27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851649" y="0"/>
            <a:ext cx="4340351" cy="6858000"/>
          </a:xfrm>
          <a:custGeom>
            <a:avLst/>
            <a:gdLst>
              <a:gd name="connsiteX0" fmla="*/ 0 w 6208775"/>
              <a:gd name="connsiteY0" fmla="*/ 0 h 10287000"/>
              <a:gd name="connsiteX1" fmla="*/ 6208775 w 6208775"/>
              <a:gd name="connsiteY1" fmla="*/ 0 h 10287000"/>
              <a:gd name="connsiteX2" fmla="*/ 6208775 w 6208775"/>
              <a:gd name="connsiteY2" fmla="*/ 10287000 h 10287000"/>
              <a:gd name="connsiteX3" fmla="*/ 0 w 6208775"/>
              <a:gd name="connsiteY3" fmla="*/ 10287000 h 10287000"/>
              <a:gd name="connsiteX4" fmla="*/ 0 w 6208775"/>
              <a:gd name="connsiteY4" fmla="*/ 0 h 10287000"/>
              <a:gd name="connsiteX0" fmla="*/ 0 w 6208775"/>
              <a:gd name="connsiteY0" fmla="*/ 0 h 10287000"/>
              <a:gd name="connsiteX1" fmla="*/ 3393004 w 6208775"/>
              <a:gd name="connsiteY1" fmla="*/ 0 h 10287000"/>
              <a:gd name="connsiteX2" fmla="*/ 6208775 w 6208775"/>
              <a:gd name="connsiteY2" fmla="*/ 10287000 h 10287000"/>
              <a:gd name="connsiteX3" fmla="*/ 0 w 6208775"/>
              <a:gd name="connsiteY3" fmla="*/ 10287000 h 10287000"/>
              <a:gd name="connsiteX4" fmla="*/ 0 w 6208775"/>
              <a:gd name="connsiteY4" fmla="*/ 0 h 10287000"/>
              <a:gd name="connsiteX0" fmla="*/ 0 w 6208775"/>
              <a:gd name="connsiteY0" fmla="*/ 0 h 10287000"/>
              <a:gd name="connsiteX1" fmla="*/ 4900870 w 6208775"/>
              <a:gd name="connsiteY1" fmla="*/ 19050 h 10287000"/>
              <a:gd name="connsiteX2" fmla="*/ 6208775 w 6208775"/>
              <a:gd name="connsiteY2" fmla="*/ 10287000 h 10287000"/>
              <a:gd name="connsiteX3" fmla="*/ 0 w 6208775"/>
              <a:gd name="connsiteY3" fmla="*/ 10287000 h 10287000"/>
              <a:gd name="connsiteX4" fmla="*/ 0 w 6208775"/>
              <a:gd name="connsiteY4" fmla="*/ 0 h 10287000"/>
              <a:gd name="connsiteX0" fmla="*/ 0 w 6208775"/>
              <a:gd name="connsiteY0" fmla="*/ 6350 h 10293350"/>
              <a:gd name="connsiteX1" fmla="*/ 4864536 w 6208775"/>
              <a:gd name="connsiteY1" fmla="*/ 0 h 10293350"/>
              <a:gd name="connsiteX2" fmla="*/ 6208775 w 6208775"/>
              <a:gd name="connsiteY2" fmla="*/ 10293350 h 10293350"/>
              <a:gd name="connsiteX3" fmla="*/ 0 w 6208775"/>
              <a:gd name="connsiteY3" fmla="*/ 10293350 h 10293350"/>
              <a:gd name="connsiteX4" fmla="*/ 0 w 6208775"/>
              <a:gd name="connsiteY4" fmla="*/ 6350 h 10293350"/>
              <a:gd name="connsiteX0" fmla="*/ 0 w 6208775"/>
              <a:gd name="connsiteY0" fmla="*/ 0 h 10287000"/>
              <a:gd name="connsiteX1" fmla="*/ 4876648 w 6208775"/>
              <a:gd name="connsiteY1" fmla="*/ 0 h 10287000"/>
              <a:gd name="connsiteX2" fmla="*/ 6208775 w 6208775"/>
              <a:gd name="connsiteY2" fmla="*/ 10287000 h 10287000"/>
              <a:gd name="connsiteX3" fmla="*/ 0 w 6208775"/>
              <a:gd name="connsiteY3" fmla="*/ 10287000 h 10287000"/>
              <a:gd name="connsiteX4" fmla="*/ 0 w 6208775"/>
              <a:gd name="connsiteY4" fmla="*/ 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08775" h="10287000">
                <a:moveTo>
                  <a:pt x="0" y="0"/>
                </a:moveTo>
                <a:lnTo>
                  <a:pt x="4876648" y="0"/>
                </a:lnTo>
                <a:lnTo>
                  <a:pt x="620877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625640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9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340351" cy="6858000"/>
          </a:xfrm>
          <a:custGeom>
            <a:avLst/>
            <a:gdLst>
              <a:gd name="connsiteX0" fmla="*/ 0 w 6208775"/>
              <a:gd name="connsiteY0" fmla="*/ 0 h 10287000"/>
              <a:gd name="connsiteX1" fmla="*/ 6208775 w 6208775"/>
              <a:gd name="connsiteY1" fmla="*/ 0 h 10287000"/>
              <a:gd name="connsiteX2" fmla="*/ 6208775 w 6208775"/>
              <a:gd name="connsiteY2" fmla="*/ 10287000 h 10287000"/>
              <a:gd name="connsiteX3" fmla="*/ 0 w 6208775"/>
              <a:gd name="connsiteY3" fmla="*/ 10287000 h 10287000"/>
              <a:gd name="connsiteX4" fmla="*/ 0 w 6208775"/>
              <a:gd name="connsiteY4" fmla="*/ 0 h 10287000"/>
              <a:gd name="connsiteX0" fmla="*/ 0 w 6208775"/>
              <a:gd name="connsiteY0" fmla="*/ 0 h 10287000"/>
              <a:gd name="connsiteX1" fmla="*/ 3393004 w 6208775"/>
              <a:gd name="connsiteY1" fmla="*/ 0 h 10287000"/>
              <a:gd name="connsiteX2" fmla="*/ 6208775 w 6208775"/>
              <a:gd name="connsiteY2" fmla="*/ 10287000 h 10287000"/>
              <a:gd name="connsiteX3" fmla="*/ 0 w 6208775"/>
              <a:gd name="connsiteY3" fmla="*/ 10287000 h 10287000"/>
              <a:gd name="connsiteX4" fmla="*/ 0 w 6208775"/>
              <a:gd name="connsiteY4" fmla="*/ 0 h 10287000"/>
              <a:gd name="connsiteX0" fmla="*/ 0 w 6208775"/>
              <a:gd name="connsiteY0" fmla="*/ 0 h 10287000"/>
              <a:gd name="connsiteX1" fmla="*/ 4900870 w 6208775"/>
              <a:gd name="connsiteY1" fmla="*/ 19050 h 10287000"/>
              <a:gd name="connsiteX2" fmla="*/ 6208775 w 6208775"/>
              <a:gd name="connsiteY2" fmla="*/ 10287000 h 10287000"/>
              <a:gd name="connsiteX3" fmla="*/ 0 w 6208775"/>
              <a:gd name="connsiteY3" fmla="*/ 10287000 h 10287000"/>
              <a:gd name="connsiteX4" fmla="*/ 0 w 6208775"/>
              <a:gd name="connsiteY4" fmla="*/ 0 h 10287000"/>
              <a:gd name="connsiteX0" fmla="*/ 0 w 6208775"/>
              <a:gd name="connsiteY0" fmla="*/ 6350 h 10293350"/>
              <a:gd name="connsiteX1" fmla="*/ 4864536 w 6208775"/>
              <a:gd name="connsiteY1" fmla="*/ 0 h 10293350"/>
              <a:gd name="connsiteX2" fmla="*/ 6208775 w 6208775"/>
              <a:gd name="connsiteY2" fmla="*/ 10293350 h 10293350"/>
              <a:gd name="connsiteX3" fmla="*/ 0 w 6208775"/>
              <a:gd name="connsiteY3" fmla="*/ 10293350 h 10293350"/>
              <a:gd name="connsiteX4" fmla="*/ 0 w 6208775"/>
              <a:gd name="connsiteY4" fmla="*/ 6350 h 10293350"/>
              <a:gd name="connsiteX0" fmla="*/ 0 w 6208775"/>
              <a:gd name="connsiteY0" fmla="*/ 0 h 10287000"/>
              <a:gd name="connsiteX1" fmla="*/ 4876648 w 6208775"/>
              <a:gd name="connsiteY1" fmla="*/ 0 h 10287000"/>
              <a:gd name="connsiteX2" fmla="*/ 6208775 w 6208775"/>
              <a:gd name="connsiteY2" fmla="*/ 10287000 h 10287000"/>
              <a:gd name="connsiteX3" fmla="*/ 0 w 6208775"/>
              <a:gd name="connsiteY3" fmla="*/ 10287000 h 10287000"/>
              <a:gd name="connsiteX4" fmla="*/ 0 w 6208775"/>
              <a:gd name="connsiteY4" fmla="*/ 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08775" h="10287000">
                <a:moveTo>
                  <a:pt x="0" y="0"/>
                </a:moveTo>
                <a:lnTo>
                  <a:pt x="4876648" y="0"/>
                </a:lnTo>
                <a:lnTo>
                  <a:pt x="620877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867925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9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9FEC6B68-FA2A-4755-9330-C8332671BD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3429000"/>
            <a:ext cx="12191999" cy="3429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2DC03B-E2AF-40E5-9057-345DBC7818A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32965" y="1700596"/>
            <a:ext cx="4328160" cy="4328160"/>
          </a:xfrm>
          <a:prstGeom prst="ellipse">
            <a:avLst/>
          </a:prstGeom>
          <a:solidFill>
            <a:schemeClr val="bg2">
              <a:lumMod val="25000"/>
            </a:schemeClr>
          </a:solidFill>
          <a:ln w="88900">
            <a:solidFill>
              <a:schemeClr val="bg1"/>
            </a:solidFill>
          </a:ln>
          <a:effectLst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319444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9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1347B36-C170-4594-A4B8-DA33EA32E6A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543300"/>
            <a:ext cx="12192000" cy="3314700"/>
          </a:xfrm>
          <a:custGeom>
            <a:avLst/>
            <a:gdLst>
              <a:gd name="connsiteX0" fmla="*/ 0 w 18288000"/>
              <a:gd name="connsiteY0" fmla="*/ 0 h 4972050"/>
              <a:gd name="connsiteX1" fmla="*/ 431800 w 18288000"/>
              <a:gd name="connsiteY1" fmla="*/ 91500 h 4972050"/>
              <a:gd name="connsiteX2" fmla="*/ 2616200 w 18288000"/>
              <a:gd name="connsiteY2" fmla="*/ 737175 h 4972050"/>
              <a:gd name="connsiteX3" fmla="*/ 5219700 w 18288000"/>
              <a:gd name="connsiteY3" fmla="*/ 1657350 h 4972050"/>
              <a:gd name="connsiteX4" fmla="*/ 7835900 w 18288000"/>
              <a:gd name="connsiteY4" fmla="*/ 1013400 h 4972050"/>
              <a:gd name="connsiteX5" fmla="*/ 10452100 w 18288000"/>
              <a:gd name="connsiteY5" fmla="*/ 1657350 h 4972050"/>
              <a:gd name="connsiteX6" fmla="*/ 13068300 w 18288000"/>
              <a:gd name="connsiteY6" fmla="*/ 2762250 h 4972050"/>
              <a:gd name="connsiteX7" fmla="*/ 15671800 w 18288000"/>
              <a:gd name="connsiteY7" fmla="*/ 3223201 h 4972050"/>
              <a:gd name="connsiteX8" fmla="*/ 17852390 w 18288000"/>
              <a:gd name="connsiteY8" fmla="*/ 1565850 h 4972050"/>
              <a:gd name="connsiteX9" fmla="*/ 18288000 w 18288000"/>
              <a:gd name="connsiteY9" fmla="*/ 1104900 h 4972050"/>
              <a:gd name="connsiteX10" fmla="*/ 18288000 w 18288000"/>
              <a:gd name="connsiteY10" fmla="*/ 4972050 h 4972050"/>
              <a:gd name="connsiteX11" fmla="*/ 17856200 w 18288000"/>
              <a:gd name="connsiteY11" fmla="*/ 4972050 h 4972050"/>
              <a:gd name="connsiteX12" fmla="*/ 17670608 w 18288000"/>
              <a:gd name="connsiteY12" fmla="*/ 4972050 h 4972050"/>
              <a:gd name="connsiteX13" fmla="*/ 17450416 w 18288000"/>
              <a:gd name="connsiteY13" fmla="*/ 4972050 h 4972050"/>
              <a:gd name="connsiteX14" fmla="*/ 17200426 w 18288000"/>
              <a:gd name="connsiteY14" fmla="*/ 4972050 h 4972050"/>
              <a:gd name="connsiteX15" fmla="*/ 16925448 w 18288000"/>
              <a:gd name="connsiteY15" fmla="*/ 4972050 h 4972050"/>
              <a:gd name="connsiteX16" fmla="*/ 16630290 w 18288000"/>
              <a:gd name="connsiteY16" fmla="*/ 4972050 h 4972050"/>
              <a:gd name="connsiteX17" fmla="*/ 16319758 w 18288000"/>
              <a:gd name="connsiteY17" fmla="*/ 4972050 h 4972050"/>
              <a:gd name="connsiteX18" fmla="*/ 15671800 w 18288000"/>
              <a:gd name="connsiteY18" fmla="*/ 4972050 h 4972050"/>
              <a:gd name="connsiteX19" fmla="*/ 14370526 w 18288000"/>
              <a:gd name="connsiteY19" fmla="*/ 4972050 h 4972050"/>
              <a:gd name="connsiteX20" fmla="*/ 13068300 w 18288000"/>
              <a:gd name="connsiteY20" fmla="*/ 4972050 h 4972050"/>
              <a:gd name="connsiteX21" fmla="*/ 10452100 w 18288000"/>
              <a:gd name="connsiteY21" fmla="*/ 4972050 h 4972050"/>
              <a:gd name="connsiteX22" fmla="*/ 7835900 w 18288000"/>
              <a:gd name="connsiteY22" fmla="*/ 4972050 h 4972050"/>
              <a:gd name="connsiteX23" fmla="*/ 6532563 w 18288000"/>
              <a:gd name="connsiteY23" fmla="*/ 4972050 h 4972050"/>
              <a:gd name="connsiteX24" fmla="*/ 5219700 w 18288000"/>
              <a:gd name="connsiteY24" fmla="*/ 4972050 h 4972050"/>
              <a:gd name="connsiteX25" fmla="*/ 2616200 w 18288000"/>
              <a:gd name="connsiteY25" fmla="*/ 4972050 h 4972050"/>
              <a:gd name="connsiteX26" fmla="*/ 1967052 w 18288000"/>
              <a:gd name="connsiteY26" fmla="*/ 4972050 h 4972050"/>
              <a:gd name="connsiteX27" fmla="*/ 1656013 w 18288000"/>
              <a:gd name="connsiteY27" fmla="*/ 4972050 h 4972050"/>
              <a:gd name="connsiteX28" fmla="*/ 1360647 w 18288000"/>
              <a:gd name="connsiteY28" fmla="*/ 4972050 h 4972050"/>
              <a:gd name="connsiteX29" fmla="*/ 1085937 w 18288000"/>
              <a:gd name="connsiteY29" fmla="*/ 4972050 h 4972050"/>
              <a:gd name="connsiteX30" fmla="*/ 836871 w 18288000"/>
              <a:gd name="connsiteY30" fmla="*/ 4972050 h 4972050"/>
              <a:gd name="connsiteX31" fmla="*/ 618433 w 18288000"/>
              <a:gd name="connsiteY31" fmla="*/ 4972050 h 4972050"/>
              <a:gd name="connsiteX32" fmla="*/ 435610 w 18288000"/>
              <a:gd name="connsiteY32" fmla="*/ 4972050 h 4972050"/>
              <a:gd name="connsiteX33" fmla="*/ 0 w 18288000"/>
              <a:gd name="connsiteY33" fmla="*/ 4972050 h 4972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18288000" h="4972050">
                <a:moveTo>
                  <a:pt x="0" y="0"/>
                </a:moveTo>
                <a:lnTo>
                  <a:pt x="431800" y="91500"/>
                </a:lnTo>
                <a:cubicBezTo>
                  <a:pt x="876300" y="189905"/>
                  <a:pt x="1741170" y="362545"/>
                  <a:pt x="2616200" y="737175"/>
                </a:cubicBezTo>
                <a:cubicBezTo>
                  <a:pt x="3479801" y="1104900"/>
                  <a:pt x="4354830" y="1657350"/>
                  <a:pt x="5219700" y="1657350"/>
                </a:cubicBezTo>
                <a:cubicBezTo>
                  <a:pt x="6096000" y="1657350"/>
                  <a:pt x="6967221" y="1104900"/>
                  <a:pt x="7835900" y="1013400"/>
                </a:cubicBezTo>
                <a:cubicBezTo>
                  <a:pt x="8712200" y="914995"/>
                  <a:pt x="9579610" y="1294805"/>
                  <a:pt x="10452100" y="1657350"/>
                </a:cubicBezTo>
                <a:cubicBezTo>
                  <a:pt x="11315700" y="2019895"/>
                  <a:pt x="12192000" y="2399705"/>
                  <a:pt x="13068300" y="2762250"/>
                </a:cubicBezTo>
                <a:cubicBezTo>
                  <a:pt x="13931900" y="3124795"/>
                  <a:pt x="14804390" y="3504605"/>
                  <a:pt x="15671800" y="3223201"/>
                </a:cubicBezTo>
                <a:cubicBezTo>
                  <a:pt x="16548100" y="2952155"/>
                  <a:pt x="17416780" y="2019895"/>
                  <a:pt x="17852390" y="1565850"/>
                </a:cubicBezTo>
                <a:lnTo>
                  <a:pt x="18288000" y="1104900"/>
                </a:lnTo>
                <a:lnTo>
                  <a:pt x="18288000" y="4972050"/>
                </a:lnTo>
                <a:lnTo>
                  <a:pt x="17856200" y="4972050"/>
                </a:lnTo>
                <a:lnTo>
                  <a:pt x="17670608" y="4972050"/>
                </a:lnTo>
                <a:lnTo>
                  <a:pt x="17450416" y="4972050"/>
                </a:lnTo>
                <a:lnTo>
                  <a:pt x="17200426" y="4972050"/>
                </a:lnTo>
                <a:lnTo>
                  <a:pt x="16925448" y="4972050"/>
                </a:lnTo>
                <a:lnTo>
                  <a:pt x="16630290" y="4972050"/>
                </a:lnTo>
                <a:lnTo>
                  <a:pt x="16319758" y="4972050"/>
                </a:lnTo>
                <a:lnTo>
                  <a:pt x="15671800" y="4972050"/>
                </a:lnTo>
                <a:lnTo>
                  <a:pt x="14370526" y="4972050"/>
                </a:lnTo>
                <a:lnTo>
                  <a:pt x="13068300" y="4972050"/>
                </a:lnTo>
                <a:lnTo>
                  <a:pt x="10452100" y="4972050"/>
                </a:lnTo>
                <a:lnTo>
                  <a:pt x="7835900" y="4972050"/>
                </a:lnTo>
                <a:lnTo>
                  <a:pt x="6532563" y="4972050"/>
                </a:lnTo>
                <a:lnTo>
                  <a:pt x="5219700" y="4972050"/>
                </a:lnTo>
                <a:lnTo>
                  <a:pt x="2616200" y="4972050"/>
                </a:lnTo>
                <a:lnTo>
                  <a:pt x="1967052" y="4972050"/>
                </a:lnTo>
                <a:lnTo>
                  <a:pt x="1656013" y="4972050"/>
                </a:lnTo>
                <a:lnTo>
                  <a:pt x="1360647" y="4972050"/>
                </a:lnTo>
                <a:lnTo>
                  <a:pt x="1085937" y="4972050"/>
                </a:lnTo>
                <a:lnTo>
                  <a:pt x="836871" y="4972050"/>
                </a:lnTo>
                <a:lnTo>
                  <a:pt x="618433" y="4972050"/>
                </a:lnTo>
                <a:lnTo>
                  <a:pt x="435610" y="4972050"/>
                </a:lnTo>
                <a:lnTo>
                  <a:pt x="0" y="4972050"/>
                </a:lnTo>
                <a:close/>
              </a:path>
            </a:pathLst>
          </a:cu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560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9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03821" y="0"/>
            <a:ext cx="3188179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9" name="Title 4">
            <a:extLst>
              <a:ext uri="{FF2B5EF4-FFF2-40B4-BE49-F238E27FC236}">
                <a16:creationId xmlns:a16="http://schemas.microsoft.com/office/drawing/2014/main" id="{FB5268E0-107A-4C2A-AE10-D7A100ECE3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3996988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9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10F00EBF-B287-4A97-94A2-58659FC1210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627888"/>
            <a:ext cx="5486400" cy="5608320"/>
          </a:xfrm>
          <a:prstGeom prst="roundRect">
            <a:avLst>
              <a:gd name="adj" fmla="val 3164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69748592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2438400" y="1603248"/>
            <a:ext cx="3657600" cy="36576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358376392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BCD71B4B-B307-408C-AF40-6BE34132874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918960" y="2426742"/>
            <a:ext cx="4078223" cy="2743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6991B3E-5992-4C30-9C53-3AB54D37F8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774192"/>
            <a:ext cx="10668001" cy="609600"/>
          </a:xfrm>
          <a:prstGeom prst="rect">
            <a:avLst/>
          </a:prstGeom>
        </p:spPr>
        <p:txBody>
          <a:bodyPr anchor="ctr"/>
          <a:lstStyle>
            <a:lvl1pPr marL="0" algn="ctr" defTabSz="914446" rtl="0" eaLnBrk="1" latinLnBrk="0" hangingPunct="1">
              <a:defRPr lang="en-US" sz="4400" kern="1200" dirty="0">
                <a:solidFill>
                  <a:schemeClr val="bg1"/>
                </a:soli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 indent="0" algn="ctr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YOUR TITLE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1BCF9BE1-EC04-4B8E-9B3A-8527507F725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73400" y="396240"/>
            <a:ext cx="6045200" cy="35560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en-UA" sz="1867" kern="1200" spc="333" dirty="0">
                <a:solidFill>
                  <a:schemeClr val="tx2"/>
                </a:solidFill>
                <a:latin typeface="Montserrat" panose="00000500000000000000" pitchFamily="2" charset="0"/>
                <a:ea typeface="Roboto Thin" pitchFamily="2" charset="0"/>
                <a:cs typeface="+mn-cs"/>
              </a:defRPr>
            </a:lvl1pPr>
          </a:lstStyle>
          <a:p>
            <a:pPr marL="0" lvl="0" algn="ctr" defTabSz="914446" rtl="0" eaLnBrk="1" latinLnBrk="0" hangingPunct="1"/>
            <a:r>
              <a:rPr lang="en-UA" dirty="0"/>
              <a:t>YOUR SUBTITLE</a:t>
            </a:r>
          </a:p>
        </p:txBody>
      </p:sp>
    </p:spTree>
    <p:extLst>
      <p:ext uri="{BB962C8B-B14F-4D97-AF65-F5344CB8AC3E}">
        <p14:creationId xmlns:p14="http://schemas.microsoft.com/office/powerpoint/2010/main" val="2641511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BCD71B4B-B307-408C-AF40-6BE34132874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94817" y="2426742"/>
            <a:ext cx="4078223" cy="2743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400043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19814AC4-74A4-493C-B3E1-FA832232AF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184403" y="3919381"/>
            <a:ext cx="3088637" cy="2077559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CF8F8440-C5A5-4AF8-8F8A-3BA5B158F99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918960" y="1127531"/>
            <a:ext cx="3088637" cy="2077559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246975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2420CF65-F5F8-4E58-88D4-96A7FF8EDE3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627888"/>
            <a:ext cx="5486400" cy="5608320"/>
          </a:xfrm>
          <a:prstGeom prst="roundRect">
            <a:avLst>
              <a:gd name="adj" fmla="val 3673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11123108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2"/>
          <p:cNvSpPr>
            <a:spLocks noGrp="1"/>
          </p:cNvSpPr>
          <p:nvPr>
            <p:ph type="pic" sz="quarter" idx="11"/>
          </p:nvPr>
        </p:nvSpPr>
        <p:spPr>
          <a:xfrm>
            <a:off x="1688592" y="1675384"/>
            <a:ext cx="1804416" cy="1804416"/>
          </a:xfrm>
          <a:prstGeom prst="roundRect">
            <a:avLst>
              <a:gd name="adj" fmla="val 8925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F63D903-2C79-4845-B9F0-F48F4CAC91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2060584165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2DB4F3EC-6FA6-4607-B645-7D3F2258AE2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206100" y="2539400"/>
            <a:ext cx="1779800" cy="1779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896841DE-F57D-4FFA-B2B4-844AE25D7DD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3250" y="2539400"/>
            <a:ext cx="1779800" cy="1779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A96FD531-41C1-429F-981E-C03DFE4D2EA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978950" y="2539400"/>
            <a:ext cx="1779800" cy="1779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521954561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3C9C7632-F851-49E5-B077-28366D421B3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599" y="627888"/>
            <a:ext cx="5486400" cy="5608320"/>
          </a:xfrm>
          <a:prstGeom prst="roundRect">
            <a:avLst>
              <a:gd name="adj" fmla="val 3673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851839669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/>
          <p:cNvSpPr>
            <a:spLocks noGrp="1"/>
          </p:cNvSpPr>
          <p:nvPr>
            <p:ph type="pic" sz="quarter" idx="11"/>
          </p:nvPr>
        </p:nvSpPr>
        <p:spPr>
          <a:xfrm>
            <a:off x="2182368" y="1752600"/>
            <a:ext cx="963168" cy="963168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2"/>
          </p:nvPr>
        </p:nvSpPr>
        <p:spPr>
          <a:xfrm>
            <a:off x="9186672" y="3752088"/>
            <a:ext cx="963168" cy="963168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40895BE1-F501-4DA6-BAC7-1628FD1F77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1126732252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1853184" y="2151888"/>
            <a:ext cx="1219200" cy="12192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19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6742176" y="2151888"/>
            <a:ext cx="1219200" cy="12192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23153593-CEED-43D7-8481-1C18D9F0B6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922737273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1773936" y="1432560"/>
            <a:ext cx="1828800" cy="1828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8095E9E-7213-4071-833B-F76EE6B46E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1031764770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0" y="1"/>
            <a:ext cx="12192000" cy="3425371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17481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36000" y="0"/>
            <a:ext cx="405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82271163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0" y="1"/>
            <a:ext cx="12192000" cy="3425371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7546306-BB2E-C745-BE62-0F61AFAAA1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9500" y="1596153"/>
            <a:ext cx="10033000" cy="609600"/>
          </a:xfrm>
          <a:prstGeom prst="rect">
            <a:avLst/>
          </a:prstGeom>
        </p:spPr>
        <p:txBody>
          <a:bodyPr anchor="ctr"/>
          <a:lstStyle>
            <a:lvl1pPr marL="0" algn="ctr" defTabSz="914446" rtl="0" eaLnBrk="1" latinLnBrk="0" hangingPunct="1">
              <a:defRPr lang="en-US" sz="4400" kern="1200" dirty="0">
                <a:solidFill>
                  <a:schemeClr val="tx1"/>
                </a:soli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 indent="0" algn="ctr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YOUR 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C02C6C-381F-CE48-B1C7-45378DCAA98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79500" y="1218201"/>
            <a:ext cx="10033000" cy="35560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en-UA" sz="1867" kern="1200" spc="333" dirty="0">
                <a:solidFill>
                  <a:srgbClr val="858591"/>
                </a:solidFill>
                <a:latin typeface="Montserrat" panose="00000500000000000000" pitchFamily="2" charset="0"/>
                <a:ea typeface="Roboto Thin" pitchFamily="2" charset="0"/>
                <a:cs typeface="+mn-cs"/>
              </a:defRPr>
            </a:lvl1pPr>
          </a:lstStyle>
          <a:p>
            <a:pPr marL="0" lvl="0" algn="ctr" defTabSz="914446" rtl="0" eaLnBrk="1" latinLnBrk="0" hangingPunct="1"/>
            <a:r>
              <a:rPr lang="en-UA" dirty="0"/>
              <a:t>YOUR SUBTITLE</a:t>
            </a:r>
          </a:p>
        </p:txBody>
      </p:sp>
    </p:spTree>
    <p:extLst>
      <p:ext uri="{BB962C8B-B14F-4D97-AF65-F5344CB8AC3E}">
        <p14:creationId xmlns:p14="http://schemas.microsoft.com/office/powerpoint/2010/main" val="3695270040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88B5C77-6E87-4CF4-9817-CE6C928B7F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12191999" cy="3937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153F44B-F8DD-4AF0-9746-A6E6D1B4BA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600" y="1521149"/>
            <a:ext cx="9499600" cy="609600"/>
          </a:xfrm>
          <a:prstGeom prst="rect">
            <a:avLst/>
          </a:prstGeom>
        </p:spPr>
        <p:txBody>
          <a:bodyPr anchor="ctr"/>
          <a:lstStyle>
            <a:lvl1pPr marL="0" algn="l" defTabSz="914446" rtl="0" eaLnBrk="1" latinLnBrk="0" hangingPunct="1">
              <a:defRPr lang="en-US" sz="4400" kern="1200" dirty="0">
                <a:solidFill>
                  <a:schemeClr val="tx1"/>
                </a:soli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 indent="0" algn="ctr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YOUR TITLE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FC0693EC-ECEC-45D9-A0CD-3062924AC7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71600" y="1143197"/>
            <a:ext cx="9499600" cy="355601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lang="en-UA" sz="1867" kern="1200" spc="333" dirty="0">
                <a:solidFill>
                  <a:srgbClr val="858591"/>
                </a:solidFill>
                <a:latin typeface="Montserrat" panose="00000500000000000000" pitchFamily="2" charset="0"/>
                <a:ea typeface="Roboto Thin" pitchFamily="2" charset="0"/>
                <a:cs typeface="+mn-cs"/>
              </a:defRPr>
            </a:lvl1pPr>
          </a:lstStyle>
          <a:p>
            <a:pPr marL="0" lvl="0" algn="ctr" defTabSz="914446" rtl="0" eaLnBrk="1" latinLnBrk="0" hangingPunct="1"/>
            <a:r>
              <a:rPr lang="en-UA" dirty="0"/>
              <a:t>YOUR SUBTITLE</a:t>
            </a:r>
          </a:p>
        </p:txBody>
      </p:sp>
    </p:spTree>
    <p:extLst>
      <p:ext uri="{BB962C8B-B14F-4D97-AF65-F5344CB8AC3E}">
        <p14:creationId xmlns:p14="http://schemas.microsoft.com/office/powerpoint/2010/main" val="3667986243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0" y="1725168"/>
            <a:ext cx="12192000" cy="231648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5B7ED05-6BE5-404E-B123-A15F21DCA5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774192"/>
            <a:ext cx="10668001" cy="609600"/>
          </a:xfrm>
          <a:prstGeom prst="rect">
            <a:avLst/>
          </a:prstGeom>
        </p:spPr>
        <p:txBody>
          <a:bodyPr anchor="ctr"/>
          <a:lstStyle>
            <a:lvl1pPr marL="0" algn="ctr" defTabSz="914446" rtl="0" eaLnBrk="1" latinLnBrk="0" hangingPunct="1">
              <a:defRPr lang="en-US" sz="4400" kern="1200" dirty="0">
                <a:solidFill>
                  <a:schemeClr val="bg1"/>
                </a:soli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 indent="0" algn="ctr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YOUR TITLE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29C676B4-FAF3-0D4E-83C5-9499FF8D7F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2000" y="396240"/>
            <a:ext cx="10668001" cy="35560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en-UA" sz="1867" kern="1200" spc="333" dirty="0">
                <a:solidFill>
                  <a:schemeClr val="accent1"/>
                </a:solidFill>
                <a:latin typeface="Montserrat" panose="00000500000000000000" pitchFamily="2" charset="0"/>
                <a:ea typeface="Roboto Thin" pitchFamily="2" charset="0"/>
                <a:cs typeface="+mn-cs"/>
              </a:defRPr>
            </a:lvl1pPr>
          </a:lstStyle>
          <a:p>
            <a:pPr marL="0" lvl="0" algn="ctr" defTabSz="914446" rtl="0" eaLnBrk="1" latinLnBrk="0" hangingPunct="1"/>
            <a:r>
              <a:rPr lang="en-UA" dirty="0"/>
              <a:t>YOUR SUBTITLE</a:t>
            </a:r>
          </a:p>
        </p:txBody>
      </p:sp>
    </p:spTree>
    <p:extLst>
      <p:ext uri="{BB962C8B-B14F-4D97-AF65-F5344CB8AC3E}">
        <p14:creationId xmlns:p14="http://schemas.microsoft.com/office/powerpoint/2010/main" val="2098710114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5CEA750A-677F-43CA-8A48-7AE6C2E6581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724400" y="624840"/>
            <a:ext cx="6858000" cy="5608320"/>
          </a:xfrm>
          <a:prstGeom prst="roundRect">
            <a:avLst>
              <a:gd name="adj" fmla="val 3727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73903721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7A86A2D-80E2-48E5-B1F6-4F8C81EE134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" y="624840"/>
            <a:ext cx="6858000" cy="5608320"/>
          </a:xfrm>
          <a:prstGeom prst="roundRect">
            <a:avLst>
              <a:gd name="adj" fmla="val 3555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101473768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656E0239-9422-4FA9-9150-3458629F0DC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724400" y="627888"/>
            <a:ext cx="6858000" cy="5608320"/>
          </a:xfrm>
          <a:prstGeom prst="roundRect">
            <a:avLst>
              <a:gd name="adj" fmla="val 3727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937436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  <p15:guide id="3" pos="4464">
          <p15:clr>
            <a:srgbClr val="FBAE40"/>
          </p15:clr>
        </p15:guide>
        <p15:guide id="4" pos="3888">
          <p15:clr>
            <a:srgbClr val="FBAE40"/>
          </p15:clr>
        </p15:guide>
      </p15:sldGuideLst>
    </p:ext>
  </p:extLst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656E0239-9422-4FA9-9150-3458629F0DC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" y="627888"/>
            <a:ext cx="6858000" cy="5614416"/>
          </a:xfrm>
          <a:prstGeom prst="roundRect">
            <a:avLst>
              <a:gd name="adj" fmla="val 3569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628110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  <p15:guide id="3" pos="7056">
          <p15:clr>
            <a:srgbClr val="FBAE40"/>
          </p15:clr>
        </p15:guide>
        <p15:guide id="4" pos="4464">
          <p15:clr>
            <a:srgbClr val="FBAE40"/>
          </p15:clr>
        </p15:guide>
        <p15:guide id="5" pos="4896">
          <p15:clr>
            <a:srgbClr val="FBAE40"/>
          </p15:clr>
        </p15:guide>
        <p15:guide id="6" pos="6624">
          <p15:clr>
            <a:srgbClr val="FBAE40"/>
          </p15:clr>
        </p15:guide>
        <p15:guide id="7" pos="7632">
          <p15:clr>
            <a:srgbClr val="FBAE40"/>
          </p15:clr>
        </p15:guide>
        <p15:guide id="8" pos="3888">
          <p15:clr>
            <a:srgbClr val="FBAE40"/>
          </p15:clr>
        </p15:guide>
      </p15:sldGuideLst>
    </p:ext>
  </p:extLst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1C3E2DFA-1AA1-3047-A37A-1FEEBC864A21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1752848" y="2254207"/>
            <a:ext cx="2346960" cy="234696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C9614C9E-3D8C-47CB-8BCB-66D98B2EC0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3972396810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D0906F3F-9F31-494A-9B02-61233BD7CCBD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1905000" y="1622701"/>
            <a:ext cx="1524000" cy="15240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1C3E2DFA-1AA1-3047-A37A-1FEEBC864A21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1905000" y="3711299"/>
            <a:ext cx="1524000" cy="15240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510F5D02-55ED-4EA4-B7B3-347E95140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2301095427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6EDA7AB7-33DF-BD46-AB8B-02E37949E421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1165693" y="2801874"/>
            <a:ext cx="1255776" cy="1255776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16B7D76E-9414-3045-81FD-7BEF4A9AEA78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1165693" y="4356033"/>
            <a:ext cx="1255776" cy="1255776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D0906F3F-9F31-494A-9B02-61233BD7CCBD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1165693" y="1246192"/>
            <a:ext cx="1255776" cy="1255776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2B903F16-A6BA-4DF7-ABFF-05463A2A30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2847201591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1C3E2DFA-1AA1-3047-A37A-1FEEBC864A21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2520293" y="1669806"/>
            <a:ext cx="2023872" cy="2023872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AD3264B4-0A33-0F42-B162-461C536D5376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7337259" y="1669806"/>
            <a:ext cx="2023872" cy="2023872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0582B724-2DE7-4DD8-8B83-2D7CA97BFC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3492689802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1C3E2DFA-1AA1-3047-A37A-1FEEBC864A21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1787160" y="1643817"/>
            <a:ext cx="1828800" cy="1828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00D1B728-F65B-1049-A423-4018D50F1E2D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5139455" y="1643817"/>
            <a:ext cx="1828800" cy="1828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E925699-281D-D34C-8E74-602EA1212DED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8529155" y="1643817"/>
            <a:ext cx="1828800" cy="1828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279620E3-E26D-468F-A5AA-E9B9AE5E97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3763589239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02B1CD80-073E-FC48-97A5-FEE449811055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1167871" y="1880074"/>
            <a:ext cx="1828800" cy="1828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3461EC8E-8C72-EE43-B452-AB416A04E632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3843691" y="1880074"/>
            <a:ext cx="1828800" cy="1828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2754217B-17E2-0C41-BF2A-2295F77DD588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6519510" y="1880074"/>
            <a:ext cx="1828800" cy="1828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6A1C50D3-A699-074D-961E-9E2391BED581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9195329" y="1880074"/>
            <a:ext cx="1828800" cy="1828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A160751B-E67B-4E08-9503-4B1526F252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4106811289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7217D4CB-A698-D74A-A732-CB04DCE47B70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1473661" y="3649240"/>
            <a:ext cx="1450848" cy="1450848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A0A7330D-6470-8E48-AB41-17C032110911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6463790" y="1757912"/>
            <a:ext cx="1450848" cy="1450848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D340C943-4790-9348-93AD-9486360732E2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6463790" y="3649240"/>
            <a:ext cx="1450848" cy="1450848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D0906F3F-9F31-494A-9B02-61233BD7CCBD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1473661" y="1757912"/>
            <a:ext cx="1450848" cy="1450848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7E9D3BE8-D975-43CB-A997-BE76A4E242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3885303082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331383DF-C87E-DD43-9830-5DB32A4F8CAA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5583323" y="1279273"/>
            <a:ext cx="1018032" cy="1018032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30162CC3-F132-3B46-BD96-27CA8DA6B91C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2144268" y="3680196"/>
            <a:ext cx="1018032" cy="1018032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0656FEB2-C81F-E94C-9846-796BCD57E2B0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9025023" y="1279273"/>
            <a:ext cx="1018032" cy="1018032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FF4EDF61-F78B-F943-94CD-411CA8869611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5583323" y="3680196"/>
            <a:ext cx="1018032" cy="1018032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4FBB1A8C-7C06-3242-900A-A8C878E1DC33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9025023" y="3680196"/>
            <a:ext cx="1018032" cy="1018032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D0906F3F-9F31-494A-9B02-61233BD7CCBD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2144268" y="1279273"/>
            <a:ext cx="1018032" cy="1018032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9" name="Title 4">
            <a:extLst>
              <a:ext uri="{FF2B5EF4-FFF2-40B4-BE49-F238E27FC236}">
                <a16:creationId xmlns:a16="http://schemas.microsoft.com/office/drawing/2014/main" id="{D42FB4DC-934D-4FE9-9A83-83D37D452D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27063221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4FBB1A8C-7C06-3242-900A-A8C878E1DC33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6900510" y="3815375"/>
            <a:ext cx="1066800" cy="1066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DE330097-3475-7242-98BA-D3B965F36BDF}"/>
              </a:ext>
            </a:extLst>
          </p:cNvPr>
          <p:cNvSpPr>
            <a:spLocks noGrp="1" noChangeAspect="1"/>
          </p:cNvSpPr>
          <p:nvPr>
            <p:ph type="pic" sz="quarter" idx="18"/>
          </p:nvPr>
        </p:nvSpPr>
        <p:spPr>
          <a:xfrm>
            <a:off x="9576329" y="3815375"/>
            <a:ext cx="1066800" cy="1066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CAAC40CD-44BD-C140-9CB1-D471FB8A579A}"/>
              </a:ext>
            </a:extLst>
          </p:cNvPr>
          <p:cNvSpPr>
            <a:spLocks noGrp="1" noChangeAspect="1"/>
          </p:cNvSpPr>
          <p:nvPr>
            <p:ph type="pic" sz="quarter" idx="19"/>
          </p:nvPr>
        </p:nvSpPr>
        <p:spPr>
          <a:xfrm>
            <a:off x="1548871" y="3815375"/>
            <a:ext cx="1066800" cy="1066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DB63F645-ED6B-1F4A-BED8-C1048B88523B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9576329" y="1442425"/>
            <a:ext cx="1066800" cy="1066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F50003B9-5949-F246-9F41-71D7880A258A}"/>
              </a:ext>
            </a:extLst>
          </p:cNvPr>
          <p:cNvSpPr>
            <a:spLocks noGrp="1" noChangeAspect="1"/>
          </p:cNvSpPr>
          <p:nvPr>
            <p:ph type="pic" sz="quarter" idx="21"/>
          </p:nvPr>
        </p:nvSpPr>
        <p:spPr>
          <a:xfrm>
            <a:off x="6900510" y="1442425"/>
            <a:ext cx="1066800" cy="1066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940D2A28-1E97-6840-9116-AD07E695925B}"/>
              </a:ext>
            </a:extLst>
          </p:cNvPr>
          <p:cNvSpPr>
            <a:spLocks noGrp="1" noChangeAspect="1"/>
          </p:cNvSpPr>
          <p:nvPr>
            <p:ph type="pic" sz="quarter" idx="22"/>
          </p:nvPr>
        </p:nvSpPr>
        <p:spPr>
          <a:xfrm>
            <a:off x="4224691" y="1442425"/>
            <a:ext cx="1066800" cy="1066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40628154-7FF5-BE49-899F-752D83B9F256}"/>
              </a:ext>
            </a:extLst>
          </p:cNvPr>
          <p:cNvSpPr>
            <a:spLocks noGrp="1" noChangeAspect="1"/>
          </p:cNvSpPr>
          <p:nvPr>
            <p:ph type="pic" sz="quarter" idx="23"/>
          </p:nvPr>
        </p:nvSpPr>
        <p:spPr>
          <a:xfrm>
            <a:off x="1548871" y="1442425"/>
            <a:ext cx="1066800" cy="1066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1BFBA4F4-63D3-1E4D-9452-31982FB2B824}"/>
              </a:ext>
            </a:extLst>
          </p:cNvPr>
          <p:cNvSpPr>
            <a:spLocks noGrp="1" noChangeAspect="1"/>
          </p:cNvSpPr>
          <p:nvPr>
            <p:ph type="pic" sz="quarter" idx="24"/>
          </p:nvPr>
        </p:nvSpPr>
        <p:spPr>
          <a:xfrm>
            <a:off x="4224691" y="3815375"/>
            <a:ext cx="1066800" cy="1066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1" name="Title 4">
            <a:extLst>
              <a:ext uri="{FF2B5EF4-FFF2-40B4-BE49-F238E27FC236}">
                <a16:creationId xmlns:a16="http://schemas.microsoft.com/office/drawing/2014/main" id="{A729D0A4-DE0B-4E0A-B74E-23B15CDEA4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3608863320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1219200" y="1600200"/>
            <a:ext cx="3657600" cy="36576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07AAEAE-A954-4785-B8AF-9A56B9FDD1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2581431328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7315200" y="1600200"/>
            <a:ext cx="3657600" cy="36576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F0710C5-3491-4F0E-BDCE-ED53142EB6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1894909415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59B98A-3E9B-4864-B1E6-6A9B088782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53484" y="888999"/>
            <a:ext cx="5080001" cy="5080001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172412244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59B98A-3E9B-4864-B1E6-6A9B088782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66489" y="888999"/>
            <a:ext cx="5080001" cy="5080001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94087512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59B98A-3E9B-4864-B1E6-6A9B088782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556000" y="888999"/>
            <a:ext cx="5080001" cy="5080001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39747530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C3F6C063-08F3-1546-91BE-0C6417D3C60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31825" y="1600200"/>
            <a:ext cx="6437376" cy="3657600"/>
          </a:xfrm>
          <a:prstGeom prst="rect">
            <a:avLst/>
          </a:prstGeom>
          <a:solidFill>
            <a:schemeClr val="bg2">
              <a:lumMod val="25000"/>
            </a:schemeClr>
          </a:solidFill>
          <a:effectLst>
            <a:outerShdw blurRad="635000" dist="254000" dir="8100000" algn="tl" rotWithShape="0">
              <a:prstClr val="black">
                <a:alpha val="40000"/>
              </a:prstClr>
            </a:outerShdw>
          </a:effectLst>
          <a:scene3d>
            <a:camera prst="perspectiveLeft" fov="1800000">
              <a:rot lat="0" lon="19800000" rev="0"/>
            </a:camera>
            <a:lightRig rig="threePt" dir="t"/>
          </a:scene3d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18FADB5-BBC6-48B8-BAD5-05E17CCF08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3144807126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5F1AB134-5D41-4117-B99A-536237A54A8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22799" y="1618488"/>
            <a:ext cx="6437376" cy="3657600"/>
          </a:xfrm>
          <a:prstGeom prst="rect">
            <a:avLst/>
          </a:prstGeom>
          <a:solidFill>
            <a:schemeClr val="bg2">
              <a:lumMod val="25000"/>
            </a:schemeClr>
          </a:solidFill>
          <a:effectLst>
            <a:outerShdw blurRad="635000" dist="254000" dir="2700000" algn="tl" rotWithShape="0">
              <a:prstClr val="black">
                <a:alpha val="40000"/>
              </a:prstClr>
            </a:outerShdw>
          </a:effectLst>
          <a:scene3d>
            <a:camera prst="perspectiveLeft" fov="1800000">
              <a:rot lat="0" lon="1800000" rev="0"/>
            </a:camera>
            <a:lightRig rig="threePt" dir="t"/>
          </a:scene3d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0A104048-5402-45D2-9482-F49ACFEF33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2803814858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6E47E6BA-2686-48D6-A506-1873E70E263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14400" y="1295400"/>
            <a:ext cx="4267200" cy="4267200"/>
          </a:xfrm>
          <a:prstGeom prst="roundRect">
            <a:avLst>
              <a:gd name="adj" fmla="val 5060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7571E55-D3A1-479B-9E8A-3662F061B4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911754719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sz="quarter" idx="11"/>
          </p:nvPr>
        </p:nvSpPr>
        <p:spPr>
          <a:xfrm>
            <a:off x="7010400" y="1295400"/>
            <a:ext cx="4267200" cy="4267200"/>
          </a:xfrm>
          <a:prstGeom prst="roundRect">
            <a:avLst>
              <a:gd name="adj" fmla="val 4762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19D240D1-01A3-480D-8E3F-3E310C16BE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1588065746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05384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38519374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4069080" y="0"/>
            <a:ext cx="405384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69429381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9F1E531-B369-48BB-9BCA-0AF303B914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429000"/>
            <a:ext cx="8836085" cy="3429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0904B0A5-4D0D-4B3C-81C6-D2A780190B3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836085" y="3429000"/>
            <a:ext cx="3355915" cy="3429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 dirty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7355243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10363200" cy="4013200"/>
          </a:xfrm>
          <a:prstGeom prst="roundRect">
            <a:avLst>
              <a:gd name="adj" fmla="val 3873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615593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2968164A-D4D9-413F-B806-727380F363A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286001" y="0"/>
            <a:ext cx="9905999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415348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2968164A-D4D9-413F-B806-727380F363A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286000" y="0"/>
            <a:ext cx="609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534320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656E0239-9422-4FA9-9150-3458629F0DC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724400" y="0"/>
            <a:ext cx="74676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304166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  <p15:guide id="3" pos="4464">
          <p15:clr>
            <a:srgbClr val="FBAE40"/>
          </p15:clr>
        </p15:guide>
        <p15:guide id="4" pos="3888">
          <p15:clr>
            <a:srgbClr val="FBAE40"/>
          </p15:clr>
        </p15:guide>
      </p15:sldGuideLst>
    </p:ext>
  </p:extLst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656E0239-9422-4FA9-9150-3458629F0DC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74676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810896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  <p15:guide id="3" pos="7056">
          <p15:clr>
            <a:srgbClr val="FBAE40"/>
          </p15:clr>
        </p15:guide>
        <p15:guide id="4" pos="4464">
          <p15:clr>
            <a:srgbClr val="FBAE40"/>
          </p15:clr>
        </p15:guide>
        <p15:guide id="5" pos="4896">
          <p15:clr>
            <a:srgbClr val="FBAE40"/>
          </p15:clr>
        </p15:guide>
        <p15:guide id="6" pos="6624">
          <p15:clr>
            <a:srgbClr val="FBAE40"/>
          </p15:clr>
        </p15:guide>
        <p15:guide id="7" pos="7632">
          <p15:clr>
            <a:srgbClr val="FBAE40"/>
          </p15:clr>
        </p15:guide>
        <p15:guide id="8" pos="3888">
          <p15:clr>
            <a:srgbClr val="FBAE40"/>
          </p15:clr>
        </p15:guide>
      </p15:sldGuideLst>
    </p:ext>
  </p:extLst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ADB39397-71E6-4819-B00B-7887732586A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828800" y="624840"/>
            <a:ext cx="4876800" cy="560832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561349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6070600" y="-1955800"/>
            <a:ext cx="6959600" cy="69596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30621032"/>
      </p:ext>
    </p:extLst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-1066800" y="1397000"/>
            <a:ext cx="6959600" cy="69596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1840936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914400" y="1193800"/>
            <a:ext cx="3048000" cy="30480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19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4575175" y="1193800"/>
            <a:ext cx="3048000" cy="30480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20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8229600" y="1193800"/>
            <a:ext cx="3048000" cy="30480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22BF8193-0CDD-4864-9D8F-6BF6C41830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900160254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0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7F3A2F40-EC73-4B00-9925-A5C91233C4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341880" y="1593427"/>
            <a:ext cx="1679787" cy="3626273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600"/>
            </a:lvl1pPr>
          </a:lstStyle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50984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0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5F1AB134-5D41-4117-B99A-536237A54A8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16800" y="2025000"/>
            <a:ext cx="6052800" cy="2808000"/>
          </a:xfrm>
          <a:prstGeom prst="rect">
            <a:avLst/>
          </a:prstGeom>
          <a:solidFill>
            <a:schemeClr val="accent1"/>
          </a:solidFill>
          <a:scene3d>
            <a:camera prst="perspectiveLeft" fov="1800000">
              <a:rot lat="0" lon="1800000" rev="0"/>
            </a:camera>
            <a:lightRig rig="threePt" dir="t"/>
          </a:scene3d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7963169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0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7F3A2F40-EC73-4B00-9925-A5C91233C4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633440" y="2143760"/>
            <a:ext cx="5571067" cy="25908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600"/>
            </a:lvl1pPr>
          </a:lstStyle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19228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0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7F3A2F40-EC73-4B00-9925-A5C91233C4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750907" y="1593427"/>
            <a:ext cx="1679787" cy="3626273"/>
          </a:xfrm>
          <a:prstGeom prst="rect">
            <a:avLst/>
          </a:prstGeom>
          <a:solidFill>
            <a:schemeClr val="accent1"/>
          </a:solidFill>
          <a:scene3d>
            <a:camera prst="perspectiveRight"/>
            <a:lightRig rig="threePt" dir="t"/>
          </a:scene3d>
        </p:spPr>
        <p:txBody>
          <a:bodyPr/>
          <a:lstStyle>
            <a:lvl1pPr>
              <a:defRPr sz="1600"/>
            </a:lvl1pPr>
          </a:lstStyle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9010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0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7F3A2F40-EC73-4B00-9925-A5C91233C4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256107" y="1593427"/>
            <a:ext cx="1679787" cy="3626273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600"/>
            </a:lvl1pPr>
          </a:lstStyle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22293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06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7F3A2F40-EC73-4B00-9925-A5C91233C4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48441" y="1593427"/>
            <a:ext cx="1679787" cy="3626273"/>
          </a:xfrm>
          <a:prstGeom prst="rect">
            <a:avLst/>
          </a:prstGeom>
          <a:solidFill>
            <a:schemeClr val="accent1"/>
          </a:solidFill>
          <a:scene3d>
            <a:camera prst="perspectiveLeft"/>
            <a:lightRig rig="threePt" dir="t"/>
          </a:scene3d>
        </p:spPr>
        <p:txBody>
          <a:bodyPr/>
          <a:lstStyle>
            <a:lvl1pPr>
              <a:defRPr sz="1600"/>
            </a:lvl1pPr>
          </a:lstStyle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81953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07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51555F-A749-4DD4-A2C9-97141F2B95C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 rot="20280000">
            <a:off x="2973600" y="1454400"/>
            <a:ext cx="1464000" cy="3806400"/>
          </a:xfrm>
          <a:prstGeom prst="roundRect">
            <a:avLst>
              <a:gd name="adj" fmla="val 4833"/>
            </a:avLst>
          </a:prstGeom>
          <a:ln>
            <a:noFill/>
          </a:ln>
          <a:scene3d>
            <a:camera prst="perspectiveHeroicExtremeRightFacing" fov="4800000">
              <a:rot lat="449632" lon="20136784" rev="239998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138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08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5">
            <a:extLst>
              <a:ext uri="{FF2B5EF4-FFF2-40B4-BE49-F238E27FC236}">
                <a16:creationId xmlns:a16="http://schemas.microsoft.com/office/drawing/2014/main" id="{3605473E-2685-4DD2-B159-832979DD71B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976800" y="2119200"/>
            <a:ext cx="1383792" cy="2473967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333"/>
            </a:lvl1pPr>
          </a:lstStyle>
          <a:p>
            <a:endParaRPr lang="uk-UA"/>
          </a:p>
        </p:txBody>
      </p:sp>
      <p:sp>
        <p:nvSpPr>
          <p:cNvPr id="18" name="Picture Placeholder 5">
            <a:extLst>
              <a:ext uri="{FF2B5EF4-FFF2-40B4-BE49-F238E27FC236}">
                <a16:creationId xmlns:a16="http://schemas.microsoft.com/office/drawing/2014/main" id="{0148B9DC-A940-406F-8289-9160A7A1D22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93600" y="2119200"/>
            <a:ext cx="1383792" cy="2473967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333"/>
            </a:lvl1pPr>
          </a:lstStyle>
          <a:p>
            <a:endParaRPr lang="uk-UA"/>
          </a:p>
        </p:txBody>
      </p:sp>
      <p:sp>
        <p:nvSpPr>
          <p:cNvPr id="19" name="Picture Placeholder 5">
            <a:extLst>
              <a:ext uri="{FF2B5EF4-FFF2-40B4-BE49-F238E27FC236}">
                <a16:creationId xmlns:a16="http://schemas.microsoft.com/office/drawing/2014/main" id="{58BAED62-30A9-452C-B3E4-5A4C68AFA17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661600" y="1924800"/>
            <a:ext cx="1615440" cy="2877312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333"/>
            </a:lvl1pPr>
          </a:lstStyle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29201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0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5357320" y="2875184"/>
            <a:ext cx="2621280" cy="4701273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uk-UA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9970540" y="2875184"/>
            <a:ext cx="2621280" cy="4701273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uk-UA"/>
          </a:p>
        </p:txBody>
      </p:sp>
      <p:sp>
        <p:nvSpPr>
          <p:cNvPr id="4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7424928" y="2468880"/>
            <a:ext cx="3072384" cy="5437632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283886625"/>
      </p:ext>
    </p:extLst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10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CB33D3-7FC6-4DC2-95EB-12F4AD78CA3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 rot="1560000">
            <a:off x="6746400" y="861600"/>
            <a:ext cx="2076000" cy="434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lang="en-US" sz="12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en-US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AA503DBF-31C9-46D2-A64C-C4773F44019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rot="1560000">
            <a:off x="10056879" y="-286059"/>
            <a:ext cx="2076000" cy="434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lang="en-US" sz="12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en-US" dirty="0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F9F14B78-D072-4B88-9606-DAB6CF65255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 rot="1560000">
            <a:off x="7970110" y="3972324"/>
            <a:ext cx="2076000" cy="434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lang="en-US" sz="12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en-US" dirty="0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92133701-B06D-438C-AF1A-FD2E103A9D7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 rot="1560000">
            <a:off x="10835229" y="3724358"/>
            <a:ext cx="2076000" cy="434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lang="en-US" sz="12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5040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1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7F3A2F40-EC73-4B00-9925-A5C91233C4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759200" y="1480800"/>
            <a:ext cx="1588800" cy="34272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600"/>
            </a:lvl1pPr>
          </a:lstStyle>
          <a:p>
            <a:endParaRPr lang="uk-UA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0AA2FCE-A6A5-40C5-9FC5-A8F862ED5D0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222400" y="1480800"/>
            <a:ext cx="1588800" cy="34272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600"/>
            </a:lvl1pPr>
          </a:lstStyle>
          <a:p>
            <a:endParaRPr lang="uk-UA"/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1EE707F1-1BDF-437A-A38C-27FC7F39433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85600" y="1480800"/>
            <a:ext cx="1588800" cy="34272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600"/>
            </a:lvl1pPr>
          </a:lstStyle>
          <a:p>
            <a:endParaRPr lang="uk-UA"/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A51DB854-9C07-4915-8532-69CA2309261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148800" y="1480800"/>
            <a:ext cx="1588800" cy="34272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600"/>
            </a:lvl1pPr>
          </a:lstStyle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210480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1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7F3A2F40-EC73-4B00-9925-A5C91233C4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759200" y="1651000"/>
            <a:ext cx="1588800" cy="34272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600"/>
            </a:lvl1pPr>
          </a:lstStyle>
          <a:p>
            <a:endParaRPr lang="uk-UA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0AA2FCE-A6A5-40C5-9FC5-A8F862ED5D0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222400" y="1651000"/>
            <a:ext cx="1588800" cy="34272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600"/>
            </a:lvl1pPr>
          </a:lstStyle>
          <a:p>
            <a:endParaRPr lang="uk-UA"/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1EE707F1-1BDF-437A-A38C-27FC7F39433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85600" y="1651000"/>
            <a:ext cx="1588800" cy="34272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600"/>
            </a:lvl1pPr>
          </a:lstStyle>
          <a:p>
            <a:endParaRPr lang="uk-UA"/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A51DB854-9C07-4915-8532-69CA2309261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148800" y="1651000"/>
            <a:ext cx="1588800" cy="34272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600"/>
            </a:lvl1pPr>
          </a:lstStyle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67318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1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5">
            <a:extLst>
              <a:ext uri="{FF2B5EF4-FFF2-40B4-BE49-F238E27FC236}">
                <a16:creationId xmlns:a16="http://schemas.microsoft.com/office/drawing/2014/main" id="{C1076E93-A81C-48AD-A313-F9508C334FC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737360" y="1999488"/>
            <a:ext cx="2487168" cy="332232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14304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1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0EF940-579A-4520-8BE8-93695193167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98400" y="1361440"/>
            <a:ext cx="3134783" cy="41656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338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1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8D99A39A-AA1D-4BDE-98F1-B3A30A1DAFF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37300" y="1828800"/>
            <a:ext cx="4025900" cy="300990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40757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16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6870192" y="932688"/>
            <a:ext cx="6644640" cy="4980432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92617632"/>
      </p:ext>
    </p:extLst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17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sz="quarter" idx="10"/>
          </p:nvPr>
        </p:nvSpPr>
        <p:spPr>
          <a:xfrm rot="1800000">
            <a:off x="3547872" y="-4718304"/>
            <a:ext cx="9796272" cy="7418832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21315269"/>
      </p:ext>
    </p:extLst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18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1A3DE550-6E56-4588-A5FD-D80A056A9D1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94984" y="1612865"/>
            <a:ext cx="5456916" cy="337823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7033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1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C59725EF-3921-4A02-B0D1-A587E3AF6FF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63215" y="2270725"/>
            <a:ext cx="3523827" cy="2169671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254708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20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5">
            <a:extLst>
              <a:ext uri="{FF2B5EF4-FFF2-40B4-BE49-F238E27FC236}">
                <a16:creationId xmlns:a16="http://schemas.microsoft.com/office/drawing/2014/main" id="{C13FD29A-8BBA-4425-88CD-DF5868D56B5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700820" y="1370661"/>
            <a:ext cx="5959024" cy="367662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129739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C59725EF-3921-4A02-B0D1-A587E3AF6FF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720932" y="2061668"/>
            <a:ext cx="4202896" cy="258778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8463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2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5D560B-D2F9-4F71-BAEC-8B2E8D1C89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38901" y="1419226"/>
            <a:ext cx="4504267" cy="3466041"/>
          </a:xfrm>
          <a:custGeom>
            <a:avLst/>
            <a:gdLst>
              <a:gd name="connsiteX0" fmla="*/ 0 w 5918200"/>
              <a:gd name="connsiteY0" fmla="*/ 0 h 3916362"/>
              <a:gd name="connsiteX1" fmla="*/ 5918200 w 5918200"/>
              <a:gd name="connsiteY1" fmla="*/ 0 h 3916362"/>
              <a:gd name="connsiteX2" fmla="*/ 5918200 w 5918200"/>
              <a:gd name="connsiteY2" fmla="*/ 3916362 h 3916362"/>
              <a:gd name="connsiteX3" fmla="*/ 0 w 5918200"/>
              <a:gd name="connsiteY3" fmla="*/ 3916362 h 3916362"/>
              <a:gd name="connsiteX4" fmla="*/ 0 w 5918200"/>
              <a:gd name="connsiteY4" fmla="*/ 0 h 3916362"/>
              <a:gd name="connsiteX0" fmla="*/ 0 w 5918200"/>
              <a:gd name="connsiteY0" fmla="*/ 0 h 3916362"/>
              <a:gd name="connsiteX1" fmla="*/ 5918200 w 5918200"/>
              <a:gd name="connsiteY1" fmla="*/ 0 h 3916362"/>
              <a:gd name="connsiteX2" fmla="*/ 5911850 w 5918200"/>
              <a:gd name="connsiteY2" fmla="*/ 3833812 h 3916362"/>
              <a:gd name="connsiteX3" fmla="*/ 0 w 5918200"/>
              <a:gd name="connsiteY3" fmla="*/ 3916362 h 3916362"/>
              <a:gd name="connsiteX4" fmla="*/ 0 w 5918200"/>
              <a:gd name="connsiteY4" fmla="*/ 0 h 3916362"/>
              <a:gd name="connsiteX0" fmla="*/ 0 w 6750050"/>
              <a:gd name="connsiteY0" fmla="*/ 1250950 h 5167312"/>
              <a:gd name="connsiteX1" fmla="*/ 6750050 w 6750050"/>
              <a:gd name="connsiteY1" fmla="*/ 0 h 5167312"/>
              <a:gd name="connsiteX2" fmla="*/ 5911850 w 6750050"/>
              <a:gd name="connsiteY2" fmla="*/ 5084762 h 5167312"/>
              <a:gd name="connsiteX3" fmla="*/ 0 w 6750050"/>
              <a:gd name="connsiteY3" fmla="*/ 5167312 h 5167312"/>
              <a:gd name="connsiteX4" fmla="*/ 0 w 6750050"/>
              <a:gd name="connsiteY4" fmla="*/ 1250950 h 5167312"/>
              <a:gd name="connsiteX0" fmla="*/ 0 w 6750050"/>
              <a:gd name="connsiteY0" fmla="*/ 1250950 h 5167312"/>
              <a:gd name="connsiteX1" fmla="*/ 6750050 w 6750050"/>
              <a:gd name="connsiteY1" fmla="*/ 0 h 5167312"/>
              <a:gd name="connsiteX2" fmla="*/ 5911850 w 6750050"/>
              <a:gd name="connsiteY2" fmla="*/ 5084762 h 5167312"/>
              <a:gd name="connsiteX3" fmla="*/ 0 w 6750050"/>
              <a:gd name="connsiteY3" fmla="*/ 5167312 h 5167312"/>
              <a:gd name="connsiteX4" fmla="*/ 0 w 6750050"/>
              <a:gd name="connsiteY4" fmla="*/ 1250950 h 5167312"/>
              <a:gd name="connsiteX0" fmla="*/ 0 w 6750050"/>
              <a:gd name="connsiteY0" fmla="*/ 1250950 h 5167312"/>
              <a:gd name="connsiteX1" fmla="*/ 6750050 w 6750050"/>
              <a:gd name="connsiteY1" fmla="*/ 0 h 5167312"/>
              <a:gd name="connsiteX2" fmla="*/ 5911850 w 6750050"/>
              <a:gd name="connsiteY2" fmla="*/ 5084762 h 5167312"/>
              <a:gd name="connsiteX3" fmla="*/ 0 w 6750050"/>
              <a:gd name="connsiteY3" fmla="*/ 5167312 h 5167312"/>
              <a:gd name="connsiteX4" fmla="*/ 0 w 6750050"/>
              <a:gd name="connsiteY4" fmla="*/ 1250950 h 5167312"/>
              <a:gd name="connsiteX0" fmla="*/ 914400 w 6750050"/>
              <a:gd name="connsiteY0" fmla="*/ 749300 h 5167312"/>
              <a:gd name="connsiteX1" fmla="*/ 6750050 w 6750050"/>
              <a:gd name="connsiteY1" fmla="*/ 0 h 5167312"/>
              <a:gd name="connsiteX2" fmla="*/ 5911850 w 6750050"/>
              <a:gd name="connsiteY2" fmla="*/ 5084762 h 5167312"/>
              <a:gd name="connsiteX3" fmla="*/ 0 w 6750050"/>
              <a:gd name="connsiteY3" fmla="*/ 5167312 h 5167312"/>
              <a:gd name="connsiteX4" fmla="*/ 914400 w 6750050"/>
              <a:gd name="connsiteY4" fmla="*/ 749300 h 5167312"/>
              <a:gd name="connsiteX0" fmla="*/ 914400 w 6756400"/>
              <a:gd name="connsiteY0" fmla="*/ 781050 h 5199062"/>
              <a:gd name="connsiteX1" fmla="*/ 6756400 w 6756400"/>
              <a:gd name="connsiteY1" fmla="*/ 0 h 5199062"/>
              <a:gd name="connsiteX2" fmla="*/ 5911850 w 6756400"/>
              <a:gd name="connsiteY2" fmla="*/ 5116512 h 5199062"/>
              <a:gd name="connsiteX3" fmla="*/ 0 w 6756400"/>
              <a:gd name="connsiteY3" fmla="*/ 5199062 h 5199062"/>
              <a:gd name="connsiteX4" fmla="*/ 914400 w 6756400"/>
              <a:gd name="connsiteY4" fmla="*/ 781050 h 5199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56400" h="5199062">
                <a:moveTo>
                  <a:pt x="914400" y="781050"/>
                </a:moveTo>
                <a:lnTo>
                  <a:pt x="6756400" y="0"/>
                </a:lnTo>
                <a:cubicBezTo>
                  <a:pt x="6557433" y="1392237"/>
                  <a:pt x="6129867" y="3838575"/>
                  <a:pt x="5911850" y="5116512"/>
                </a:cubicBezTo>
                <a:lnTo>
                  <a:pt x="0" y="5199062"/>
                </a:lnTo>
                <a:lnTo>
                  <a:pt x="914400" y="78105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9052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2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BFD967-56A8-431B-A205-17DC04225AF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14808" y="2463800"/>
            <a:ext cx="3517900" cy="2180167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348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2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B1DC65-F1F7-43D0-9848-2BDFBBE28F7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78922" y="2028576"/>
            <a:ext cx="3834157" cy="2376163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333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5561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2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5">
            <a:extLst>
              <a:ext uri="{FF2B5EF4-FFF2-40B4-BE49-F238E27FC236}">
                <a16:creationId xmlns:a16="http://schemas.microsoft.com/office/drawing/2014/main" id="{D6F508C4-99DD-4F3B-BD69-3437179772A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416000" y="1656000"/>
            <a:ext cx="4346448" cy="2487168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42050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26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5">
            <a:extLst>
              <a:ext uri="{FF2B5EF4-FFF2-40B4-BE49-F238E27FC236}">
                <a16:creationId xmlns:a16="http://schemas.microsoft.com/office/drawing/2014/main" id="{D6F508C4-99DD-4F3B-BD69-3437179772A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86879" y="1738469"/>
            <a:ext cx="4346448" cy="2487168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25136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27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B1DC65-F1F7-43D0-9848-2BDFBBE28F7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19034" y="2087034"/>
            <a:ext cx="3953933" cy="2252133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333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4391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28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054CB6AF-2D11-466A-854D-D9FCE0A1136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971675" y="2049404"/>
            <a:ext cx="2822575" cy="1592322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333"/>
            </a:lvl1pPr>
          </a:lstStyle>
          <a:p>
            <a:endParaRPr lang="en-US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BE875F6D-EBF4-49B4-BF83-6FAAAA15616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393557" y="2049404"/>
            <a:ext cx="2822575" cy="1592322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333"/>
            </a:lvl1pPr>
          </a:lstStyle>
          <a:p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EB4D78-79B6-4F4C-B409-C47AFC95006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224338" y="1658409"/>
            <a:ext cx="3743325" cy="2118783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333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5618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2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35C6EA-9DC7-4965-949E-CF14D2C854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33600" y="2067561"/>
            <a:ext cx="2270549" cy="2697903"/>
          </a:xfrm>
          <a:prstGeom prst="roundRect">
            <a:avLst>
              <a:gd name="adj" fmla="val 14877"/>
            </a:avLst>
          </a:prstGeom>
          <a:solidFill>
            <a:schemeClr val="accent1"/>
          </a:solidFill>
        </p:spPr>
        <p:txBody>
          <a:bodyPr/>
          <a:lstStyle>
            <a:lvl1pPr>
              <a:defRPr sz="1333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831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30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35C6EA-9DC7-4965-949E-CF14D2C854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071558" y="2468034"/>
            <a:ext cx="1727663" cy="2015067"/>
          </a:xfrm>
          <a:prstGeom prst="roundRect">
            <a:avLst>
              <a:gd name="adj" fmla="val 14877"/>
            </a:avLst>
          </a:prstGeom>
          <a:solidFill>
            <a:schemeClr val="accent1"/>
          </a:solidFill>
        </p:spPr>
        <p:txBody>
          <a:bodyPr/>
          <a:lstStyle>
            <a:lvl1pPr>
              <a:defRPr sz="1333"/>
            </a:lvl1pPr>
          </a:lstStyle>
          <a:p>
            <a:endParaRPr lang="en-US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74C6A049-70BF-4E57-B30A-1B1BD88032B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811718" y="2656840"/>
            <a:ext cx="1414058" cy="1688255"/>
          </a:xfrm>
          <a:prstGeom prst="roundRect">
            <a:avLst>
              <a:gd name="adj" fmla="val 16542"/>
            </a:avLst>
          </a:prstGeom>
          <a:solidFill>
            <a:schemeClr val="accent1"/>
          </a:solidFill>
        </p:spPr>
        <p:txBody>
          <a:bodyPr/>
          <a:lstStyle>
            <a:lvl1pPr>
              <a:defRPr sz="1333"/>
            </a:lvl1pPr>
          </a:lstStyle>
          <a:p>
            <a:endParaRPr lang="en-US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1AF1054F-EE12-4246-A84C-F3DEC7330B9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595135" y="2656840"/>
            <a:ext cx="1414058" cy="1688255"/>
          </a:xfrm>
          <a:prstGeom prst="roundRect">
            <a:avLst>
              <a:gd name="adj" fmla="val 16542"/>
            </a:avLst>
          </a:prstGeom>
          <a:solidFill>
            <a:schemeClr val="accent1"/>
          </a:solidFill>
        </p:spPr>
        <p:txBody>
          <a:bodyPr/>
          <a:lstStyle>
            <a:lvl1pPr>
              <a:defRPr sz="1333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115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3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59CEDF-23B2-41CD-A753-8733F5FBF7C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240300" y="1955800"/>
            <a:ext cx="6198785" cy="3363829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923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MOCKUP option 17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35C6EA-9DC7-4965-949E-CF14D2C854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404149" y="1955800"/>
            <a:ext cx="6198785" cy="3363829"/>
          </a:xfrm>
          <a:prstGeom prst="roundRect">
            <a:avLst>
              <a:gd name="adj" fmla="val 0"/>
            </a:avLst>
          </a:prstGeom>
          <a:solidFill>
            <a:schemeClr val="accent1"/>
          </a:solidFill>
        </p:spPr>
        <p:txBody>
          <a:bodyPr/>
          <a:lstStyle>
            <a:lvl1pPr>
              <a:defRPr sz="1333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52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02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BC792C5-AFAE-465C-A73B-2CB890A1FFE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57400" y="895096"/>
            <a:ext cx="4963601" cy="5073904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47472853"/>
      </p:ext>
    </p:extLst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03-round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3C9C7632-F851-49E5-B077-28366D421B3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20694" y="945896"/>
            <a:ext cx="4864211" cy="4972304"/>
          </a:xfrm>
          <a:prstGeom prst="roundRect">
            <a:avLst>
              <a:gd name="adj" fmla="val 3673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90568473"/>
      </p:ext>
    </p:extLst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-0-0-LR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C388EDD-4178-4123-A0D5-B75FCC358F4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54800" y="1346200"/>
            <a:ext cx="4368800" cy="41656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 dirty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80C9909-7F69-4488-B2DE-12E236D2C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346201"/>
            <a:ext cx="4876800" cy="4165600"/>
          </a:xfrm>
          <a:prstGeom prst="rect">
            <a:avLst/>
          </a:prstGeom>
        </p:spPr>
        <p:txBody>
          <a:bodyPr anchor="ctr"/>
          <a:lstStyle>
            <a:lvl1pPr algn="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5334" kern="1200" dirty="0">
                <a:gradFill>
                  <a:gsLst>
                    <a:gs pos="75000">
                      <a:schemeClr val="accent4"/>
                    </a:gs>
                    <a:gs pos="25000">
                      <a:schemeClr val="accent2"/>
                    </a:gs>
                    <a:gs pos="100000">
                      <a:schemeClr val="accent5"/>
                    </a:gs>
                    <a:gs pos="50000">
                      <a:schemeClr val="accent3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15353551"/>
      </p:ext>
    </p:extLst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-0-0-HR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80C9909-7F69-4488-B2DE-12E236D2C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09600"/>
            <a:ext cx="4876800" cy="3124200"/>
          </a:xfrm>
          <a:prstGeom prst="rect">
            <a:avLst/>
          </a:prstGeom>
        </p:spPr>
        <p:txBody>
          <a:bodyPr/>
          <a:lstStyle>
            <a:lvl1pPr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5334" kern="1200" dirty="0">
                <a:gradFill>
                  <a:gsLst>
                    <a:gs pos="75000">
                      <a:schemeClr val="accent4"/>
                    </a:gs>
                    <a:gs pos="25000">
                      <a:schemeClr val="accent2"/>
                    </a:gs>
                    <a:gs pos="100000">
                      <a:schemeClr val="accent5"/>
                    </a:gs>
                    <a:gs pos="50000">
                      <a:schemeClr val="accent3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9C3E7550-4A4D-44BE-BE01-A0F04007917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999642"/>
      </p:ext>
    </p:extLst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-0-0-HL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A25268F9-F44F-4203-84C4-DD8EC7603BD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14" name="Title 2">
            <a:extLst>
              <a:ext uri="{FF2B5EF4-FFF2-40B4-BE49-F238E27FC236}">
                <a16:creationId xmlns:a16="http://schemas.microsoft.com/office/drawing/2014/main" id="{BB72713A-369B-4E38-A685-B8BFEE3E6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0" y="609600"/>
            <a:ext cx="4876800" cy="5257800"/>
          </a:xfrm>
          <a:prstGeom prst="rect">
            <a:avLst/>
          </a:prstGeom>
        </p:spPr>
        <p:txBody>
          <a:bodyPr/>
          <a:lstStyle>
            <a:lvl1pPr algn="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5334" kern="1200" dirty="0">
                <a:gradFill>
                  <a:gsLst>
                    <a:gs pos="75000">
                      <a:schemeClr val="accent4"/>
                    </a:gs>
                    <a:gs pos="25000">
                      <a:schemeClr val="accent2"/>
                    </a:gs>
                    <a:gs pos="100000">
                      <a:schemeClr val="accent5"/>
                    </a:gs>
                    <a:gs pos="50000">
                      <a:schemeClr val="accent3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7534837"/>
      </p:ext>
    </p:extLst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-0-0-LV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17">
            <a:extLst>
              <a:ext uri="{FF2B5EF4-FFF2-40B4-BE49-F238E27FC236}">
                <a16:creationId xmlns:a16="http://schemas.microsoft.com/office/drawing/2014/main" id="{6C2B1033-EE10-44C8-A170-FB72EDAD016F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609600" y="609600"/>
            <a:ext cx="10972800" cy="2445192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Picture</a:t>
            </a:r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6E453FF6-0C1C-4904-9DA6-37C297942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535680"/>
            <a:ext cx="10972800" cy="1722120"/>
          </a:xfrm>
          <a:prstGeom prst="rect">
            <a:avLst/>
          </a:prstGeom>
        </p:spPr>
        <p:txBody>
          <a:bodyPr/>
          <a:lstStyle>
            <a:lvl1pPr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gradFill>
                  <a:gsLst>
                    <a:gs pos="75000">
                      <a:schemeClr val="accent4"/>
                    </a:gs>
                    <a:gs pos="25000">
                      <a:schemeClr val="accent2"/>
                    </a:gs>
                    <a:gs pos="100000">
                      <a:schemeClr val="accent5"/>
                    </a:gs>
                    <a:gs pos="50000">
                      <a:schemeClr val="accent3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33216436"/>
      </p:ext>
    </p:extLst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-0-0-LV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C388EDD-4178-4123-A0D5-B75FCC358F4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" y="2362200"/>
            <a:ext cx="10972800" cy="3549063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80C9909-7F69-4488-B2DE-12E236D2C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09601"/>
            <a:ext cx="10972800" cy="1326091"/>
          </a:xfrm>
          <a:prstGeom prst="rect">
            <a:avLst/>
          </a:prstGeom>
        </p:spPr>
        <p:txBody>
          <a:bodyPr/>
          <a:lstStyle>
            <a:lvl1pPr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gradFill>
                  <a:gsLst>
                    <a:gs pos="75000">
                      <a:schemeClr val="accent4"/>
                    </a:gs>
                    <a:gs pos="25000">
                      <a:schemeClr val="accent2"/>
                    </a:gs>
                    <a:gs pos="100000">
                      <a:schemeClr val="accent5"/>
                    </a:gs>
                    <a:gs pos="50000">
                      <a:schemeClr val="accent3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57659370"/>
      </p:ext>
    </p:extLst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-0-1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">
            <a:extLst>
              <a:ext uri="{FF2B5EF4-FFF2-40B4-BE49-F238E27FC236}">
                <a16:creationId xmlns:a16="http://schemas.microsoft.com/office/drawing/2014/main" id="{6E453FF6-0C1C-4904-9DA6-37C297942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623820"/>
            <a:ext cx="9144000" cy="1610360"/>
          </a:xfrm>
          <a:prstGeom prst="rect">
            <a:avLst/>
          </a:prstGeom>
        </p:spPr>
        <p:txBody>
          <a:bodyPr anchor="ctr"/>
          <a:lstStyle>
            <a:lvl1pPr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gradFill>
                  <a:gsLst>
                    <a:gs pos="75000">
                      <a:schemeClr val="accent4"/>
                    </a:gs>
                    <a:gs pos="25000">
                      <a:schemeClr val="accent2"/>
                    </a:gs>
                    <a:gs pos="100000">
                      <a:schemeClr val="accent5"/>
                    </a:gs>
                    <a:gs pos="50000">
                      <a:schemeClr val="accent3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31E250B-D855-4CE5-B3FC-FF9838360D4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2800" y="609600"/>
            <a:ext cx="5486400" cy="26674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33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OVERLINE</a:t>
            </a:r>
          </a:p>
        </p:txBody>
      </p:sp>
    </p:spTree>
    <p:extLst>
      <p:ext uri="{BB962C8B-B14F-4D97-AF65-F5344CB8AC3E}">
        <p14:creationId xmlns:p14="http://schemas.microsoft.com/office/powerpoint/2010/main" val="3495691551"/>
      </p:ext>
    </p:extLst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-0-1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">
            <a:extLst>
              <a:ext uri="{FF2B5EF4-FFF2-40B4-BE49-F238E27FC236}">
                <a16:creationId xmlns:a16="http://schemas.microsoft.com/office/drawing/2014/main" id="{6E453FF6-0C1C-4904-9DA6-37C297942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848909"/>
            <a:ext cx="9753600" cy="1986491"/>
          </a:xfrm>
          <a:prstGeom prst="rect">
            <a:avLst/>
          </a:prstGeom>
        </p:spPr>
        <p:txBody>
          <a:bodyPr/>
          <a:lstStyle>
            <a:lvl1pPr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400" kern="1200" dirty="0">
                <a:gradFill>
                  <a:gsLst>
                    <a:gs pos="75000">
                      <a:schemeClr val="accent4"/>
                    </a:gs>
                    <a:gs pos="25000">
                      <a:schemeClr val="accent2"/>
                    </a:gs>
                    <a:gs pos="100000">
                      <a:schemeClr val="accent5"/>
                    </a:gs>
                    <a:gs pos="50000">
                      <a:schemeClr val="accent3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31E250B-D855-4CE5-B3FC-FF9838360D4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781030"/>
            <a:ext cx="5486400" cy="2667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33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OVERLINE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B17A8B3-2E0B-4008-8D12-937045378D7A}"/>
              </a:ext>
            </a:extLst>
          </p:cNvPr>
          <p:cNvCxnSpPr>
            <a:cxnSpLocks/>
          </p:cNvCxnSpPr>
          <p:nvPr userDrawn="1"/>
        </p:nvCxnSpPr>
        <p:spPr>
          <a:xfrm>
            <a:off x="609600" y="609600"/>
            <a:ext cx="10972800" cy="0"/>
          </a:xfrm>
          <a:prstGeom prst="line">
            <a:avLst/>
          </a:prstGeom>
          <a:ln w="38100" cap="sq">
            <a:solidFill>
              <a:schemeClr val="bg2">
                <a:lumMod val="60000"/>
                <a:lumOff val="40000"/>
              </a:schemeClr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7DA103F-6DA9-47BE-BDEC-5A9FD4B1C88A}"/>
              </a:ext>
            </a:extLst>
          </p:cNvPr>
          <p:cNvCxnSpPr>
            <a:cxnSpLocks/>
          </p:cNvCxnSpPr>
          <p:nvPr userDrawn="1"/>
        </p:nvCxnSpPr>
        <p:spPr>
          <a:xfrm>
            <a:off x="609600" y="1219200"/>
            <a:ext cx="10972800" cy="0"/>
          </a:xfrm>
          <a:prstGeom prst="line">
            <a:avLst/>
          </a:prstGeom>
          <a:ln w="38100" cap="sq">
            <a:solidFill>
              <a:schemeClr val="bg2">
                <a:lumMod val="60000"/>
                <a:lumOff val="40000"/>
              </a:schemeClr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1012982"/>
      </p:ext>
    </p:extLst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-05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2968164A-D4D9-413F-B806-727380F363A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1854200"/>
            <a:ext cx="12191999" cy="341376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E9607AA-328C-6A47-BA55-7972C38B63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774192"/>
            <a:ext cx="10668001" cy="609600"/>
          </a:xfrm>
          <a:prstGeom prst="rect">
            <a:avLst/>
          </a:prstGeom>
        </p:spPr>
        <p:txBody>
          <a:bodyPr anchor="ctr"/>
          <a:lstStyle>
            <a:lvl1pPr marL="0" algn="ctr" defTabSz="914446" rtl="0" eaLnBrk="1" latinLnBrk="0" hangingPunct="1">
              <a:defRPr lang="en-US" sz="4400" kern="1200" dirty="0">
                <a:solidFill>
                  <a:schemeClr val="bg1"/>
                </a:soli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 indent="0" algn="ctr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Your 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5D5674-63E8-C243-BEC8-63AA19D7C4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396240"/>
            <a:ext cx="10668001" cy="35560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en-UA" sz="1600" kern="1200" spc="333" dirty="0">
                <a:solidFill>
                  <a:schemeClr val="tx2"/>
                </a:solidFill>
                <a:latin typeface="+mn-lt"/>
                <a:ea typeface="Roboto Thin" pitchFamily="2" charset="0"/>
                <a:cs typeface="+mn-cs"/>
              </a:defRPr>
            </a:lvl1pPr>
          </a:lstStyle>
          <a:p>
            <a:pPr marL="0" lvl="0" algn="ctr" defTabSz="914446" rtl="0" eaLnBrk="1" latinLnBrk="0" hangingPunct="1"/>
            <a:r>
              <a:rPr lang="en-UA" dirty="0"/>
              <a:t>YOUR SUBTITLE</a:t>
            </a:r>
          </a:p>
        </p:txBody>
      </p:sp>
    </p:spTree>
    <p:extLst>
      <p:ext uri="{BB962C8B-B14F-4D97-AF65-F5344CB8AC3E}">
        <p14:creationId xmlns:p14="http://schemas.microsoft.com/office/powerpoint/2010/main" val="3242154277"/>
      </p:ext>
    </p:extLst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-06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0" y="1725168"/>
            <a:ext cx="12192000" cy="231648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5B7ED05-6BE5-404E-B123-A15F21DCA5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774192"/>
            <a:ext cx="10668001" cy="609600"/>
          </a:xfrm>
          <a:prstGeom prst="rect">
            <a:avLst/>
          </a:prstGeom>
        </p:spPr>
        <p:txBody>
          <a:bodyPr anchor="ctr"/>
          <a:lstStyle>
            <a:lvl1pPr marL="0" algn="ctr" defTabSz="914446" rtl="0" eaLnBrk="1" latinLnBrk="0" hangingPunct="1">
              <a:defRPr lang="en-US" sz="4400" kern="1200" dirty="0">
                <a:solidFill>
                  <a:schemeClr val="bg1"/>
                </a:soli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 indent="0" algn="ctr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YOUR TITLE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29C676B4-FAF3-0D4E-83C5-9499FF8D7F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2000" y="396240"/>
            <a:ext cx="10668001" cy="35560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en-UA" sz="1600" kern="1200" spc="333" dirty="0">
                <a:solidFill>
                  <a:schemeClr val="tx2"/>
                </a:solidFill>
                <a:latin typeface="+mn-lt"/>
                <a:ea typeface="Roboto Thin" pitchFamily="2" charset="0"/>
                <a:cs typeface="+mn-cs"/>
              </a:defRPr>
            </a:lvl1pPr>
          </a:lstStyle>
          <a:p>
            <a:pPr marL="0" lvl="0" algn="ctr" defTabSz="914446" rtl="0" eaLnBrk="1" latinLnBrk="0" hangingPunct="1"/>
            <a:r>
              <a:rPr lang="en-UA" dirty="0"/>
              <a:t>YOUR SUBTITLE</a:t>
            </a:r>
          </a:p>
        </p:txBody>
      </p:sp>
    </p:spTree>
    <p:extLst>
      <p:ext uri="{BB962C8B-B14F-4D97-AF65-F5344CB8AC3E}">
        <p14:creationId xmlns:p14="http://schemas.microsoft.com/office/powerpoint/2010/main" val="2307455736"/>
      </p:ext>
    </p:extLst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AN-02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F82025E-1591-42E7-9234-EB0C6A1622F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75360" y="990600"/>
            <a:ext cx="4876800" cy="4876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 dirty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436482"/>
      </p:ext>
    </p:extLst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AN-03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1F2938C2-00E5-44DB-AAFD-0F2B12267E1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39840" y="990600"/>
            <a:ext cx="4876800" cy="4876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431326"/>
      </p:ext>
    </p:extLst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ENERAL-1-1-0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9FC153-1646-4709-9BE4-F77F62A371B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219200"/>
            <a:ext cx="10972800" cy="3139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n-lt"/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600" dirty="0">
                <a:solidFill>
                  <a:schemeClr val="tx2"/>
                </a:solidFill>
              </a:rPr>
              <a:t>Your subtitle goes here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AC5A246-535F-4F83-A160-435711EF76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609600"/>
            <a:ext cx="10972800" cy="584775"/>
          </a:xfrm>
          <a:prstGeom prst="rect">
            <a:avLst/>
          </a:prstGeom>
        </p:spPr>
        <p:txBody>
          <a:bodyPr anchor="t">
            <a:spAutoFit/>
          </a:bodyPr>
          <a:lstStyle>
            <a:lvl1pPr algn="l">
              <a:lnSpc>
                <a:spcPct val="100000"/>
              </a:lnSpc>
              <a:defRPr sz="3200" spc="0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74213358"/>
      </p:ext>
    </p:extLst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ENERAL-2-0-1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4579C85-5DCC-4181-B20D-C72202BDB9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838200"/>
            <a:ext cx="10972800" cy="609600"/>
          </a:xfrm>
          <a:prstGeom prst="rect">
            <a:avLst/>
          </a:prstGeom>
        </p:spPr>
        <p:txBody>
          <a:bodyPr anchor="ctr"/>
          <a:lstStyle>
            <a:lvl1pPr marL="0" algn="ctr" defTabSz="914446" rtl="0" eaLnBrk="1" latinLnBrk="0" hangingPunct="1">
              <a:lnSpc>
                <a:spcPct val="100000"/>
              </a:lnSpc>
              <a:spcBef>
                <a:spcPts val="0"/>
              </a:spcBef>
              <a:defRPr lang="en-US" sz="4400" kern="1200" dirty="0">
                <a:solidFill>
                  <a:schemeClr val="tx1"/>
                </a:soli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 indent="0" algn="ctr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Your Main Title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4DC7980-9CCD-4C9D-ACE0-3F182DA9340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396240"/>
            <a:ext cx="10972800" cy="355601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A" sz="1600" kern="1200" spc="333" dirty="0">
                <a:solidFill>
                  <a:schemeClr val="tx2"/>
                </a:solidFill>
                <a:latin typeface="+mn-lt"/>
                <a:ea typeface="Roboto Thin" pitchFamily="2" charset="0"/>
                <a:cs typeface="+mn-cs"/>
              </a:defRPr>
            </a:lvl1pPr>
          </a:lstStyle>
          <a:p>
            <a:pPr marL="0" lvl="0" algn="ctr" defTabSz="914446" rtl="0" eaLnBrk="1" latinLnBrk="0" hangingPunct="1"/>
            <a:r>
              <a:rPr lang="en-UA" dirty="0"/>
              <a:t>YOUR SUBTITLE</a:t>
            </a:r>
          </a:p>
        </p:txBody>
      </p:sp>
    </p:spTree>
    <p:extLst>
      <p:ext uri="{BB962C8B-B14F-4D97-AF65-F5344CB8AC3E}">
        <p14:creationId xmlns:p14="http://schemas.microsoft.com/office/powerpoint/2010/main" val="3609267090"/>
      </p:ext>
    </p:extLst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-0-0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80C9909-7F69-4488-B2DE-12E236D2C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616201"/>
            <a:ext cx="9144000" cy="1625600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81665177"/>
      </p:ext>
    </p:extLst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L-Image-10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10F00EBF-B287-4A97-94A2-58659FC1210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75360" y="990600"/>
            <a:ext cx="4876800" cy="4876800"/>
          </a:xfrm>
          <a:prstGeom prst="roundRect">
            <a:avLst>
              <a:gd name="adj" fmla="val 3164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71840517"/>
      </p:ext>
    </p:extLst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QL-Image-01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1560577" y="2133600"/>
            <a:ext cx="2590800" cy="2590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973225603"/>
      </p:ext>
    </p:extLst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QL-Image-07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89EBB9A9-634C-4929-97C8-A7CBFC25C95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058912" y="2133600"/>
            <a:ext cx="2590800" cy="2590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552077944"/>
      </p:ext>
    </p:extLst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QL-Image-05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3C9C7632-F851-49E5-B077-28366D421B3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" y="609600"/>
            <a:ext cx="3444241" cy="5638800"/>
          </a:xfrm>
          <a:prstGeom prst="roundRect">
            <a:avLst>
              <a:gd name="adj" fmla="val 6711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32318677"/>
      </p:ext>
    </p:extLst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QL-Image-08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F7F97407-03A0-463F-A2DC-7E79D75521B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" y="624840"/>
            <a:ext cx="4876800" cy="560832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50788"/>
      </p:ext>
    </p:extLst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-0-1-HR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C388EDD-4178-4123-A0D5-B75FCC358F4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9FB322FF-9961-474F-93CD-51026FA4D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463040"/>
            <a:ext cx="4876800" cy="2372360"/>
          </a:xfrm>
          <a:prstGeom prst="rect">
            <a:avLst/>
          </a:prstGeom>
        </p:spPr>
        <p:txBody>
          <a:bodyPr/>
          <a:lstStyle>
            <a:lvl1pPr marL="0" algn="l" defTabSz="914446" rtl="0" eaLnBrk="1" latinLnBrk="0" hangingPunct="1">
              <a:lnSpc>
                <a:spcPct val="100000"/>
              </a:lnSpc>
              <a:defRPr lang="en-US" sz="4400" kern="1200" dirty="0">
                <a:gradFill>
                  <a:gsLst>
                    <a:gs pos="66000">
                      <a:schemeClr val="accent2"/>
                    </a:gs>
                    <a:gs pos="100000">
                      <a:schemeClr val="accent1"/>
                    </a:gs>
                    <a:gs pos="33000">
                      <a:schemeClr val="accent3"/>
                    </a:gs>
                    <a:gs pos="0">
                      <a:schemeClr val="accent4"/>
                    </a:gs>
                  </a:gsLst>
                  <a:lin ang="18600000" scaled="0"/>
                </a:gra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00F7EFE-AE1D-4B16-9B3C-5F12B7E18D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609600"/>
            <a:ext cx="4876800" cy="2667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33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OVERLINE</a:t>
            </a:r>
          </a:p>
        </p:txBody>
      </p:sp>
    </p:spTree>
    <p:extLst>
      <p:ext uri="{BB962C8B-B14F-4D97-AF65-F5344CB8AC3E}">
        <p14:creationId xmlns:p14="http://schemas.microsoft.com/office/powerpoint/2010/main" val="2884325365"/>
      </p:ext>
    </p:extLst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-0-1-HL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C388EDD-4178-4123-A0D5-B75FCC358F4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A8F034AD-05D5-4E17-9527-70658A9E6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0" y="1463040"/>
            <a:ext cx="4876800" cy="2524760"/>
          </a:xfrm>
          <a:prstGeom prst="rect">
            <a:avLst/>
          </a:prstGeom>
        </p:spPr>
        <p:txBody>
          <a:bodyPr/>
          <a:lstStyle>
            <a:lvl1pPr marL="0" algn="r" defTabSz="91444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400" kern="1200" dirty="0">
                <a:gradFill>
                  <a:gsLst>
                    <a:gs pos="66000">
                      <a:schemeClr val="accent2"/>
                    </a:gs>
                    <a:gs pos="100000">
                      <a:schemeClr val="accent1"/>
                    </a:gs>
                    <a:gs pos="33000">
                      <a:schemeClr val="accent3"/>
                    </a:gs>
                    <a:gs pos="0">
                      <a:schemeClr val="accent4"/>
                    </a:gs>
                  </a:gsLst>
                  <a:lin ang="18600000" scaled="0"/>
                </a:gra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103978AE-806B-4882-B98B-2CBDA9379A5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05600" y="609600"/>
            <a:ext cx="4876800" cy="266740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333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OVERLINE</a:t>
            </a:r>
          </a:p>
        </p:txBody>
      </p:sp>
    </p:spTree>
    <p:extLst>
      <p:ext uri="{BB962C8B-B14F-4D97-AF65-F5344CB8AC3E}">
        <p14:creationId xmlns:p14="http://schemas.microsoft.com/office/powerpoint/2010/main" val="2592727518"/>
      </p:ext>
    </p:extLst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-1-0-LR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C388EDD-4178-4123-A0D5-B75FCC358F4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609600"/>
            <a:ext cx="5486400" cy="5301663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80C9909-7F69-4488-B2DE-12E236D2C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09600"/>
            <a:ext cx="4876800" cy="1892524"/>
          </a:xfrm>
          <a:prstGeom prst="rect">
            <a:avLst/>
          </a:prstGeom>
        </p:spPr>
        <p:txBody>
          <a:bodyPr>
            <a:normAutofit/>
          </a:bodyPr>
          <a:lstStyle>
            <a:lvl1pPr marL="0" algn="l" defTabSz="91444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kern="1200" dirty="0">
                <a:gradFill>
                  <a:gsLst>
                    <a:gs pos="66000">
                      <a:schemeClr val="accent2"/>
                    </a:gs>
                    <a:gs pos="100000">
                      <a:schemeClr val="accent1"/>
                    </a:gs>
                    <a:gs pos="33000">
                      <a:schemeClr val="accent3"/>
                    </a:gs>
                    <a:gs pos="0">
                      <a:schemeClr val="accent4"/>
                    </a:gs>
                  </a:gsLst>
                  <a:lin ang="18600000" scaled="0"/>
                </a:gra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770458F-1AAB-4331-9B34-EE663847C1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2839261"/>
            <a:ext cx="4876800" cy="307200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subtitle text</a:t>
            </a:r>
          </a:p>
        </p:txBody>
      </p:sp>
    </p:spTree>
    <p:extLst>
      <p:ext uri="{BB962C8B-B14F-4D97-AF65-F5344CB8AC3E}">
        <p14:creationId xmlns:p14="http://schemas.microsoft.com/office/powerpoint/2010/main" val="80164425"/>
      </p:ext>
    </p:extLst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-1-0-LL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A25268F9-F44F-4203-84C4-DD8EC7603BD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" y="609600"/>
            <a:ext cx="5486400" cy="5301663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15" name="Title 2">
            <a:extLst>
              <a:ext uri="{FF2B5EF4-FFF2-40B4-BE49-F238E27FC236}">
                <a16:creationId xmlns:a16="http://schemas.microsoft.com/office/drawing/2014/main" id="{01E6A0E5-03A1-4FDB-8AE4-CC3EE0875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0" y="609600"/>
            <a:ext cx="4876800" cy="1892524"/>
          </a:xfrm>
          <a:prstGeom prst="rect">
            <a:avLst/>
          </a:prstGeom>
        </p:spPr>
        <p:txBody>
          <a:bodyPr>
            <a:normAutofit/>
          </a:bodyPr>
          <a:lstStyle>
            <a:lvl1pPr algn="r">
              <a:defRPr lang="en-US" sz="4000" dirty="0">
                <a:gradFill>
                  <a:gsLst>
                    <a:gs pos="66000">
                      <a:schemeClr val="accent2"/>
                    </a:gs>
                    <a:gs pos="100000">
                      <a:schemeClr val="accent1"/>
                    </a:gs>
                    <a:gs pos="33000">
                      <a:schemeClr val="accent3"/>
                    </a:gs>
                    <a:gs pos="0">
                      <a:schemeClr val="accent4"/>
                    </a:gs>
                  </a:gsLst>
                  <a:lin ang="18600000" scaled="0"/>
                </a:gradFill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>
              <a:lnSpc>
                <a:spcPct val="10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F317E3B7-7907-4185-B626-FA2935C15F7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05600" y="2839261"/>
            <a:ext cx="4876800" cy="3072001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subtitle text</a:t>
            </a:r>
          </a:p>
        </p:txBody>
      </p:sp>
    </p:spTree>
    <p:extLst>
      <p:ext uri="{BB962C8B-B14F-4D97-AF65-F5344CB8AC3E}">
        <p14:creationId xmlns:p14="http://schemas.microsoft.com/office/powerpoint/2010/main" val="712347872"/>
      </p:ext>
    </p:extLst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-1-0-HR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80C9909-7F69-4488-B2DE-12E236D2C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09600"/>
            <a:ext cx="4876800" cy="189252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sz="4000" dirty="0">
                <a:gradFill>
                  <a:gsLst>
                    <a:gs pos="66000">
                      <a:schemeClr val="accent2"/>
                    </a:gs>
                    <a:gs pos="100000">
                      <a:schemeClr val="accent1"/>
                    </a:gs>
                    <a:gs pos="33000">
                      <a:schemeClr val="accent3"/>
                    </a:gs>
                    <a:gs pos="0">
                      <a:schemeClr val="accent4"/>
                    </a:gs>
                  </a:gsLst>
                  <a:lin ang="18600000" scaled="0"/>
                </a:gradFill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>
              <a:lnSpc>
                <a:spcPct val="10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151DAFB7-78F5-4CED-A374-376917DDA1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2800" y="6254496"/>
            <a:ext cx="609600" cy="26822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lIns="91440" tIns="45720" rIns="91440" bIns="45720" rtlCol="0" anchor="ctr"/>
          <a:lstStyle>
            <a:lvl1pPr algn="r">
              <a:defRPr sz="1333">
                <a:solidFill>
                  <a:schemeClr val="tx2"/>
                </a:solidFill>
              </a:defRPr>
            </a:lvl1pPr>
          </a:lstStyle>
          <a:p>
            <a:fld id="{8B9A2DF5-3641-49D0-8F14-85B1C28A2FB8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770458F-1AAB-4331-9B34-EE663847C1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2839261"/>
            <a:ext cx="4876800" cy="307200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subtitle text</a:t>
            </a:r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7A2AC07A-7CA9-4AE1-B06D-75E3324BF1A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818987"/>
      </p:ext>
    </p:extLst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-1-0-HL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A25268F9-F44F-4203-84C4-DD8EC7603BD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15" name="Title 2">
            <a:extLst>
              <a:ext uri="{FF2B5EF4-FFF2-40B4-BE49-F238E27FC236}">
                <a16:creationId xmlns:a16="http://schemas.microsoft.com/office/drawing/2014/main" id="{01E6A0E5-03A1-4FDB-8AE4-CC3EE0875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0" y="609600"/>
            <a:ext cx="4876800" cy="1892524"/>
          </a:xfrm>
          <a:prstGeom prst="rect">
            <a:avLst/>
          </a:prstGeom>
        </p:spPr>
        <p:txBody>
          <a:bodyPr>
            <a:normAutofit/>
          </a:bodyPr>
          <a:lstStyle>
            <a:lvl1pPr algn="r">
              <a:defRPr lang="en-US" sz="4000" dirty="0">
                <a:gradFill>
                  <a:gsLst>
                    <a:gs pos="66000">
                      <a:schemeClr val="accent2"/>
                    </a:gs>
                    <a:gs pos="100000">
                      <a:schemeClr val="accent1"/>
                    </a:gs>
                    <a:gs pos="33000">
                      <a:schemeClr val="accent3"/>
                    </a:gs>
                    <a:gs pos="0">
                      <a:schemeClr val="accent4"/>
                    </a:gs>
                  </a:gsLst>
                  <a:lin ang="18600000" scaled="0"/>
                </a:gradFill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>
              <a:lnSpc>
                <a:spcPct val="10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F317E3B7-7907-4185-B626-FA2935C15F7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05600" y="2839261"/>
            <a:ext cx="4876800" cy="3072001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subtitle text</a:t>
            </a:r>
          </a:p>
        </p:txBody>
      </p:sp>
    </p:spTree>
    <p:extLst>
      <p:ext uri="{BB962C8B-B14F-4D97-AF65-F5344CB8AC3E}">
        <p14:creationId xmlns:p14="http://schemas.microsoft.com/office/powerpoint/2010/main" val="1734060118"/>
      </p:ext>
    </p:extLst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-1-1-LR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C388EDD-4178-4123-A0D5-B75FCC358F4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609600"/>
            <a:ext cx="5486400" cy="5301663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00F7EFE-AE1D-4B16-9B3C-5F12B7E18D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609600"/>
            <a:ext cx="4876800" cy="2667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33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OVERLINE</a:t>
            </a:r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5870F433-6B92-40CF-8708-D283C61F4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351740"/>
            <a:ext cx="4876800" cy="162006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sz="4000" dirty="0">
                <a:gradFill>
                  <a:gsLst>
                    <a:gs pos="66000">
                      <a:schemeClr val="accent2"/>
                    </a:gs>
                    <a:gs pos="100000">
                      <a:schemeClr val="accent1"/>
                    </a:gs>
                    <a:gs pos="33000">
                      <a:schemeClr val="accent3"/>
                    </a:gs>
                    <a:gs pos="0">
                      <a:schemeClr val="accent4"/>
                    </a:gs>
                  </a:gsLst>
                  <a:lin ang="18600000" scaled="0"/>
                </a:gradFill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>
              <a:lnSpc>
                <a:spcPct val="10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5D49180-49A1-4E78-8C83-F99CFD375C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3176400"/>
            <a:ext cx="4876800" cy="27348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subtitle text</a:t>
            </a:r>
          </a:p>
        </p:txBody>
      </p:sp>
    </p:spTree>
    <p:extLst>
      <p:ext uri="{BB962C8B-B14F-4D97-AF65-F5344CB8AC3E}">
        <p14:creationId xmlns:p14="http://schemas.microsoft.com/office/powerpoint/2010/main" val="2141138319"/>
      </p:ext>
    </p:extLst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-1-1-LL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C388EDD-4178-4123-A0D5-B75FCC358F4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" y="609600"/>
            <a:ext cx="5486400" cy="5301663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00F7EFE-AE1D-4B16-9B3C-5F12B7E18D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05600" y="609600"/>
            <a:ext cx="4876800" cy="266740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333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OVERLINE</a:t>
            </a:r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5870F433-6B92-40CF-8708-D283C61F4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0" y="1351740"/>
            <a:ext cx="4876800" cy="1620061"/>
          </a:xfrm>
          <a:prstGeom prst="rect">
            <a:avLst/>
          </a:prstGeom>
        </p:spPr>
        <p:txBody>
          <a:bodyPr>
            <a:normAutofit/>
          </a:bodyPr>
          <a:lstStyle>
            <a:lvl1pPr algn="r">
              <a:defRPr lang="en-US" sz="4000" dirty="0">
                <a:gradFill>
                  <a:gsLst>
                    <a:gs pos="66000">
                      <a:schemeClr val="accent2"/>
                    </a:gs>
                    <a:gs pos="100000">
                      <a:schemeClr val="accent1"/>
                    </a:gs>
                    <a:gs pos="33000">
                      <a:schemeClr val="accent3"/>
                    </a:gs>
                    <a:gs pos="0">
                      <a:schemeClr val="accent4"/>
                    </a:gs>
                  </a:gsLst>
                  <a:lin ang="18600000" scaled="0"/>
                </a:gradFill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>
              <a:lnSpc>
                <a:spcPct val="10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5D49180-49A1-4E78-8C83-F99CFD375C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05600" y="3176400"/>
            <a:ext cx="4876800" cy="27348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subtitle text</a:t>
            </a:r>
          </a:p>
        </p:txBody>
      </p:sp>
    </p:spTree>
    <p:extLst>
      <p:ext uri="{BB962C8B-B14F-4D97-AF65-F5344CB8AC3E}">
        <p14:creationId xmlns:p14="http://schemas.microsoft.com/office/powerpoint/2010/main" val="2852510157"/>
      </p:ext>
    </p:extLst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-1-1-HR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C388EDD-4178-4123-A0D5-B75FCC358F4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00F7EFE-AE1D-4B16-9B3C-5F12B7E18D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609600"/>
            <a:ext cx="4876800" cy="2667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33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OVERLINE</a:t>
            </a:r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5870F433-6B92-40CF-8708-D283C61F4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351740"/>
            <a:ext cx="4876800" cy="162006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sz="4000" dirty="0">
                <a:gradFill>
                  <a:gsLst>
                    <a:gs pos="66000">
                      <a:schemeClr val="accent2"/>
                    </a:gs>
                    <a:gs pos="100000">
                      <a:schemeClr val="accent1"/>
                    </a:gs>
                    <a:gs pos="33000">
                      <a:schemeClr val="accent3"/>
                    </a:gs>
                    <a:gs pos="0">
                      <a:schemeClr val="accent4"/>
                    </a:gs>
                  </a:gsLst>
                  <a:lin ang="18600000" scaled="0"/>
                </a:gradFill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>
              <a:lnSpc>
                <a:spcPct val="10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5D49180-49A1-4E78-8C83-F99CFD375C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3176400"/>
            <a:ext cx="4876800" cy="27348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subtitle text</a:t>
            </a:r>
          </a:p>
        </p:txBody>
      </p:sp>
    </p:spTree>
    <p:extLst>
      <p:ext uri="{BB962C8B-B14F-4D97-AF65-F5344CB8AC3E}">
        <p14:creationId xmlns:p14="http://schemas.microsoft.com/office/powerpoint/2010/main" val="2035574219"/>
      </p:ext>
    </p:extLst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-1-1-HL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C388EDD-4178-4123-A0D5-B75FCC358F4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8484C7CB-D2DE-4D8E-AD6E-4A45FA1D0B0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05600" y="609600"/>
            <a:ext cx="4876800" cy="266740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333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OVERLINE</a:t>
            </a: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223BB9D5-8F0A-4C87-AF31-81EB12441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0" y="1351740"/>
            <a:ext cx="4876800" cy="1620061"/>
          </a:xfrm>
          <a:prstGeom prst="rect">
            <a:avLst/>
          </a:prstGeom>
        </p:spPr>
        <p:txBody>
          <a:bodyPr>
            <a:normAutofit/>
          </a:bodyPr>
          <a:lstStyle>
            <a:lvl1pPr algn="r">
              <a:defRPr lang="en-US" sz="4000" dirty="0">
                <a:gradFill>
                  <a:gsLst>
                    <a:gs pos="66000">
                      <a:schemeClr val="accent2"/>
                    </a:gs>
                    <a:gs pos="100000">
                      <a:schemeClr val="accent1"/>
                    </a:gs>
                    <a:gs pos="33000">
                      <a:schemeClr val="accent3"/>
                    </a:gs>
                    <a:gs pos="0">
                      <a:schemeClr val="accent4"/>
                    </a:gs>
                  </a:gsLst>
                  <a:lin ang="18600000" scaled="0"/>
                </a:gradFill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>
              <a:lnSpc>
                <a:spcPct val="10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79CC0C9-06B3-48A5-BD12-0AF42911722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05600" y="3176400"/>
            <a:ext cx="4876800" cy="27348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subtitle text</a:t>
            </a:r>
          </a:p>
        </p:txBody>
      </p:sp>
    </p:spTree>
    <p:extLst>
      <p:ext uri="{BB962C8B-B14F-4D97-AF65-F5344CB8AC3E}">
        <p14:creationId xmlns:p14="http://schemas.microsoft.com/office/powerpoint/2010/main" val="980766345"/>
      </p:ext>
    </p:extLst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L-Image-04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10F00EBF-B287-4A97-94A2-58659FC1210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39840" y="990600"/>
            <a:ext cx="4876800" cy="4876800"/>
          </a:xfrm>
          <a:prstGeom prst="roundRect">
            <a:avLst>
              <a:gd name="adj" fmla="val 3125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19592328"/>
      </p:ext>
    </p:extLst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L-Image-01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DC582E34-45AC-46BF-8372-92FBB6191E3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" y="3054096"/>
            <a:ext cx="1450848" cy="1450848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 dirty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66997297-9A29-4E56-84A9-E69844C06DC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3054096"/>
            <a:ext cx="1450848" cy="1450848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 dirty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DF71F00-E8FD-4130-A73B-7C83436C0D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838200"/>
            <a:ext cx="10972800" cy="609600"/>
          </a:xfrm>
          <a:prstGeom prst="rect">
            <a:avLst/>
          </a:prstGeom>
        </p:spPr>
        <p:txBody>
          <a:bodyPr anchor="ctr"/>
          <a:lstStyle>
            <a:lvl1pPr marL="0" algn="ctr" defTabSz="914446" rtl="0" eaLnBrk="1" latinLnBrk="0" hangingPunct="1">
              <a:lnSpc>
                <a:spcPct val="100000"/>
              </a:lnSpc>
              <a:spcBef>
                <a:spcPts val="0"/>
              </a:spcBef>
              <a:defRPr lang="en-US" sz="4400" kern="1200" dirty="0">
                <a:solidFill>
                  <a:schemeClr val="bg1"/>
                </a:soli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 indent="0" algn="ctr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Your Main Title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B13EDE2D-E00B-4784-8152-7CD08FA1264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396240"/>
            <a:ext cx="10972800" cy="355601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A" sz="1600" kern="1200" spc="333" dirty="0">
                <a:solidFill>
                  <a:schemeClr val="tx2"/>
                </a:solidFill>
                <a:latin typeface="+mn-lt"/>
                <a:ea typeface="Roboto Thin" pitchFamily="2" charset="0"/>
                <a:cs typeface="+mn-cs"/>
              </a:defRPr>
            </a:lvl1pPr>
          </a:lstStyle>
          <a:p>
            <a:pPr marL="0" lvl="0" algn="ctr" defTabSz="914446" rtl="0" eaLnBrk="1" latinLnBrk="0" hangingPunct="1"/>
            <a:r>
              <a:rPr lang="en-UA" dirty="0"/>
              <a:t>YOUR SUBTITLE</a:t>
            </a:r>
          </a:p>
        </p:txBody>
      </p:sp>
    </p:spTree>
    <p:extLst>
      <p:ext uri="{BB962C8B-B14F-4D97-AF65-F5344CB8AC3E}">
        <p14:creationId xmlns:p14="http://schemas.microsoft.com/office/powerpoint/2010/main" val="2424678734"/>
      </p:ext>
    </p:extLst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L-Image-02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95AC126F-6485-4019-9F1C-23399613546C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2147929" y="2667000"/>
            <a:ext cx="1018032" cy="1018032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 dirty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14D8ABFC-DBE7-4716-B767-E205B88489BB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9028685" y="2667000"/>
            <a:ext cx="1018032" cy="1018032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 dirty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4260601E-5209-47F8-B78D-C4E58BFB16A7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5586984" y="2667000"/>
            <a:ext cx="1018032" cy="1018032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 dirty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D3152E6-5B6E-FF9B-B99C-59E8993DA5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838200"/>
            <a:ext cx="10972800" cy="609600"/>
          </a:xfrm>
          <a:prstGeom prst="rect">
            <a:avLst/>
          </a:prstGeom>
        </p:spPr>
        <p:txBody>
          <a:bodyPr anchor="ctr"/>
          <a:lstStyle>
            <a:lvl1pPr marL="0" algn="ctr" defTabSz="914446" rtl="0" eaLnBrk="1" latinLnBrk="0" hangingPunct="1">
              <a:lnSpc>
                <a:spcPct val="100000"/>
              </a:lnSpc>
              <a:spcBef>
                <a:spcPts val="0"/>
              </a:spcBef>
              <a:defRPr lang="en-US" sz="4400" kern="1200" dirty="0">
                <a:solidFill>
                  <a:schemeClr val="bg1"/>
                </a:soli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 indent="0" algn="ctr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Your Main Title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78C7388-BAB6-BD66-158D-8C615183439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396240"/>
            <a:ext cx="10972800" cy="355601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A" sz="1600" kern="1200" spc="333" dirty="0">
                <a:solidFill>
                  <a:schemeClr val="tx2"/>
                </a:solidFill>
                <a:latin typeface="+mn-lt"/>
                <a:ea typeface="Roboto Thin" pitchFamily="2" charset="0"/>
                <a:cs typeface="+mn-cs"/>
              </a:defRPr>
            </a:lvl1pPr>
          </a:lstStyle>
          <a:p>
            <a:pPr marL="0" lvl="0" algn="ctr" defTabSz="914446" rtl="0" eaLnBrk="1" latinLnBrk="0" hangingPunct="1"/>
            <a:r>
              <a:rPr lang="en-UA" dirty="0"/>
              <a:t>YOUR SUBTITLE</a:t>
            </a:r>
          </a:p>
        </p:txBody>
      </p:sp>
    </p:spTree>
    <p:extLst>
      <p:ext uri="{BB962C8B-B14F-4D97-AF65-F5344CB8AC3E}">
        <p14:creationId xmlns:p14="http://schemas.microsoft.com/office/powerpoint/2010/main" val="594674021"/>
      </p:ext>
    </p:extLst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L-Image-03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0AB8959D-88A4-4972-9276-40BC99DE39B2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6986016" y="2705825"/>
            <a:ext cx="1018032" cy="1018032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 dirty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95AC126F-6485-4019-9F1C-23399613546C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1389888" y="2705825"/>
            <a:ext cx="1018032" cy="1018032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 dirty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14D8ABFC-DBE7-4716-B767-E205B88489BB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9784080" y="2705825"/>
            <a:ext cx="1018032" cy="1018032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 dirty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4260601E-5209-47F8-B78D-C4E58BFB16A7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4187952" y="2705825"/>
            <a:ext cx="1018032" cy="1018032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 dirty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866DECC-8E72-892E-10C5-FB0D52B3FB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838200"/>
            <a:ext cx="10972800" cy="609600"/>
          </a:xfrm>
          <a:prstGeom prst="rect">
            <a:avLst/>
          </a:prstGeom>
        </p:spPr>
        <p:txBody>
          <a:bodyPr anchor="ctr"/>
          <a:lstStyle>
            <a:lvl1pPr marL="0" algn="ctr" defTabSz="914446" rtl="0" eaLnBrk="1" latinLnBrk="0" hangingPunct="1">
              <a:lnSpc>
                <a:spcPct val="100000"/>
              </a:lnSpc>
              <a:spcBef>
                <a:spcPts val="0"/>
              </a:spcBef>
              <a:defRPr lang="en-US" sz="4400" kern="1200" dirty="0">
                <a:solidFill>
                  <a:schemeClr val="bg1"/>
                </a:soli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 indent="0" algn="ctr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Your Main Title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F8084853-8A75-8FF4-22AB-85F5137A79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396240"/>
            <a:ext cx="10972800" cy="355601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A" sz="1600" kern="1200" spc="333" dirty="0">
                <a:solidFill>
                  <a:schemeClr val="tx2"/>
                </a:solidFill>
                <a:latin typeface="+mn-lt"/>
                <a:ea typeface="Roboto Thin" pitchFamily="2" charset="0"/>
                <a:cs typeface="+mn-cs"/>
              </a:defRPr>
            </a:lvl1pPr>
          </a:lstStyle>
          <a:p>
            <a:pPr marL="0" lvl="0" algn="ctr" defTabSz="914446" rtl="0" eaLnBrk="1" latinLnBrk="0" hangingPunct="1"/>
            <a:r>
              <a:rPr lang="en-UA" dirty="0"/>
              <a:t>YOUR SUBTITLE</a:t>
            </a:r>
          </a:p>
        </p:txBody>
      </p:sp>
    </p:spTree>
    <p:extLst>
      <p:ext uri="{BB962C8B-B14F-4D97-AF65-F5344CB8AC3E}">
        <p14:creationId xmlns:p14="http://schemas.microsoft.com/office/powerpoint/2010/main" val="2963161109"/>
      </p:ext>
    </p:extLst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PORTFOLIO-Image-01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6095999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50570483"/>
      </p:ext>
    </p:extLst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ORTFOLIO-Image-05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" y="609600"/>
            <a:ext cx="2578608" cy="2578608"/>
          </a:xfrm>
          <a:prstGeom prst="roundRect">
            <a:avLst>
              <a:gd name="adj" fmla="val 0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B21BCA39-ADFB-4BE6-9D20-13E8FADF99B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003792" y="609600"/>
            <a:ext cx="2578608" cy="2578608"/>
          </a:xfrm>
          <a:prstGeom prst="roundRect">
            <a:avLst>
              <a:gd name="adj" fmla="val 0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0B57B0E6-36B2-4E47-96C2-1EDF4BBE794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07664" y="609600"/>
            <a:ext cx="2578608" cy="2578608"/>
          </a:xfrm>
          <a:prstGeom prst="roundRect">
            <a:avLst>
              <a:gd name="adj" fmla="val 0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31BC7345-85E6-4338-92D9-E8AC45730E2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05728" y="609600"/>
            <a:ext cx="2578608" cy="2578608"/>
          </a:xfrm>
          <a:prstGeom prst="roundRect">
            <a:avLst>
              <a:gd name="adj" fmla="val 0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630717750"/>
      </p:ext>
    </p:extLst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ATA-Image-03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CD6A1AF2-0E5E-C543-BCC9-497B3A3D32F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470654" y="2999232"/>
            <a:ext cx="3249168" cy="3249168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A" sz="1867">
                <a:solidFill>
                  <a:schemeClr val="bg1"/>
                </a:solidFill>
              </a:defRPr>
            </a:lvl1pPr>
          </a:lstStyle>
          <a:p>
            <a:pPr lvl="0"/>
            <a:endParaRPr lang="en-UA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35FD3BED-494D-7C46-A085-4717BEA81D1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31708" y="2999232"/>
            <a:ext cx="3249168" cy="3249168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A" sz="1867">
                <a:solidFill>
                  <a:schemeClr val="bg1"/>
                </a:solidFill>
              </a:defRPr>
            </a:lvl1pPr>
          </a:lstStyle>
          <a:p>
            <a:pPr lvl="0"/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1556544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ATA-Image-02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EE3198DC-382B-B047-809E-869BFCC20B1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07200" y="609600"/>
            <a:ext cx="4775200" cy="56388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A" sz="1867">
                <a:solidFill>
                  <a:schemeClr val="bg1"/>
                </a:solidFill>
              </a:defRPr>
            </a:lvl1pPr>
          </a:lstStyle>
          <a:p>
            <a:pPr lvl="0"/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631638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ATA-Image-04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A4EAD187-1DE1-43E0-829B-D15CC2978DC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470987" y="609601"/>
            <a:ext cx="4068979" cy="56388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A" sz="1867">
                <a:solidFill>
                  <a:schemeClr val="bg1"/>
                </a:solidFill>
              </a:defRPr>
            </a:lvl1pPr>
          </a:lstStyle>
          <a:p>
            <a:pPr lvl="0"/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435421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ATA-Image-08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A4EAD187-1DE1-43E0-829B-D15CC2978DC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" y="0"/>
            <a:ext cx="2639569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A" sz="1867">
                <a:solidFill>
                  <a:schemeClr val="bg1"/>
                </a:solidFill>
              </a:defRPr>
            </a:lvl1pPr>
          </a:lstStyle>
          <a:p>
            <a:pPr lvl="0"/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561382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ATA-Image-07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A4EAD187-1DE1-43E0-829B-D15CC2978DC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1997" cy="3429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A" sz="1867">
                <a:solidFill>
                  <a:schemeClr val="bg1"/>
                </a:solidFill>
              </a:defRPr>
            </a:lvl1pPr>
          </a:lstStyle>
          <a:p>
            <a:pPr lvl="0"/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271650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17" Type="http://schemas.openxmlformats.org/officeDocument/2006/relationships/slideLayout" Target="../slideLayouts/slideLayout128.xml"/><Relationship Id="rId21" Type="http://schemas.openxmlformats.org/officeDocument/2006/relationships/slideLayout" Target="../slideLayouts/slideLayout32.xml"/><Relationship Id="rId42" Type="http://schemas.openxmlformats.org/officeDocument/2006/relationships/slideLayout" Target="../slideLayouts/slideLayout53.xml"/><Relationship Id="rId63" Type="http://schemas.openxmlformats.org/officeDocument/2006/relationships/slideLayout" Target="../slideLayouts/slideLayout74.xml"/><Relationship Id="rId84" Type="http://schemas.openxmlformats.org/officeDocument/2006/relationships/slideLayout" Target="../slideLayouts/slideLayout95.xml"/><Relationship Id="rId138" Type="http://schemas.openxmlformats.org/officeDocument/2006/relationships/slideLayout" Target="../slideLayouts/slideLayout149.xml"/><Relationship Id="rId159" Type="http://schemas.openxmlformats.org/officeDocument/2006/relationships/slideLayout" Target="../slideLayouts/slideLayout170.xml"/><Relationship Id="rId170" Type="http://schemas.openxmlformats.org/officeDocument/2006/relationships/slideLayout" Target="../slideLayouts/slideLayout181.xml"/><Relationship Id="rId191" Type="http://schemas.openxmlformats.org/officeDocument/2006/relationships/slideLayout" Target="../slideLayouts/slideLayout202.xml"/><Relationship Id="rId205" Type="http://schemas.openxmlformats.org/officeDocument/2006/relationships/slideLayout" Target="../slideLayouts/slideLayout216.xml"/><Relationship Id="rId226" Type="http://schemas.openxmlformats.org/officeDocument/2006/relationships/slideLayout" Target="../slideLayouts/slideLayout237.xml"/><Relationship Id="rId107" Type="http://schemas.openxmlformats.org/officeDocument/2006/relationships/slideLayout" Target="../slideLayouts/slideLayout118.xml"/><Relationship Id="rId11" Type="http://schemas.openxmlformats.org/officeDocument/2006/relationships/slideLayout" Target="../slideLayouts/slideLayout22.xml"/><Relationship Id="rId32" Type="http://schemas.openxmlformats.org/officeDocument/2006/relationships/slideLayout" Target="../slideLayouts/slideLayout43.xml"/><Relationship Id="rId53" Type="http://schemas.openxmlformats.org/officeDocument/2006/relationships/slideLayout" Target="../slideLayouts/slideLayout64.xml"/><Relationship Id="rId74" Type="http://schemas.openxmlformats.org/officeDocument/2006/relationships/slideLayout" Target="../slideLayouts/slideLayout85.xml"/><Relationship Id="rId128" Type="http://schemas.openxmlformats.org/officeDocument/2006/relationships/slideLayout" Target="../slideLayouts/slideLayout139.xml"/><Relationship Id="rId149" Type="http://schemas.openxmlformats.org/officeDocument/2006/relationships/slideLayout" Target="../slideLayouts/slideLayout160.xml"/><Relationship Id="rId5" Type="http://schemas.openxmlformats.org/officeDocument/2006/relationships/slideLayout" Target="../slideLayouts/slideLayout16.xml"/><Relationship Id="rId95" Type="http://schemas.openxmlformats.org/officeDocument/2006/relationships/slideLayout" Target="../slideLayouts/slideLayout106.xml"/><Relationship Id="rId160" Type="http://schemas.openxmlformats.org/officeDocument/2006/relationships/slideLayout" Target="../slideLayouts/slideLayout171.xml"/><Relationship Id="rId181" Type="http://schemas.openxmlformats.org/officeDocument/2006/relationships/slideLayout" Target="../slideLayouts/slideLayout192.xml"/><Relationship Id="rId216" Type="http://schemas.openxmlformats.org/officeDocument/2006/relationships/slideLayout" Target="../slideLayouts/slideLayout227.xml"/><Relationship Id="rId22" Type="http://schemas.openxmlformats.org/officeDocument/2006/relationships/slideLayout" Target="../slideLayouts/slideLayout33.xml"/><Relationship Id="rId43" Type="http://schemas.openxmlformats.org/officeDocument/2006/relationships/slideLayout" Target="../slideLayouts/slideLayout54.xml"/><Relationship Id="rId64" Type="http://schemas.openxmlformats.org/officeDocument/2006/relationships/slideLayout" Target="../slideLayouts/slideLayout75.xml"/><Relationship Id="rId118" Type="http://schemas.openxmlformats.org/officeDocument/2006/relationships/slideLayout" Target="../slideLayouts/slideLayout129.xml"/><Relationship Id="rId139" Type="http://schemas.openxmlformats.org/officeDocument/2006/relationships/slideLayout" Target="../slideLayouts/slideLayout150.xml"/><Relationship Id="rId85" Type="http://schemas.openxmlformats.org/officeDocument/2006/relationships/slideLayout" Target="../slideLayouts/slideLayout96.xml"/><Relationship Id="rId150" Type="http://schemas.openxmlformats.org/officeDocument/2006/relationships/slideLayout" Target="../slideLayouts/slideLayout161.xml"/><Relationship Id="rId171" Type="http://schemas.openxmlformats.org/officeDocument/2006/relationships/slideLayout" Target="../slideLayouts/slideLayout182.xml"/><Relationship Id="rId192" Type="http://schemas.openxmlformats.org/officeDocument/2006/relationships/slideLayout" Target="../slideLayouts/slideLayout203.xml"/><Relationship Id="rId206" Type="http://schemas.openxmlformats.org/officeDocument/2006/relationships/slideLayout" Target="../slideLayouts/slideLayout217.xml"/><Relationship Id="rId227" Type="http://schemas.openxmlformats.org/officeDocument/2006/relationships/slideLayout" Target="../slideLayouts/slideLayout238.xml"/><Relationship Id="rId12" Type="http://schemas.openxmlformats.org/officeDocument/2006/relationships/slideLayout" Target="../slideLayouts/slideLayout23.xml"/><Relationship Id="rId33" Type="http://schemas.openxmlformats.org/officeDocument/2006/relationships/slideLayout" Target="../slideLayouts/slideLayout44.xml"/><Relationship Id="rId108" Type="http://schemas.openxmlformats.org/officeDocument/2006/relationships/slideLayout" Target="../slideLayouts/slideLayout119.xml"/><Relationship Id="rId129" Type="http://schemas.openxmlformats.org/officeDocument/2006/relationships/slideLayout" Target="../slideLayouts/slideLayout140.xml"/><Relationship Id="rId54" Type="http://schemas.openxmlformats.org/officeDocument/2006/relationships/slideLayout" Target="../slideLayouts/slideLayout65.xml"/><Relationship Id="rId75" Type="http://schemas.openxmlformats.org/officeDocument/2006/relationships/slideLayout" Target="../slideLayouts/slideLayout86.xml"/><Relationship Id="rId96" Type="http://schemas.openxmlformats.org/officeDocument/2006/relationships/slideLayout" Target="../slideLayouts/slideLayout107.xml"/><Relationship Id="rId140" Type="http://schemas.openxmlformats.org/officeDocument/2006/relationships/slideLayout" Target="../slideLayouts/slideLayout151.xml"/><Relationship Id="rId161" Type="http://schemas.openxmlformats.org/officeDocument/2006/relationships/slideLayout" Target="../slideLayouts/slideLayout172.xml"/><Relationship Id="rId182" Type="http://schemas.openxmlformats.org/officeDocument/2006/relationships/slideLayout" Target="../slideLayouts/slideLayout193.xml"/><Relationship Id="rId217" Type="http://schemas.openxmlformats.org/officeDocument/2006/relationships/slideLayout" Target="../slideLayouts/slideLayout228.xml"/><Relationship Id="rId6" Type="http://schemas.openxmlformats.org/officeDocument/2006/relationships/slideLayout" Target="../slideLayouts/slideLayout17.xml"/><Relationship Id="rId23" Type="http://schemas.openxmlformats.org/officeDocument/2006/relationships/slideLayout" Target="../slideLayouts/slideLayout34.xml"/><Relationship Id="rId119" Type="http://schemas.openxmlformats.org/officeDocument/2006/relationships/slideLayout" Target="../slideLayouts/slideLayout130.xml"/><Relationship Id="rId44" Type="http://schemas.openxmlformats.org/officeDocument/2006/relationships/slideLayout" Target="../slideLayouts/slideLayout55.xml"/><Relationship Id="rId65" Type="http://schemas.openxmlformats.org/officeDocument/2006/relationships/slideLayout" Target="../slideLayouts/slideLayout76.xml"/><Relationship Id="rId86" Type="http://schemas.openxmlformats.org/officeDocument/2006/relationships/slideLayout" Target="../slideLayouts/slideLayout97.xml"/><Relationship Id="rId130" Type="http://schemas.openxmlformats.org/officeDocument/2006/relationships/slideLayout" Target="../slideLayouts/slideLayout141.xml"/><Relationship Id="rId151" Type="http://schemas.openxmlformats.org/officeDocument/2006/relationships/slideLayout" Target="../slideLayouts/slideLayout162.xml"/><Relationship Id="rId172" Type="http://schemas.openxmlformats.org/officeDocument/2006/relationships/slideLayout" Target="../slideLayouts/slideLayout183.xml"/><Relationship Id="rId193" Type="http://schemas.openxmlformats.org/officeDocument/2006/relationships/slideLayout" Target="../slideLayouts/slideLayout204.xml"/><Relationship Id="rId207" Type="http://schemas.openxmlformats.org/officeDocument/2006/relationships/slideLayout" Target="../slideLayouts/slideLayout218.xml"/><Relationship Id="rId228" Type="http://schemas.openxmlformats.org/officeDocument/2006/relationships/slideLayout" Target="../slideLayouts/slideLayout239.xml"/><Relationship Id="rId13" Type="http://schemas.openxmlformats.org/officeDocument/2006/relationships/slideLayout" Target="../slideLayouts/slideLayout24.xml"/><Relationship Id="rId109" Type="http://schemas.openxmlformats.org/officeDocument/2006/relationships/slideLayout" Target="../slideLayouts/slideLayout120.xml"/><Relationship Id="rId34" Type="http://schemas.openxmlformats.org/officeDocument/2006/relationships/slideLayout" Target="../slideLayouts/slideLayout45.xml"/><Relationship Id="rId55" Type="http://schemas.openxmlformats.org/officeDocument/2006/relationships/slideLayout" Target="../slideLayouts/slideLayout66.xml"/><Relationship Id="rId76" Type="http://schemas.openxmlformats.org/officeDocument/2006/relationships/slideLayout" Target="../slideLayouts/slideLayout87.xml"/><Relationship Id="rId97" Type="http://schemas.openxmlformats.org/officeDocument/2006/relationships/slideLayout" Target="../slideLayouts/slideLayout108.xml"/><Relationship Id="rId120" Type="http://schemas.openxmlformats.org/officeDocument/2006/relationships/slideLayout" Target="../slideLayouts/slideLayout131.xml"/><Relationship Id="rId141" Type="http://schemas.openxmlformats.org/officeDocument/2006/relationships/slideLayout" Target="../slideLayouts/slideLayout152.xml"/><Relationship Id="rId7" Type="http://schemas.openxmlformats.org/officeDocument/2006/relationships/slideLayout" Target="../slideLayouts/slideLayout18.xml"/><Relationship Id="rId162" Type="http://schemas.openxmlformats.org/officeDocument/2006/relationships/slideLayout" Target="../slideLayouts/slideLayout173.xml"/><Relationship Id="rId183" Type="http://schemas.openxmlformats.org/officeDocument/2006/relationships/slideLayout" Target="../slideLayouts/slideLayout194.xml"/><Relationship Id="rId218" Type="http://schemas.openxmlformats.org/officeDocument/2006/relationships/slideLayout" Target="../slideLayouts/slideLayout229.xml"/><Relationship Id="rId24" Type="http://schemas.openxmlformats.org/officeDocument/2006/relationships/slideLayout" Target="../slideLayouts/slideLayout35.xml"/><Relationship Id="rId45" Type="http://schemas.openxmlformats.org/officeDocument/2006/relationships/slideLayout" Target="../slideLayouts/slideLayout56.xml"/><Relationship Id="rId66" Type="http://schemas.openxmlformats.org/officeDocument/2006/relationships/slideLayout" Target="../slideLayouts/slideLayout77.xml"/><Relationship Id="rId87" Type="http://schemas.openxmlformats.org/officeDocument/2006/relationships/slideLayout" Target="../slideLayouts/slideLayout98.xml"/><Relationship Id="rId110" Type="http://schemas.openxmlformats.org/officeDocument/2006/relationships/slideLayout" Target="../slideLayouts/slideLayout121.xml"/><Relationship Id="rId131" Type="http://schemas.openxmlformats.org/officeDocument/2006/relationships/slideLayout" Target="../slideLayouts/slideLayout142.xml"/><Relationship Id="rId152" Type="http://schemas.openxmlformats.org/officeDocument/2006/relationships/slideLayout" Target="../slideLayouts/slideLayout163.xml"/><Relationship Id="rId173" Type="http://schemas.openxmlformats.org/officeDocument/2006/relationships/slideLayout" Target="../slideLayouts/slideLayout184.xml"/><Relationship Id="rId194" Type="http://schemas.openxmlformats.org/officeDocument/2006/relationships/slideLayout" Target="../slideLayouts/slideLayout205.xml"/><Relationship Id="rId208" Type="http://schemas.openxmlformats.org/officeDocument/2006/relationships/slideLayout" Target="../slideLayouts/slideLayout219.xml"/><Relationship Id="rId229" Type="http://schemas.openxmlformats.org/officeDocument/2006/relationships/slideLayout" Target="../slideLayouts/slideLayout240.xml"/><Relationship Id="rId14" Type="http://schemas.openxmlformats.org/officeDocument/2006/relationships/slideLayout" Target="../slideLayouts/slideLayout25.xml"/><Relationship Id="rId35" Type="http://schemas.openxmlformats.org/officeDocument/2006/relationships/slideLayout" Target="../slideLayouts/slideLayout46.xml"/><Relationship Id="rId56" Type="http://schemas.openxmlformats.org/officeDocument/2006/relationships/slideLayout" Target="../slideLayouts/slideLayout67.xml"/><Relationship Id="rId77" Type="http://schemas.openxmlformats.org/officeDocument/2006/relationships/slideLayout" Target="../slideLayouts/slideLayout88.xml"/><Relationship Id="rId100" Type="http://schemas.openxmlformats.org/officeDocument/2006/relationships/slideLayout" Target="../slideLayouts/slideLayout111.xml"/><Relationship Id="rId8" Type="http://schemas.openxmlformats.org/officeDocument/2006/relationships/slideLayout" Target="../slideLayouts/slideLayout19.xml"/><Relationship Id="rId98" Type="http://schemas.openxmlformats.org/officeDocument/2006/relationships/slideLayout" Target="../slideLayouts/slideLayout109.xml"/><Relationship Id="rId121" Type="http://schemas.openxmlformats.org/officeDocument/2006/relationships/slideLayout" Target="../slideLayouts/slideLayout132.xml"/><Relationship Id="rId142" Type="http://schemas.openxmlformats.org/officeDocument/2006/relationships/slideLayout" Target="../slideLayouts/slideLayout153.xml"/><Relationship Id="rId163" Type="http://schemas.openxmlformats.org/officeDocument/2006/relationships/slideLayout" Target="../slideLayouts/slideLayout174.xml"/><Relationship Id="rId184" Type="http://schemas.openxmlformats.org/officeDocument/2006/relationships/slideLayout" Target="../slideLayouts/slideLayout195.xml"/><Relationship Id="rId219" Type="http://schemas.openxmlformats.org/officeDocument/2006/relationships/slideLayout" Target="../slideLayouts/slideLayout230.xml"/><Relationship Id="rId230" Type="http://schemas.openxmlformats.org/officeDocument/2006/relationships/slideLayout" Target="../slideLayouts/slideLayout241.xml"/><Relationship Id="rId25" Type="http://schemas.openxmlformats.org/officeDocument/2006/relationships/slideLayout" Target="../slideLayouts/slideLayout36.xml"/><Relationship Id="rId46" Type="http://schemas.openxmlformats.org/officeDocument/2006/relationships/slideLayout" Target="../slideLayouts/slideLayout57.xml"/><Relationship Id="rId67" Type="http://schemas.openxmlformats.org/officeDocument/2006/relationships/slideLayout" Target="../slideLayouts/slideLayout78.xml"/><Relationship Id="rId116" Type="http://schemas.openxmlformats.org/officeDocument/2006/relationships/slideLayout" Target="../slideLayouts/slideLayout127.xml"/><Relationship Id="rId137" Type="http://schemas.openxmlformats.org/officeDocument/2006/relationships/slideLayout" Target="../slideLayouts/slideLayout148.xml"/><Relationship Id="rId158" Type="http://schemas.openxmlformats.org/officeDocument/2006/relationships/slideLayout" Target="../slideLayouts/slideLayout169.xml"/><Relationship Id="rId20" Type="http://schemas.openxmlformats.org/officeDocument/2006/relationships/slideLayout" Target="../slideLayouts/slideLayout31.xml"/><Relationship Id="rId41" Type="http://schemas.openxmlformats.org/officeDocument/2006/relationships/slideLayout" Target="../slideLayouts/slideLayout52.xml"/><Relationship Id="rId62" Type="http://schemas.openxmlformats.org/officeDocument/2006/relationships/slideLayout" Target="../slideLayouts/slideLayout73.xml"/><Relationship Id="rId83" Type="http://schemas.openxmlformats.org/officeDocument/2006/relationships/slideLayout" Target="../slideLayouts/slideLayout94.xml"/><Relationship Id="rId88" Type="http://schemas.openxmlformats.org/officeDocument/2006/relationships/slideLayout" Target="../slideLayouts/slideLayout99.xml"/><Relationship Id="rId111" Type="http://schemas.openxmlformats.org/officeDocument/2006/relationships/slideLayout" Target="../slideLayouts/slideLayout122.xml"/><Relationship Id="rId132" Type="http://schemas.openxmlformats.org/officeDocument/2006/relationships/slideLayout" Target="../slideLayouts/slideLayout143.xml"/><Relationship Id="rId153" Type="http://schemas.openxmlformats.org/officeDocument/2006/relationships/slideLayout" Target="../slideLayouts/slideLayout164.xml"/><Relationship Id="rId174" Type="http://schemas.openxmlformats.org/officeDocument/2006/relationships/slideLayout" Target="../slideLayouts/slideLayout185.xml"/><Relationship Id="rId179" Type="http://schemas.openxmlformats.org/officeDocument/2006/relationships/slideLayout" Target="../slideLayouts/slideLayout190.xml"/><Relationship Id="rId195" Type="http://schemas.openxmlformats.org/officeDocument/2006/relationships/slideLayout" Target="../slideLayouts/slideLayout206.xml"/><Relationship Id="rId209" Type="http://schemas.openxmlformats.org/officeDocument/2006/relationships/slideLayout" Target="../slideLayouts/slideLayout220.xml"/><Relationship Id="rId190" Type="http://schemas.openxmlformats.org/officeDocument/2006/relationships/slideLayout" Target="../slideLayouts/slideLayout201.xml"/><Relationship Id="rId204" Type="http://schemas.openxmlformats.org/officeDocument/2006/relationships/slideLayout" Target="../slideLayouts/slideLayout215.xml"/><Relationship Id="rId220" Type="http://schemas.openxmlformats.org/officeDocument/2006/relationships/slideLayout" Target="../slideLayouts/slideLayout231.xml"/><Relationship Id="rId225" Type="http://schemas.openxmlformats.org/officeDocument/2006/relationships/slideLayout" Target="../slideLayouts/slideLayout236.xml"/><Relationship Id="rId15" Type="http://schemas.openxmlformats.org/officeDocument/2006/relationships/slideLayout" Target="../slideLayouts/slideLayout26.xml"/><Relationship Id="rId36" Type="http://schemas.openxmlformats.org/officeDocument/2006/relationships/slideLayout" Target="../slideLayouts/slideLayout47.xml"/><Relationship Id="rId57" Type="http://schemas.openxmlformats.org/officeDocument/2006/relationships/slideLayout" Target="../slideLayouts/slideLayout68.xml"/><Relationship Id="rId106" Type="http://schemas.openxmlformats.org/officeDocument/2006/relationships/slideLayout" Target="../slideLayouts/slideLayout117.xml"/><Relationship Id="rId127" Type="http://schemas.openxmlformats.org/officeDocument/2006/relationships/slideLayout" Target="../slideLayouts/slideLayout138.xml"/><Relationship Id="rId10" Type="http://schemas.openxmlformats.org/officeDocument/2006/relationships/slideLayout" Target="../slideLayouts/slideLayout21.xml"/><Relationship Id="rId31" Type="http://schemas.openxmlformats.org/officeDocument/2006/relationships/slideLayout" Target="../slideLayouts/slideLayout42.xml"/><Relationship Id="rId52" Type="http://schemas.openxmlformats.org/officeDocument/2006/relationships/slideLayout" Target="../slideLayouts/slideLayout63.xml"/><Relationship Id="rId73" Type="http://schemas.openxmlformats.org/officeDocument/2006/relationships/slideLayout" Target="../slideLayouts/slideLayout84.xml"/><Relationship Id="rId78" Type="http://schemas.openxmlformats.org/officeDocument/2006/relationships/slideLayout" Target="../slideLayouts/slideLayout89.xml"/><Relationship Id="rId94" Type="http://schemas.openxmlformats.org/officeDocument/2006/relationships/slideLayout" Target="../slideLayouts/slideLayout105.xml"/><Relationship Id="rId99" Type="http://schemas.openxmlformats.org/officeDocument/2006/relationships/slideLayout" Target="../slideLayouts/slideLayout110.xml"/><Relationship Id="rId101" Type="http://schemas.openxmlformats.org/officeDocument/2006/relationships/slideLayout" Target="../slideLayouts/slideLayout112.xml"/><Relationship Id="rId122" Type="http://schemas.openxmlformats.org/officeDocument/2006/relationships/slideLayout" Target="../slideLayouts/slideLayout133.xml"/><Relationship Id="rId143" Type="http://schemas.openxmlformats.org/officeDocument/2006/relationships/slideLayout" Target="../slideLayouts/slideLayout154.xml"/><Relationship Id="rId148" Type="http://schemas.openxmlformats.org/officeDocument/2006/relationships/slideLayout" Target="../slideLayouts/slideLayout159.xml"/><Relationship Id="rId164" Type="http://schemas.openxmlformats.org/officeDocument/2006/relationships/slideLayout" Target="../slideLayouts/slideLayout175.xml"/><Relationship Id="rId169" Type="http://schemas.openxmlformats.org/officeDocument/2006/relationships/slideLayout" Target="../slideLayouts/slideLayout180.xml"/><Relationship Id="rId185" Type="http://schemas.openxmlformats.org/officeDocument/2006/relationships/slideLayout" Target="../slideLayouts/slideLayout196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80" Type="http://schemas.openxmlformats.org/officeDocument/2006/relationships/slideLayout" Target="../slideLayouts/slideLayout191.xml"/><Relationship Id="rId210" Type="http://schemas.openxmlformats.org/officeDocument/2006/relationships/slideLayout" Target="../slideLayouts/slideLayout221.xml"/><Relationship Id="rId215" Type="http://schemas.openxmlformats.org/officeDocument/2006/relationships/slideLayout" Target="../slideLayouts/slideLayout226.xml"/><Relationship Id="rId26" Type="http://schemas.openxmlformats.org/officeDocument/2006/relationships/slideLayout" Target="../slideLayouts/slideLayout37.xml"/><Relationship Id="rId231" Type="http://schemas.openxmlformats.org/officeDocument/2006/relationships/theme" Target="../theme/theme2.xml"/><Relationship Id="rId47" Type="http://schemas.openxmlformats.org/officeDocument/2006/relationships/slideLayout" Target="../slideLayouts/slideLayout58.xml"/><Relationship Id="rId68" Type="http://schemas.openxmlformats.org/officeDocument/2006/relationships/slideLayout" Target="../slideLayouts/slideLayout79.xml"/><Relationship Id="rId89" Type="http://schemas.openxmlformats.org/officeDocument/2006/relationships/slideLayout" Target="../slideLayouts/slideLayout100.xml"/><Relationship Id="rId112" Type="http://schemas.openxmlformats.org/officeDocument/2006/relationships/slideLayout" Target="../slideLayouts/slideLayout123.xml"/><Relationship Id="rId133" Type="http://schemas.openxmlformats.org/officeDocument/2006/relationships/slideLayout" Target="../slideLayouts/slideLayout144.xml"/><Relationship Id="rId154" Type="http://schemas.openxmlformats.org/officeDocument/2006/relationships/slideLayout" Target="../slideLayouts/slideLayout165.xml"/><Relationship Id="rId175" Type="http://schemas.openxmlformats.org/officeDocument/2006/relationships/slideLayout" Target="../slideLayouts/slideLayout186.xml"/><Relationship Id="rId196" Type="http://schemas.openxmlformats.org/officeDocument/2006/relationships/slideLayout" Target="../slideLayouts/slideLayout207.xml"/><Relationship Id="rId200" Type="http://schemas.openxmlformats.org/officeDocument/2006/relationships/slideLayout" Target="../slideLayouts/slideLayout211.xml"/><Relationship Id="rId16" Type="http://schemas.openxmlformats.org/officeDocument/2006/relationships/slideLayout" Target="../slideLayouts/slideLayout27.xml"/><Relationship Id="rId221" Type="http://schemas.openxmlformats.org/officeDocument/2006/relationships/slideLayout" Target="../slideLayouts/slideLayout232.xml"/><Relationship Id="rId37" Type="http://schemas.openxmlformats.org/officeDocument/2006/relationships/slideLayout" Target="../slideLayouts/slideLayout48.xml"/><Relationship Id="rId58" Type="http://schemas.openxmlformats.org/officeDocument/2006/relationships/slideLayout" Target="../slideLayouts/slideLayout69.xml"/><Relationship Id="rId79" Type="http://schemas.openxmlformats.org/officeDocument/2006/relationships/slideLayout" Target="../slideLayouts/slideLayout90.xml"/><Relationship Id="rId102" Type="http://schemas.openxmlformats.org/officeDocument/2006/relationships/slideLayout" Target="../slideLayouts/slideLayout113.xml"/><Relationship Id="rId123" Type="http://schemas.openxmlformats.org/officeDocument/2006/relationships/slideLayout" Target="../slideLayouts/slideLayout134.xml"/><Relationship Id="rId144" Type="http://schemas.openxmlformats.org/officeDocument/2006/relationships/slideLayout" Target="../slideLayouts/slideLayout155.xml"/><Relationship Id="rId90" Type="http://schemas.openxmlformats.org/officeDocument/2006/relationships/slideLayout" Target="../slideLayouts/slideLayout101.xml"/><Relationship Id="rId165" Type="http://schemas.openxmlformats.org/officeDocument/2006/relationships/slideLayout" Target="../slideLayouts/slideLayout176.xml"/><Relationship Id="rId186" Type="http://schemas.openxmlformats.org/officeDocument/2006/relationships/slideLayout" Target="../slideLayouts/slideLayout197.xml"/><Relationship Id="rId211" Type="http://schemas.openxmlformats.org/officeDocument/2006/relationships/slideLayout" Target="../slideLayouts/slideLayout222.xml"/><Relationship Id="rId27" Type="http://schemas.openxmlformats.org/officeDocument/2006/relationships/slideLayout" Target="../slideLayouts/slideLayout38.xml"/><Relationship Id="rId48" Type="http://schemas.openxmlformats.org/officeDocument/2006/relationships/slideLayout" Target="../slideLayouts/slideLayout59.xml"/><Relationship Id="rId69" Type="http://schemas.openxmlformats.org/officeDocument/2006/relationships/slideLayout" Target="../slideLayouts/slideLayout80.xml"/><Relationship Id="rId113" Type="http://schemas.openxmlformats.org/officeDocument/2006/relationships/slideLayout" Target="../slideLayouts/slideLayout124.xml"/><Relationship Id="rId134" Type="http://schemas.openxmlformats.org/officeDocument/2006/relationships/slideLayout" Target="../slideLayouts/slideLayout145.xml"/><Relationship Id="rId80" Type="http://schemas.openxmlformats.org/officeDocument/2006/relationships/slideLayout" Target="../slideLayouts/slideLayout91.xml"/><Relationship Id="rId155" Type="http://schemas.openxmlformats.org/officeDocument/2006/relationships/slideLayout" Target="../slideLayouts/slideLayout166.xml"/><Relationship Id="rId176" Type="http://schemas.openxmlformats.org/officeDocument/2006/relationships/slideLayout" Target="../slideLayouts/slideLayout187.xml"/><Relationship Id="rId197" Type="http://schemas.openxmlformats.org/officeDocument/2006/relationships/slideLayout" Target="../slideLayouts/slideLayout208.xml"/><Relationship Id="rId201" Type="http://schemas.openxmlformats.org/officeDocument/2006/relationships/slideLayout" Target="../slideLayouts/slideLayout212.xml"/><Relationship Id="rId222" Type="http://schemas.openxmlformats.org/officeDocument/2006/relationships/slideLayout" Target="../slideLayouts/slideLayout233.xml"/><Relationship Id="rId17" Type="http://schemas.openxmlformats.org/officeDocument/2006/relationships/slideLayout" Target="../slideLayouts/slideLayout28.xml"/><Relationship Id="rId38" Type="http://schemas.openxmlformats.org/officeDocument/2006/relationships/slideLayout" Target="../slideLayouts/slideLayout49.xml"/><Relationship Id="rId59" Type="http://schemas.openxmlformats.org/officeDocument/2006/relationships/slideLayout" Target="../slideLayouts/slideLayout70.xml"/><Relationship Id="rId103" Type="http://schemas.openxmlformats.org/officeDocument/2006/relationships/slideLayout" Target="../slideLayouts/slideLayout114.xml"/><Relationship Id="rId124" Type="http://schemas.openxmlformats.org/officeDocument/2006/relationships/slideLayout" Target="../slideLayouts/slideLayout135.xml"/><Relationship Id="rId70" Type="http://schemas.openxmlformats.org/officeDocument/2006/relationships/slideLayout" Target="../slideLayouts/slideLayout81.xml"/><Relationship Id="rId91" Type="http://schemas.openxmlformats.org/officeDocument/2006/relationships/slideLayout" Target="../slideLayouts/slideLayout102.xml"/><Relationship Id="rId145" Type="http://schemas.openxmlformats.org/officeDocument/2006/relationships/slideLayout" Target="../slideLayouts/slideLayout156.xml"/><Relationship Id="rId166" Type="http://schemas.openxmlformats.org/officeDocument/2006/relationships/slideLayout" Target="../slideLayouts/slideLayout177.xml"/><Relationship Id="rId187" Type="http://schemas.openxmlformats.org/officeDocument/2006/relationships/slideLayout" Target="../slideLayouts/slideLayout198.xml"/><Relationship Id="rId1" Type="http://schemas.openxmlformats.org/officeDocument/2006/relationships/slideLayout" Target="../slideLayouts/slideLayout12.xml"/><Relationship Id="rId212" Type="http://schemas.openxmlformats.org/officeDocument/2006/relationships/slideLayout" Target="../slideLayouts/slideLayout223.xml"/><Relationship Id="rId28" Type="http://schemas.openxmlformats.org/officeDocument/2006/relationships/slideLayout" Target="../slideLayouts/slideLayout39.xml"/><Relationship Id="rId49" Type="http://schemas.openxmlformats.org/officeDocument/2006/relationships/slideLayout" Target="../slideLayouts/slideLayout60.xml"/><Relationship Id="rId114" Type="http://schemas.openxmlformats.org/officeDocument/2006/relationships/slideLayout" Target="../slideLayouts/slideLayout125.xml"/><Relationship Id="rId60" Type="http://schemas.openxmlformats.org/officeDocument/2006/relationships/slideLayout" Target="../slideLayouts/slideLayout71.xml"/><Relationship Id="rId81" Type="http://schemas.openxmlformats.org/officeDocument/2006/relationships/slideLayout" Target="../slideLayouts/slideLayout92.xml"/><Relationship Id="rId135" Type="http://schemas.openxmlformats.org/officeDocument/2006/relationships/slideLayout" Target="../slideLayouts/slideLayout146.xml"/><Relationship Id="rId156" Type="http://schemas.openxmlformats.org/officeDocument/2006/relationships/slideLayout" Target="../slideLayouts/slideLayout167.xml"/><Relationship Id="rId177" Type="http://schemas.openxmlformats.org/officeDocument/2006/relationships/slideLayout" Target="../slideLayouts/slideLayout188.xml"/><Relationship Id="rId198" Type="http://schemas.openxmlformats.org/officeDocument/2006/relationships/slideLayout" Target="../slideLayouts/slideLayout209.xml"/><Relationship Id="rId202" Type="http://schemas.openxmlformats.org/officeDocument/2006/relationships/slideLayout" Target="../slideLayouts/slideLayout213.xml"/><Relationship Id="rId223" Type="http://schemas.openxmlformats.org/officeDocument/2006/relationships/slideLayout" Target="../slideLayouts/slideLayout234.xml"/><Relationship Id="rId18" Type="http://schemas.openxmlformats.org/officeDocument/2006/relationships/slideLayout" Target="../slideLayouts/slideLayout29.xml"/><Relationship Id="rId39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61.xml"/><Relationship Id="rId104" Type="http://schemas.openxmlformats.org/officeDocument/2006/relationships/slideLayout" Target="../slideLayouts/slideLayout115.xml"/><Relationship Id="rId125" Type="http://schemas.openxmlformats.org/officeDocument/2006/relationships/slideLayout" Target="../slideLayouts/slideLayout136.xml"/><Relationship Id="rId146" Type="http://schemas.openxmlformats.org/officeDocument/2006/relationships/slideLayout" Target="../slideLayouts/slideLayout157.xml"/><Relationship Id="rId167" Type="http://schemas.openxmlformats.org/officeDocument/2006/relationships/slideLayout" Target="../slideLayouts/slideLayout178.xml"/><Relationship Id="rId188" Type="http://schemas.openxmlformats.org/officeDocument/2006/relationships/slideLayout" Target="../slideLayouts/slideLayout199.xml"/><Relationship Id="rId71" Type="http://schemas.openxmlformats.org/officeDocument/2006/relationships/slideLayout" Target="../slideLayouts/slideLayout82.xml"/><Relationship Id="rId92" Type="http://schemas.openxmlformats.org/officeDocument/2006/relationships/slideLayout" Target="../slideLayouts/slideLayout103.xml"/><Relationship Id="rId213" Type="http://schemas.openxmlformats.org/officeDocument/2006/relationships/slideLayout" Target="../slideLayouts/slideLayout224.xml"/><Relationship Id="rId2" Type="http://schemas.openxmlformats.org/officeDocument/2006/relationships/slideLayout" Target="../slideLayouts/slideLayout13.xml"/><Relationship Id="rId29" Type="http://schemas.openxmlformats.org/officeDocument/2006/relationships/slideLayout" Target="../slideLayouts/slideLayout40.xml"/><Relationship Id="rId40" Type="http://schemas.openxmlformats.org/officeDocument/2006/relationships/slideLayout" Target="../slideLayouts/slideLayout51.xml"/><Relationship Id="rId115" Type="http://schemas.openxmlformats.org/officeDocument/2006/relationships/slideLayout" Target="../slideLayouts/slideLayout126.xml"/><Relationship Id="rId136" Type="http://schemas.openxmlformats.org/officeDocument/2006/relationships/slideLayout" Target="../slideLayouts/slideLayout147.xml"/><Relationship Id="rId157" Type="http://schemas.openxmlformats.org/officeDocument/2006/relationships/slideLayout" Target="../slideLayouts/slideLayout168.xml"/><Relationship Id="rId178" Type="http://schemas.openxmlformats.org/officeDocument/2006/relationships/slideLayout" Target="../slideLayouts/slideLayout189.xml"/><Relationship Id="rId61" Type="http://schemas.openxmlformats.org/officeDocument/2006/relationships/slideLayout" Target="../slideLayouts/slideLayout72.xml"/><Relationship Id="rId82" Type="http://schemas.openxmlformats.org/officeDocument/2006/relationships/slideLayout" Target="../slideLayouts/slideLayout93.xml"/><Relationship Id="rId199" Type="http://schemas.openxmlformats.org/officeDocument/2006/relationships/slideLayout" Target="../slideLayouts/slideLayout210.xml"/><Relationship Id="rId203" Type="http://schemas.openxmlformats.org/officeDocument/2006/relationships/slideLayout" Target="../slideLayouts/slideLayout214.xml"/><Relationship Id="rId19" Type="http://schemas.openxmlformats.org/officeDocument/2006/relationships/slideLayout" Target="../slideLayouts/slideLayout30.xml"/><Relationship Id="rId224" Type="http://schemas.openxmlformats.org/officeDocument/2006/relationships/slideLayout" Target="../slideLayouts/slideLayout235.xml"/><Relationship Id="rId30" Type="http://schemas.openxmlformats.org/officeDocument/2006/relationships/slideLayout" Target="../slideLayouts/slideLayout41.xml"/><Relationship Id="rId105" Type="http://schemas.openxmlformats.org/officeDocument/2006/relationships/slideLayout" Target="../slideLayouts/slideLayout116.xml"/><Relationship Id="rId126" Type="http://schemas.openxmlformats.org/officeDocument/2006/relationships/slideLayout" Target="../slideLayouts/slideLayout137.xml"/><Relationship Id="rId147" Type="http://schemas.openxmlformats.org/officeDocument/2006/relationships/slideLayout" Target="../slideLayouts/slideLayout158.xml"/><Relationship Id="rId168" Type="http://schemas.openxmlformats.org/officeDocument/2006/relationships/slideLayout" Target="../slideLayouts/slideLayout179.xml"/><Relationship Id="rId51" Type="http://schemas.openxmlformats.org/officeDocument/2006/relationships/slideLayout" Target="../slideLayouts/slideLayout62.xml"/><Relationship Id="rId72" Type="http://schemas.openxmlformats.org/officeDocument/2006/relationships/slideLayout" Target="../slideLayouts/slideLayout83.xml"/><Relationship Id="rId93" Type="http://schemas.openxmlformats.org/officeDocument/2006/relationships/slideLayout" Target="../slideLayouts/slideLayout104.xml"/><Relationship Id="rId189" Type="http://schemas.openxmlformats.org/officeDocument/2006/relationships/slideLayout" Target="../slideLayouts/slideLayout200.xml"/><Relationship Id="rId3" Type="http://schemas.openxmlformats.org/officeDocument/2006/relationships/slideLayout" Target="../slideLayouts/slideLayout14.xml"/><Relationship Id="rId214" Type="http://schemas.openxmlformats.org/officeDocument/2006/relationships/slideLayout" Target="../slideLayouts/slideLayout2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AE14170-D346-1885-19B5-1B942F6B4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8C4B95E-F323-A5A6-F955-7167FAF53C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DC7E332-9FE7-A1B3-CC21-7A61A1A894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CBAE87-74A6-4EED-8471-39526F673144}" type="datetimeFigureOut">
              <a:rPr lang="de-DE" smtClean="0"/>
              <a:t>24.08.2023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FD0C362-D216-E16A-DF56-EAD17B9FC2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97CBC25-BD32-212F-0828-A4CECF0022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A7787D-EE1B-4188-81FD-9DEDC3B8DD8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74675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2138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  <p:sldLayoutId id="2147483722" r:id="rId62"/>
    <p:sldLayoutId id="2147483723" r:id="rId63"/>
    <p:sldLayoutId id="2147483724" r:id="rId64"/>
    <p:sldLayoutId id="2147483725" r:id="rId65"/>
    <p:sldLayoutId id="2147483726" r:id="rId66"/>
    <p:sldLayoutId id="2147483727" r:id="rId67"/>
    <p:sldLayoutId id="2147483728" r:id="rId68"/>
    <p:sldLayoutId id="2147483729" r:id="rId69"/>
    <p:sldLayoutId id="2147483730" r:id="rId70"/>
    <p:sldLayoutId id="2147483731" r:id="rId71"/>
    <p:sldLayoutId id="2147483732" r:id="rId72"/>
    <p:sldLayoutId id="2147483733" r:id="rId73"/>
    <p:sldLayoutId id="2147483734" r:id="rId74"/>
    <p:sldLayoutId id="2147483735" r:id="rId75"/>
    <p:sldLayoutId id="2147483736" r:id="rId76"/>
    <p:sldLayoutId id="2147483737" r:id="rId77"/>
    <p:sldLayoutId id="2147483738" r:id="rId78"/>
    <p:sldLayoutId id="2147483739" r:id="rId79"/>
    <p:sldLayoutId id="2147483740" r:id="rId80"/>
    <p:sldLayoutId id="2147483741" r:id="rId81"/>
    <p:sldLayoutId id="2147483742" r:id="rId82"/>
    <p:sldLayoutId id="2147483743" r:id="rId83"/>
    <p:sldLayoutId id="2147483744" r:id="rId84"/>
    <p:sldLayoutId id="2147483745" r:id="rId85"/>
    <p:sldLayoutId id="2147483746" r:id="rId86"/>
    <p:sldLayoutId id="2147483747" r:id="rId87"/>
    <p:sldLayoutId id="2147483748" r:id="rId88"/>
    <p:sldLayoutId id="2147483749" r:id="rId89"/>
    <p:sldLayoutId id="2147483750" r:id="rId90"/>
    <p:sldLayoutId id="2147483751" r:id="rId91"/>
    <p:sldLayoutId id="2147483752" r:id="rId92"/>
    <p:sldLayoutId id="2147483753" r:id="rId93"/>
    <p:sldLayoutId id="2147483754" r:id="rId94"/>
    <p:sldLayoutId id="2147483755" r:id="rId95"/>
    <p:sldLayoutId id="2147483756" r:id="rId96"/>
    <p:sldLayoutId id="2147483757" r:id="rId97"/>
    <p:sldLayoutId id="2147483758" r:id="rId98"/>
    <p:sldLayoutId id="2147483759" r:id="rId99"/>
    <p:sldLayoutId id="2147483760" r:id="rId100"/>
    <p:sldLayoutId id="2147483761" r:id="rId101"/>
    <p:sldLayoutId id="2147483762" r:id="rId102"/>
    <p:sldLayoutId id="2147483763" r:id="rId103"/>
    <p:sldLayoutId id="2147483764" r:id="rId104"/>
    <p:sldLayoutId id="2147483765" r:id="rId105"/>
    <p:sldLayoutId id="2147483766" r:id="rId106"/>
    <p:sldLayoutId id="2147483767" r:id="rId107"/>
    <p:sldLayoutId id="2147483768" r:id="rId108"/>
    <p:sldLayoutId id="2147483769" r:id="rId109"/>
    <p:sldLayoutId id="2147483770" r:id="rId110"/>
    <p:sldLayoutId id="2147483771" r:id="rId111"/>
    <p:sldLayoutId id="2147483772" r:id="rId112"/>
    <p:sldLayoutId id="2147483773" r:id="rId113"/>
    <p:sldLayoutId id="2147483774" r:id="rId114"/>
    <p:sldLayoutId id="2147483775" r:id="rId115"/>
    <p:sldLayoutId id="2147483776" r:id="rId116"/>
    <p:sldLayoutId id="2147483777" r:id="rId117"/>
    <p:sldLayoutId id="2147483778" r:id="rId118"/>
    <p:sldLayoutId id="2147483779" r:id="rId119"/>
    <p:sldLayoutId id="2147483780" r:id="rId120"/>
    <p:sldLayoutId id="2147483781" r:id="rId121"/>
    <p:sldLayoutId id="2147483782" r:id="rId122"/>
    <p:sldLayoutId id="2147483783" r:id="rId123"/>
    <p:sldLayoutId id="2147483784" r:id="rId124"/>
    <p:sldLayoutId id="2147483785" r:id="rId125"/>
    <p:sldLayoutId id="2147483786" r:id="rId126"/>
    <p:sldLayoutId id="2147483787" r:id="rId127"/>
    <p:sldLayoutId id="2147483788" r:id="rId128"/>
    <p:sldLayoutId id="2147483789" r:id="rId129"/>
    <p:sldLayoutId id="2147483790" r:id="rId130"/>
    <p:sldLayoutId id="2147483791" r:id="rId131"/>
    <p:sldLayoutId id="2147483792" r:id="rId132"/>
    <p:sldLayoutId id="2147483793" r:id="rId133"/>
    <p:sldLayoutId id="2147483794" r:id="rId134"/>
    <p:sldLayoutId id="2147483795" r:id="rId135"/>
    <p:sldLayoutId id="2147483796" r:id="rId136"/>
    <p:sldLayoutId id="2147483797" r:id="rId137"/>
    <p:sldLayoutId id="2147483798" r:id="rId138"/>
    <p:sldLayoutId id="2147483799" r:id="rId139"/>
    <p:sldLayoutId id="2147483800" r:id="rId140"/>
    <p:sldLayoutId id="2147483801" r:id="rId141"/>
    <p:sldLayoutId id="2147483802" r:id="rId142"/>
    <p:sldLayoutId id="2147483803" r:id="rId143"/>
    <p:sldLayoutId id="2147483804" r:id="rId144"/>
    <p:sldLayoutId id="2147483805" r:id="rId145"/>
    <p:sldLayoutId id="2147483806" r:id="rId146"/>
    <p:sldLayoutId id="2147483807" r:id="rId147"/>
    <p:sldLayoutId id="2147483808" r:id="rId148"/>
    <p:sldLayoutId id="2147483809" r:id="rId149"/>
    <p:sldLayoutId id="2147483810" r:id="rId150"/>
    <p:sldLayoutId id="2147483811" r:id="rId151"/>
    <p:sldLayoutId id="2147483812" r:id="rId152"/>
    <p:sldLayoutId id="2147483813" r:id="rId153"/>
    <p:sldLayoutId id="2147483814" r:id="rId154"/>
    <p:sldLayoutId id="2147483815" r:id="rId155"/>
    <p:sldLayoutId id="2147483816" r:id="rId156"/>
    <p:sldLayoutId id="2147483817" r:id="rId157"/>
    <p:sldLayoutId id="2147483818" r:id="rId158"/>
    <p:sldLayoutId id="2147483819" r:id="rId159"/>
    <p:sldLayoutId id="2147483820" r:id="rId160"/>
    <p:sldLayoutId id="2147483821" r:id="rId161"/>
    <p:sldLayoutId id="2147483822" r:id="rId162"/>
    <p:sldLayoutId id="2147483823" r:id="rId163"/>
    <p:sldLayoutId id="2147483824" r:id="rId164"/>
    <p:sldLayoutId id="2147483825" r:id="rId165"/>
    <p:sldLayoutId id="2147483826" r:id="rId166"/>
    <p:sldLayoutId id="2147483827" r:id="rId167"/>
    <p:sldLayoutId id="2147483828" r:id="rId168"/>
    <p:sldLayoutId id="2147483829" r:id="rId169"/>
    <p:sldLayoutId id="2147483830" r:id="rId170"/>
    <p:sldLayoutId id="2147483831" r:id="rId171"/>
    <p:sldLayoutId id="2147483832" r:id="rId172"/>
    <p:sldLayoutId id="2147483833" r:id="rId173"/>
    <p:sldLayoutId id="2147483834" r:id="rId174"/>
    <p:sldLayoutId id="2147483835" r:id="rId175"/>
    <p:sldLayoutId id="2147483836" r:id="rId176"/>
    <p:sldLayoutId id="2147483837" r:id="rId177"/>
    <p:sldLayoutId id="2147483838" r:id="rId178"/>
    <p:sldLayoutId id="2147483839" r:id="rId179"/>
    <p:sldLayoutId id="2147483840" r:id="rId180"/>
    <p:sldLayoutId id="2147483841" r:id="rId181"/>
    <p:sldLayoutId id="2147483842" r:id="rId182"/>
    <p:sldLayoutId id="2147483843" r:id="rId183"/>
    <p:sldLayoutId id="2147483844" r:id="rId184"/>
    <p:sldLayoutId id="2147483845" r:id="rId185"/>
    <p:sldLayoutId id="2147483846" r:id="rId186"/>
    <p:sldLayoutId id="2147483847" r:id="rId187"/>
    <p:sldLayoutId id="2147483848" r:id="rId188"/>
    <p:sldLayoutId id="2147483849" r:id="rId189"/>
    <p:sldLayoutId id="2147483850" r:id="rId190"/>
    <p:sldLayoutId id="2147483851" r:id="rId191"/>
    <p:sldLayoutId id="2147483852" r:id="rId192"/>
    <p:sldLayoutId id="2147483853" r:id="rId193"/>
    <p:sldLayoutId id="2147483854" r:id="rId194"/>
    <p:sldLayoutId id="2147483855" r:id="rId195"/>
    <p:sldLayoutId id="2147483856" r:id="rId196"/>
    <p:sldLayoutId id="2147483857" r:id="rId197"/>
    <p:sldLayoutId id="2147483858" r:id="rId198"/>
    <p:sldLayoutId id="2147483859" r:id="rId199"/>
    <p:sldLayoutId id="2147483860" r:id="rId200"/>
    <p:sldLayoutId id="2147483861" r:id="rId201"/>
    <p:sldLayoutId id="2147483862" r:id="rId202"/>
    <p:sldLayoutId id="2147483863" r:id="rId203"/>
    <p:sldLayoutId id="2147483864" r:id="rId204"/>
    <p:sldLayoutId id="2147483865" r:id="rId205"/>
    <p:sldLayoutId id="2147483866" r:id="rId206"/>
    <p:sldLayoutId id="2147483867" r:id="rId207"/>
    <p:sldLayoutId id="2147483868" r:id="rId208"/>
    <p:sldLayoutId id="2147483869" r:id="rId209"/>
    <p:sldLayoutId id="2147483870" r:id="rId210"/>
    <p:sldLayoutId id="2147483871" r:id="rId211"/>
    <p:sldLayoutId id="2147483872" r:id="rId212"/>
    <p:sldLayoutId id="2147483873" r:id="rId213"/>
    <p:sldLayoutId id="2147483874" r:id="rId214"/>
    <p:sldLayoutId id="2147483875" r:id="rId215"/>
    <p:sldLayoutId id="2147483876" r:id="rId216"/>
    <p:sldLayoutId id="2147483877" r:id="rId217"/>
    <p:sldLayoutId id="2147483878" r:id="rId218"/>
    <p:sldLayoutId id="2147483879" r:id="rId219"/>
    <p:sldLayoutId id="2147483880" r:id="rId220"/>
    <p:sldLayoutId id="2147483881" r:id="rId221"/>
    <p:sldLayoutId id="2147483882" r:id="rId222"/>
    <p:sldLayoutId id="2147483883" r:id="rId223"/>
    <p:sldLayoutId id="2147483884" r:id="rId224"/>
    <p:sldLayoutId id="2147483885" r:id="rId225"/>
    <p:sldLayoutId id="2147483886" r:id="rId226"/>
    <p:sldLayoutId id="2147483887" r:id="rId227"/>
    <p:sldLayoutId id="2147483888" r:id="rId228"/>
    <p:sldLayoutId id="2147483889" r:id="rId229"/>
    <p:sldLayoutId id="2147483890" r:id="rId230"/>
  </p:sldLayoutIdLst>
  <mc:AlternateContent xmlns:mc="http://schemas.openxmlformats.org/markup-compatibility/2006" xmlns:p14="http://schemas.microsoft.com/office/powerpoint/2010/main">
    <mc:Choice Requires="p14">
      <p:transition spd="slow" p14:dur="1750">
        <p14:flip dir="r"/>
      </p:transition>
    </mc:Choice>
    <mc:Fallback xmlns="">
      <p:transition spd="slow">
        <p:fade/>
      </p:transition>
    </mc:Fallback>
  </mc:AlternateContent>
  <p:hf hdr="0" ftr="0" dt="0"/>
  <p:txStyles>
    <p:titleStyle>
      <a:lvl1pPr algn="l" defTabSz="914446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91444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34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57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80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503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726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49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171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394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9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1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4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7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ED21F8C7-12E0-4CE2-B2B4-3DEE3BB47035}"/>
              </a:ext>
            </a:extLst>
          </p:cNvPr>
          <p:cNvSpPr txBox="1"/>
          <p:nvPr/>
        </p:nvSpPr>
        <p:spPr>
          <a:xfrm>
            <a:off x="1680088" y="3646182"/>
            <a:ext cx="5612248" cy="954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867" dirty="0">
                <a:solidFill>
                  <a:srgbClr val="B6B6BD"/>
                </a:solidFill>
                <a:latin typeface="Source Sans Pro"/>
              </a:rPr>
              <a:t>Wie bringt man zwei unterschiedliche Stände zusammen. Wie sorgt man für eine einheitliche Zusammenarbeit</a:t>
            </a:r>
            <a:endParaRPr kumimoji="0" lang="de-DE" sz="1867" b="0" i="0" u="none" strike="noStrike" kern="1200" cap="none" spc="0" normalizeH="0" baseline="0" noProof="0" dirty="0">
              <a:ln>
                <a:noFill/>
              </a:ln>
              <a:solidFill>
                <a:srgbClr val="B6B6BD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FD57414-E1D7-4B68-AE57-2C22A4B1A300}"/>
              </a:ext>
            </a:extLst>
          </p:cNvPr>
          <p:cNvSpPr txBox="1"/>
          <p:nvPr/>
        </p:nvSpPr>
        <p:spPr>
          <a:xfrm>
            <a:off x="397566" y="2442940"/>
            <a:ext cx="6894770" cy="1118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uk-UA"/>
            </a:defPPr>
            <a:lvl1pPr algn="ctr">
              <a:defRPr sz="16600">
                <a:gradFill>
                  <a:gsLst>
                    <a:gs pos="100000">
                      <a:schemeClr val="accent6"/>
                    </a:gs>
                    <a:gs pos="80000">
                      <a:schemeClr val="accent5"/>
                    </a:gs>
                    <a:gs pos="60000">
                      <a:schemeClr val="accent4"/>
                    </a:gs>
                    <a:gs pos="40000">
                      <a:schemeClr val="accent3"/>
                    </a:gs>
                    <a:gs pos="20000">
                      <a:schemeClr val="accent2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</a:defRPr>
            </a:lvl1pPr>
          </a:lstStyle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333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"/>
                <a:ea typeface="Roboto Black" panose="02000000000000000000" pitchFamily="2" charset="0"/>
                <a:cs typeface="+mn-cs"/>
              </a:rPr>
              <a:t>GIT für Entwickler</a:t>
            </a:r>
            <a:endParaRPr kumimoji="0" lang="de-DE" sz="1333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bas Neue" panose="020B0606020202050201" pitchFamily="34" charset="0"/>
              <a:ea typeface="+mn-ea"/>
              <a:cs typeface="+mn-cs"/>
            </a:endParaRPr>
          </a:p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5334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50000">
                      <a:srgbClr val="FF5355"/>
                    </a:gs>
                    <a:gs pos="100000">
                      <a:srgbClr val="CE59C4"/>
                    </a:gs>
                    <a:gs pos="1000">
                      <a:srgbClr val="FFC955"/>
                    </a:gs>
                  </a:gsLst>
                  <a:lin ang="8100000" scaled="0"/>
                </a:gra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Merging</a:t>
            </a:r>
            <a:endParaRPr kumimoji="0" lang="de-DE" sz="5334" b="0" i="0" u="none" strike="noStrike" kern="1200" cap="none" spc="0" normalizeH="0" baseline="0" noProof="0" dirty="0">
              <a:ln>
                <a:noFill/>
              </a:ln>
              <a:gradFill>
                <a:gsLst>
                  <a:gs pos="50000">
                    <a:srgbClr val="FF5355"/>
                  </a:gs>
                  <a:gs pos="100000">
                    <a:srgbClr val="CE59C4"/>
                  </a:gs>
                  <a:gs pos="1000">
                    <a:srgbClr val="FFC955"/>
                  </a:gs>
                </a:gsLst>
                <a:lin ang="8100000" scaled="0"/>
              </a:gradFill>
              <a:effectLst/>
              <a:uLnTx/>
              <a:uFillTx/>
              <a:latin typeface="Source Sans Pro Black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7B051B-E820-4754-9C07-E245C0DA7850}"/>
              </a:ext>
            </a:extLst>
          </p:cNvPr>
          <p:cNvSpPr txBox="1"/>
          <p:nvPr/>
        </p:nvSpPr>
        <p:spPr>
          <a:xfrm>
            <a:off x="609600" y="6076279"/>
            <a:ext cx="2641600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0" normalizeH="0" baseline="0" noProof="0" dirty="0">
                <a:ln>
                  <a:noFill/>
                </a:ln>
                <a:solidFill>
                  <a:srgbClr val="F2F2F5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© 2023 Ben Coepp Publishing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1DBB7B-0480-4D69-AB1A-CBC77C7904BB}"/>
              </a:ext>
            </a:extLst>
          </p:cNvPr>
          <p:cNvSpPr txBox="1"/>
          <p:nvPr/>
        </p:nvSpPr>
        <p:spPr>
          <a:xfrm>
            <a:off x="609600" y="408258"/>
            <a:ext cx="182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C955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GIT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FFC955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8B2DFD-0BD6-4013-8B00-B7D217A68CD6}"/>
              </a:ext>
            </a:extLst>
          </p:cNvPr>
          <p:cNvCxnSpPr>
            <a:cxnSpLocks/>
          </p:cNvCxnSpPr>
          <p:nvPr/>
        </p:nvCxnSpPr>
        <p:spPr>
          <a:xfrm>
            <a:off x="609600" y="6420523"/>
            <a:ext cx="2990490" cy="0"/>
          </a:xfrm>
          <a:prstGeom prst="line">
            <a:avLst/>
          </a:prstGeom>
          <a:ln w="38100" cap="sq">
            <a:solidFill>
              <a:schemeClr val="accent1"/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590D2E-BA9E-4B34-9BC6-3A57DB73BB8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851649" y="-20531"/>
            <a:ext cx="4340351" cy="6858000"/>
          </a:xfrm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73678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610E2F-1ABB-4BD0-A32D-836CC0B8AB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109083D-E2F8-4D62-88DE-C70082648A7D}"/>
              </a:ext>
            </a:extLst>
          </p:cNvPr>
          <p:cNvSpPr/>
          <p:nvPr/>
        </p:nvSpPr>
        <p:spPr>
          <a:xfrm>
            <a:off x="0" y="0"/>
            <a:ext cx="2895600" cy="6858000"/>
          </a:xfrm>
          <a:custGeom>
            <a:avLst/>
            <a:gdLst>
              <a:gd name="connsiteX0" fmla="*/ 0 w 4343400"/>
              <a:gd name="connsiteY0" fmla="*/ 0 h 10287000"/>
              <a:gd name="connsiteX1" fmla="*/ 4343400 w 4343400"/>
              <a:gd name="connsiteY1" fmla="*/ 0 h 10287000"/>
              <a:gd name="connsiteX2" fmla="*/ 2057400 w 4343400"/>
              <a:gd name="connsiteY2" fmla="*/ 10287000 h 10287000"/>
              <a:gd name="connsiteX3" fmla="*/ 0 w 4343400"/>
              <a:gd name="connsiteY3" fmla="*/ 1028700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43400" h="10287000">
                <a:moveTo>
                  <a:pt x="0" y="0"/>
                </a:moveTo>
                <a:lnTo>
                  <a:pt x="4343400" y="0"/>
                </a:lnTo>
                <a:lnTo>
                  <a:pt x="2057400" y="10287000"/>
                </a:lnTo>
                <a:lnTo>
                  <a:pt x="0" y="10287000"/>
                </a:lnTo>
                <a:close/>
              </a:path>
            </a:pathLst>
          </a:custGeom>
          <a:gradFill>
            <a:gsLst>
              <a:gs pos="100000">
                <a:schemeClr val="accent4"/>
              </a:gs>
              <a:gs pos="0">
                <a:schemeClr val="accent3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3E334DF-B59D-46F2-B296-F211CF667F32}"/>
              </a:ext>
            </a:extLst>
          </p:cNvPr>
          <p:cNvSpPr txBox="1"/>
          <p:nvPr/>
        </p:nvSpPr>
        <p:spPr>
          <a:xfrm rot="16200000">
            <a:off x="-2131946" y="2705725"/>
            <a:ext cx="5997715" cy="1446550"/>
          </a:xfrm>
          <a:prstGeom prst="rect">
            <a:avLst/>
          </a:prstGeom>
          <a:noFill/>
          <a:effectLst>
            <a:outerShdw blurRad="63500" sx="102000" sy="102000" algn="ctr" rotWithShape="0">
              <a:schemeClr val="bg1">
                <a:alpha val="40000"/>
              </a:scheme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4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Einfühlung </a:t>
            </a:r>
          </a:p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4400" b="0" i="0" u="none" strike="noStrike" kern="1200" cap="none" spc="0" normalizeH="0" baseline="0" noProof="0" dirty="0" err="1">
                <a:ln>
                  <a:noFill/>
                </a:ln>
                <a:solidFill>
                  <a:srgbClr val="FFC955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Merging</a:t>
            </a:r>
            <a:endParaRPr kumimoji="0" lang="de-DE" sz="4400" b="0" i="0" u="none" strike="noStrike" kern="1200" cap="none" spc="0" normalizeH="0" baseline="0" noProof="0" dirty="0">
              <a:ln>
                <a:noFill/>
              </a:ln>
              <a:solidFill>
                <a:srgbClr val="FFC955"/>
              </a:solidFill>
              <a:effectLst/>
              <a:uLnTx/>
              <a:uFillTx/>
              <a:latin typeface="Source Sans Pro Black"/>
              <a:ea typeface="+mn-ea"/>
              <a:cs typeface="+mn-cs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10BF81A-DC00-4BEE-96D1-61632F0B67E4}"/>
              </a:ext>
            </a:extLst>
          </p:cNvPr>
          <p:cNvSpPr txBox="1"/>
          <p:nvPr/>
        </p:nvSpPr>
        <p:spPr>
          <a:xfrm>
            <a:off x="7467600" y="1467800"/>
            <a:ext cx="3810001" cy="20617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04815" marR="0" lvl="0" indent="-304815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955"/>
              </a:buClr>
              <a:buSzTx/>
              <a:buFont typeface="Montserrat" panose="00000500000000000000" pitchFamily="2" charset="0"/>
              <a:buChar char="#"/>
              <a:tabLst/>
              <a:defRPr/>
            </a:pPr>
            <a:r>
              <a:rPr kumimoji="0" lang="de-DE" sz="2133" b="0" i="0" u="none" strike="noStrike" kern="1200" cap="none" spc="0" normalizeH="0" baseline="0" noProof="0" dirty="0">
                <a:ln>
                  <a:noFill/>
                </a:ln>
                <a:solidFill>
                  <a:srgbClr val="F2F2F5"/>
                </a:solidFill>
                <a:effectLst/>
                <a:uLnTx/>
                <a:uFillTx/>
                <a:latin typeface="Source Sans Pro"/>
                <a:ea typeface="Source Sans Pro Black" panose="020B0803030403020204" pitchFamily="34" charset="0"/>
                <a:cs typeface="+mn-cs"/>
              </a:rPr>
              <a:t>Grundlagen des </a:t>
            </a:r>
            <a:r>
              <a:rPr kumimoji="0" lang="de-DE" sz="2133" b="0" i="0" u="none" strike="noStrike" kern="1200" cap="none" spc="0" normalizeH="0" baseline="0" noProof="0" dirty="0" err="1">
                <a:ln>
                  <a:noFill/>
                </a:ln>
                <a:solidFill>
                  <a:srgbClr val="F2F2F5"/>
                </a:solidFill>
                <a:effectLst/>
                <a:uLnTx/>
                <a:uFillTx/>
                <a:latin typeface="Source Sans Pro"/>
                <a:ea typeface="Source Sans Pro Black" panose="020B0803030403020204" pitchFamily="34" charset="0"/>
                <a:cs typeface="+mn-cs"/>
              </a:rPr>
              <a:t>Merging</a:t>
            </a:r>
            <a:r>
              <a:rPr kumimoji="0" lang="de-DE" sz="2133" b="0" i="0" u="none" strike="noStrike" kern="1200" cap="none" spc="0" normalizeH="0" baseline="0" noProof="0" dirty="0">
                <a:ln>
                  <a:noFill/>
                </a:ln>
                <a:solidFill>
                  <a:srgbClr val="F2F2F5"/>
                </a:solidFill>
                <a:effectLst/>
                <a:uLnTx/>
                <a:uFillTx/>
                <a:latin typeface="Source Sans Pro"/>
                <a:ea typeface="Source Sans Pro Black" panose="020B0803030403020204" pitchFamily="34" charset="0"/>
                <a:cs typeface="+mn-cs"/>
              </a:rPr>
              <a:t>-Prozesses</a:t>
            </a:r>
          </a:p>
          <a:p>
            <a:pPr marL="304815" marR="0" lvl="0" indent="-304815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955"/>
              </a:buClr>
              <a:buSzTx/>
              <a:buFont typeface="Montserrat" panose="00000500000000000000" pitchFamily="2" charset="0"/>
              <a:buChar char="#"/>
              <a:tabLst/>
              <a:defRPr/>
            </a:pPr>
            <a:r>
              <a:rPr kumimoji="0" lang="de-DE" sz="2133" b="0" i="0" u="none" strike="noStrike" kern="1200" cap="none" spc="0" normalizeH="0" baseline="0" noProof="0" dirty="0" err="1">
                <a:ln>
                  <a:noFill/>
                </a:ln>
                <a:solidFill>
                  <a:srgbClr val="F2F2F5"/>
                </a:solidFill>
                <a:effectLst/>
                <a:uLnTx/>
                <a:uFillTx/>
                <a:latin typeface="Source Sans Pro"/>
                <a:ea typeface="Source Sans Pro Black" panose="020B0803030403020204" pitchFamily="34" charset="0"/>
                <a:cs typeface="+mn-cs"/>
              </a:rPr>
              <a:t>Merging</a:t>
            </a:r>
            <a:r>
              <a:rPr kumimoji="0" lang="de-DE" sz="2133" b="0" i="0" u="none" strike="noStrike" kern="1200" cap="none" spc="0" normalizeH="0" baseline="0" noProof="0" dirty="0">
                <a:ln>
                  <a:noFill/>
                </a:ln>
                <a:solidFill>
                  <a:srgbClr val="F2F2F5"/>
                </a:solidFill>
                <a:effectLst/>
                <a:uLnTx/>
                <a:uFillTx/>
                <a:latin typeface="Source Sans Pro"/>
                <a:ea typeface="Source Sans Pro Black" panose="020B0803030403020204" pitchFamily="34" charset="0"/>
                <a:cs typeface="+mn-cs"/>
              </a:rPr>
              <a:t>-Prozess von Konflikten</a:t>
            </a:r>
          </a:p>
          <a:p>
            <a:pPr marL="304815" marR="0" lvl="0" indent="-304815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955"/>
              </a:buClr>
              <a:buSzTx/>
              <a:buFont typeface="Montserrat" panose="00000500000000000000" pitchFamily="2" charset="0"/>
              <a:buChar char="#"/>
              <a:tabLst/>
              <a:defRPr/>
            </a:pPr>
            <a:r>
              <a:rPr kumimoji="0" lang="de-DE" sz="2133" b="0" i="0" u="none" strike="noStrike" kern="1200" cap="none" spc="0" normalizeH="0" baseline="0" noProof="0" dirty="0" err="1">
                <a:ln>
                  <a:noFill/>
                </a:ln>
                <a:solidFill>
                  <a:srgbClr val="F2F2F5"/>
                </a:solidFill>
                <a:effectLst/>
                <a:uLnTx/>
                <a:uFillTx/>
                <a:latin typeface="Source Sans Pro"/>
                <a:ea typeface="Source Sans Pro Black" panose="020B0803030403020204" pitchFamily="34" charset="0"/>
                <a:cs typeface="+mn-cs"/>
              </a:rPr>
              <a:t>Merging</a:t>
            </a:r>
            <a:r>
              <a:rPr kumimoji="0" lang="de-DE" sz="2133" b="0" i="0" u="none" strike="noStrike" kern="1200" cap="none" spc="0" normalizeH="0" baseline="0" noProof="0" dirty="0">
                <a:ln>
                  <a:noFill/>
                </a:ln>
                <a:solidFill>
                  <a:srgbClr val="F2F2F5"/>
                </a:solidFill>
                <a:effectLst/>
                <a:uLnTx/>
                <a:uFillTx/>
                <a:latin typeface="Source Sans Pro"/>
                <a:ea typeface="Source Sans Pro Black" panose="020B0803030403020204" pitchFamily="34" charset="0"/>
                <a:cs typeface="+mn-cs"/>
              </a:rPr>
              <a:t>-Prozess von Remote </a:t>
            </a:r>
            <a:r>
              <a:rPr kumimoji="0" lang="de-DE" sz="2133" b="0" i="0" u="none" strike="noStrike" kern="1200" cap="none" spc="0" normalizeH="0" baseline="0" noProof="0" dirty="0" err="1">
                <a:ln>
                  <a:noFill/>
                </a:ln>
                <a:solidFill>
                  <a:srgbClr val="F2F2F5"/>
                </a:solidFill>
                <a:effectLst/>
                <a:uLnTx/>
                <a:uFillTx/>
                <a:latin typeface="Source Sans Pro"/>
                <a:ea typeface="Source Sans Pro Black" panose="020B0803030403020204" pitchFamily="34" charset="0"/>
                <a:cs typeface="+mn-cs"/>
              </a:rPr>
              <a:t>Branches</a:t>
            </a:r>
            <a:endParaRPr kumimoji="0" lang="de-DE" sz="2133" b="0" i="0" u="none" strike="noStrike" kern="1200" cap="none" spc="0" normalizeH="0" baseline="0" noProof="0" dirty="0">
              <a:ln>
                <a:noFill/>
              </a:ln>
              <a:solidFill>
                <a:srgbClr val="F2F2F5"/>
              </a:solidFill>
              <a:effectLst/>
              <a:uLnTx/>
              <a:uFillTx/>
              <a:latin typeface="Source Sans Pro"/>
              <a:ea typeface="Source Sans Pro Black" panose="020B0803030403020204" pitchFamily="34" charset="0"/>
              <a:cs typeface="+mn-cs"/>
            </a:endParaRP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3BFFDCEB-84AF-4EE8-A609-BB926F90B79B}"/>
              </a:ext>
            </a:extLst>
          </p:cNvPr>
          <p:cNvCxnSpPr>
            <a:cxnSpLocks/>
          </p:cNvCxnSpPr>
          <p:nvPr/>
        </p:nvCxnSpPr>
        <p:spPr>
          <a:xfrm>
            <a:off x="5759449" y="5588981"/>
            <a:ext cx="5518151" cy="0"/>
          </a:xfrm>
          <a:prstGeom prst="line">
            <a:avLst/>
          </a:prstGeom>
          <a:ln w="38100" cap="sq">
            <a:solidFill>
              <a:schemeClr val="accent1"/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18432E4E-F536-4AF0-AA67-DA587EA3E023}"/>
              </a:ext>
            </a:extLst>
          </p:cNvPr>
          <p:cNvSpPr txBox="1"/>
          <p:nvPr/>
        </p:nvSpPr>
        <p:spPr>
          <a:xfrm>
            <a:off x="7213601" y="5054600"/>
            <a:ext cx="4064000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133" b="0" i="1" u="none" strike="noStrike" kern="1200" cap="none" spc="0" normalizeH="0" baseline="0" noProof="0" dirty="0">
                <a:ln>
                  <a:noFill/>
                </a:ln>
                <a:solidFill>
                  <a:srgbClr val="F2F2F5"/>
                </a:solidFill>
                <a:effectLst/>
                <a:uLnTx/>
                <a:uFillTx/>
                <a:latin typeface="Source Sans Pro"/>
                <a:ea typeface="Source Sans Pro Black" panose="020B0803030403020204" pitchFamily="34" charset="0"/>
                <a:cs typeface="+mn-cs"/>
              </a:rPr>
              <a:t>von</a:t>
            </a:r>
            <a:r>
              <a:rPr kumimoji="0" lang="de-DE" sz="2133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Source Sans Pro Black" panose="020B0803030403020204" pitchFamily="34" charset="0"/>
                <a:cs typeface="+mn-cs"/>
              </a:rPr>
              <a:t> </a:t>
            </a:r>
            <a:r>
              <a:rPr kumimoji="0" lang="de-DE" sz="2133" b="0" i="1" u="none" strike="noStrike" kern="1200" cap="none" spc="0" normalizeH="0" baseline="0" noProof="0" dirty="0">
                <a:ln>
                  <a:noFill/>
                </a:ln>
                <a:solidFill>
                  <a:srgbClr val="FFC955"/>
                </a:solidFill>
                <a:effectLst/>
                <a:uLnTx/>
                <a:uFillTx/>
                <a:latin typeface="Source Sans Pro"/>
                <a:ea typeface="Source Sans Pro Black" panose="020B0803030403020204" pitchFamily="34" charset="0"/>
                <a:cs typeface="+mn-cs"/>
              </a:rPr>
              <a:t>Ben Cöppicus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8A56C5D-A638-42A1-BC23-1FFA8EAFFCC2}"/>
              </a:ext>
            </a:extLst>
          </p:cNvPr>
          <p:cNvSpPr txBox="1"/>
          <p:nvPr/>
        </p:nvSpPr>
        <p:spPr>
          <a:xfrm>
            <a:off x="6654801" y="5746214"/>
            <a:ext cx="4622800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955"/>
              </a:buClr>
              <a:buSzTx/>
              <a:buFontTx/>
              <a:buNone/>
              <a:tabLst/>
              <a:defRPr/>
            </a:pPr>
            <a:r>
              <a:rPr kumimoji="0" lang="de-DE" sz="1333" b="0" i="0" u="none" strike="noStrike" kern="1200" cap="none" spc="0" normalizeH="0" baseline="0" noProof="0" dirty="0">
                <a:ln>
                  <a:noFill/>
                </a:ln>
                <a:solidFill>
                  <a:srgbClr val="F2F2F5"/>
                </a:solidFill>
                <a:effectLst/>
                <a:uLnTx/>
                <a:uFillTx/>
                <a:latin typeface="Source Sans Pro"/>
                <a:ea typeface="Source Sans Pro Black" panose="020B0803030403020204" pitchFamily="34" charset="0"/>
                <a:cs typeface="+mn-cs"/>
              </a:rPr>
              <a:t>16.08.2023 @ </a:t>
            </a:r>
            <a:r>
              <a:rPr kumimoji="0" lang="de-DE" sz="1333" b="0" i="0" u="none" strike="noStrike" kern="1200" cap="none" spc="0" normalizeH="0" baseline="0" noProof="0" dirty="0" err="1">
                <a:ln>
                  <a:noFill/>
                </a:ln>
                <a:solidFill>
                  <a:srgbClr val="F2F2F5"/>
                </a:solidFill>
                <a:effectLst/>
                <a:uLnTx/>
                <a:uFillTx/>
                <a:latin typeface="Source Sans Pro"/>
                <a:ea typeface="Source Sans Pro Black" panose="020B0803030403020204" pitchFamily="34" charset="0"/>
                <a:cs typeface="+mn-cs"/>
              </a:rPr>
              <a:t>BenCoeppPublishing</a:t>
            </a:r>
            <a:endParaRPr kumimoji="0" lang="de-DE" sz="1333" b="0" i="0" u="none" strike="noStrike" kern="1200" cap="none" spc="0" normalizeH="0" baseline="0" noProof="0" dirty="0">
              <a:ln>
                <a:noFill/>
              </a:ln>
              <a:solidFill>
                <a:srgbClr val="F2F2F5"/>
              </a:solidFill>
              <a:effectLst/>
              <a:uLnTx/>
              <a:uFillTx/>
              <a:latin typeface="Source Sans Pro"/>
              <a:ea typeface="Source Sans Pro Black" panose="020B080303040302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3839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4C063B-B052-46EF-9487-3AA5A4F296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3F02183D-3155-460F-9462-B7782A8A1209}"/>
              </a:ext>
            </a:extLst>
          </p:cNvPr>
          <p:cNvSpPr/>
          <p:nvPr/>
        </p:nvSpPr>
        <p:spPr>
          <a:xfrm>
            <a:off x="4137858" y="0"/>
            <a:ext cx="8054143" cy="6858000"/>
          </a:xfrm>
          <a:custGeom>
            <a:avLst/>
            <a:gdLst>
              <a:gd name="connsiteX0" fmla="*/ 0 w 12081215"/>
              <a:gd name="connsiteY0" fmla="*/ 0 h 10287000"/>
              <a:gd name="connsiteX1" fmla="*/ 12081215 w 12081215"/>
              <a:gd name="connsiteY1" fmla="*/ 0 h 10287000"/>
              <a:gd name="connsiteX2" fmla="*/ 12081215 w 12081215"/>
              <a:gd name="connsiteY2" fmla="*/ 10287000 h 10287000"/>
              <a:gd name="connsiteX3" fmla="*/ 0 w 12081215"/>
              <a:gd name="connsiteY3" fmla="*/ 10287000 h 10287000"/>
              <a:gd name="connsiteX4" fmla="*/ 65386 w 12081215"/>
              <a:gd name="connsiteY4" fmla="*/ 10192852 h 10287000"/>
              <a:gd name="connsiteX5" fmla="*/ 1547093 w 12081215"/>
              <a:gd name="connsiteY5" fmla="*/ 5143500 h 10287000"/>
              <a:gd name="connsiteX6" fmla="*/ 65386 w 12081215"/>
              <a:gd name="connsiteY6" fmla="*/ 94148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081215" h="10287000">
                <a:moveTo>
                  <a:pt x="0" y="0"/>
                </a:moveTo>
                <a:lnTo>
                  <a:pt x="12081215" y="0"/>
                </a:lnTo>
                <a:lnTo>
                  <a:pt x="12081215" y="10287000"/>
                </a:lnTo>
                <a:lnTo>
                  <a:pt x="0" y="10287000"/>
                </a:lnTo>
                <a:lnTo>
                  <a:pt x="65386" y="10192852"/>
                </a:lnTo>
                <a:cubicBezTo>
                  <a:pt x="995993" y="8784821"/>
                  <a:pt x="1547093" y="7036984"/>
                  <a:pt x="1547093" y="5143500"/>
                </a:cubicBezTo>
                <a:cubicBezTo>
                  <a:pt x="1547093" y="3250017"/>
                  <a:pt x="995993" y="1502179"/>
                  <a:pt x="65386" y="94148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3E5A027-7F68-49D0-91B3-936311EC45C2}"/>
              </a:ext>
            </a:extLst>
          </p:cNvPr>
          <p:cNvSpPr txBox="1"/>
          <p:nvPr/>
        </p:nvSpPr>
        <p:spPr>
          <a:xfrm>
            <a:off x="5429526" y="3075057"/>
            <a:ext cx="676247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uk-UA"/>
            </a:defPPr>
            <a:lvl1pPr algn="ctr">
              <a:defRPr sz="16600">
                <a:gradFill>
                  <a:gsLst>
                    <a:gs pos="100000">
                      <a:schemeClr val="accent6"/>
                    </a:gs>
                    <a:gs pos="80000">
                      <a:schemeClr val="accent5"/>
                    </a:gs>
                    <a:gs pos="60000">
                      <a:schemeClr val="accent4"/>
                    </a:gs>
                    <a:gs pos="40000">
                      <a:schemeClr val="accent3"/>
                    </a:gs>
                    <a:gs pos="20000">
                      <a:schemeClr val="accent2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4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Grundlagen des </a:t>
            </a:r>
            <a:r>
              <a:rPr kumimoji="0" lang="de-DE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Merging</a:t>
            </a:r>
            <a:r>
              <a:rPr kumimoji="0" lang="de-DE" sz="4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-Prozesses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344EC9D-0C25-4EE6-8351-B8DC7C38C514}"/>
              </a:ext>
            </a:extLst>
          </p:cNvPr>
          <p:cNvSpPr txBox="1"/>
          <p:nvPr/>
        </p:nvSpPr>
        <p:spPr>
          <a:xfrm>
            <a:off x="5880100" y="408257"/>
            <a:ext cx="5092700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133" b="0" i="0" u="none" strike="noStrike" kern="1200" cap="none" spc="0" normalizeH="0" baseline="0" noProof="0" dirty="0">
                <a:ln>
                  <a:noFill/>
                </a:ln>
                <a:solidFill>
                  <a:srgbClr val="FFC955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GIT</a:t>
            </a:r>
            <a:endParaRPr kumimoji="0" lang="de-DE" sz="2133" b="1" i="0" u="none" strike="noStrike" kern="1200" cap="none" spc="0" normalizeH="0" baseline="0" noProof="0" dirty="0">
              <a:ln>
                <a:noFill/>
              </a:ln>
              <a:solidFill>
                <a:srgbClr val="FFC955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443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/>
          <p:cNvSpPr txBox="1"/>
          <p:nvPr/>
        </p:nvSpPr>
        <p:spPr>
          <a:xfrm>
            <a:off x="126110" y="1568363"/>
            <a:ext cx="673873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1" u="none" strike="noStrike" kern="1200" cap="none" spc="0" normalizeH="0" baseline="0" noProof="0" dirty="0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"</a:t>
            </a:r>
            <a:r>
              <a:rPr kumimoji="0" lang="de-DE" sz="2400" b="0" i="1" u="none" strike="noStrike" kern="1200" cap="none" spc="0" normalizeH="0" baseline="0" noProof="0" dirty="0" err="1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Merging</a:t>
            </a:r>
            <a:r>
              <a:rPr kumimoji="0" lang="de-DE" sz="2400" b="0" i="1" u="none" strike="noStrike" kern="1200" cap="none" spc="0" normalizeH="0" baseline="0" noProof="0" dirty="0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" in </a:t>
            </a:r>
            <a:r>
              <a:rPr kumimoji="0" lang="de-DE" sz="2400" b="0" i="1" u="none" strike="noStrike" kern="1200" cap="none" spc="0" normalizeH="0" baseline="0" noProof="0" dirty="0" err="1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Git</a:t>
            </a:r>
            <a:r>
              <a:rPr kumimoji="0" lang="de-DE" sz="2400" b="0" i="1" u="none" strike="noStrike" kern="1200" cap="none" spc="0" normalizeH="0" baseline="0" noProof="0" dirty="0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 bezieht sich auf den Prozess des Zusammenführens von Änderungen aus einem </a:t>
            </a:r>
            <a:r>
              <a:rPr kumimoji="0" lang="de-DE" sz="2400" b="0" i="1" u="none" strike="noStrike" kern="1200" cap="none" spc="0" normalizeH="0" baseline="0" noProof="0" dirty="0" err="1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Git</a:t>
            </a:r>
            <a:r>
              <a:rPr kumimoji="0" lang="de-DE" sz="2400" b="0" i="1" u="none" strike="noStrike" kern="1200" cap="none" spc="0" normalizeH="0" baseline="0" noProof="0" dirty="0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-Branch in einen anderen. Dies ermöglicht es, die in einem Branch vorgenommenen Änderungen in einen anderen Branch zu integrieren. Das </a:t>
            </a:r>
            <a:r>
              <a:rPr kumimoji="0" lang="de-DE" sz="2400" b="0" i="1" u="none" strike="noStrike" kern="1200" cap="none" spc="0" normalizeH="0" baseline="0" noProof="0" dirty="0" err="1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Merging</a:t>
            </a:r>
            <a:r>
              <a:rPr kumimoji="0" lang="de-DE" sz="2400" b="0" i="1" u="none" strike="noStrike" kern="1200" cap="none" spc="0" normalizeH="0" baseline="0" noProof="0" dirty="0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 ist ein wesentlicher Teil des Entwicklungsworkflows, da es </a:t>
            </a:r>
            <a:r>
              <a:rPr kumimoji="0" lang="de-DE" sz="2400" b="0" i="1" u="none" strike="noStrike" kern="1200" cap="none" spc="0" normalizeH="0" baseline="0" noProof="0" dirty="0" err="1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es</a:t>
            </a:r>
            <a:r>
              <a:rPr kumimoji="0" lang="de-DE" sz="2400" b="0" i="1" u="none" strike="noStrike" kern="1200" cap="none" spc="0" normalizeH="0" baseline="0" noProof="0" dirty="0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 Entwicklern ermöglicht, an verschiedenen Zweigen gleichzeitig zu arbeiten und dann ihre Arbeit in den Hauptzweig (z.B. </a:t>
            </a:r>
            <a:r>
              <a:rPr kumimoji="0" lang="de-DE" sz="2400" b="0" i="1" u="none" strike="noStrike" kern="1200" cap="none" spc="0" normalizeH="0" baseline="0" noProof="0" dirty="0" err="1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master</a:t>
            </a:r>
            <a:r>
              <a:rPr kumimoji="0" lang="de-DE" sz="2400" b="0" i="1" u="none" strike="noStrike" kern="1200" cap="none" spc="0" normalizeH="0" baseline="0" noProof="0" dirty="0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) zu integrieren.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B99E75-A942-4785-87F6-968B84719648}"/>
              </a:ext>
            </a:extLst>
          </p:cNvPr>
          <p:cNvSpPr txBox="1"/>
          <p:nvPr/>
        </p:nvSpPr>
        <p:spPr>
          <a:xfrm>
            <a:off x="2159977" y="5354015"/>
            <a:ext cx="467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933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8766D0"/>
                    </a:gs>
                    <a:gs pos="100000">
                      <a:srgbClr val="6C9FF4"/>
                    </a:gs>
                  </a:gsLst>
                  <a:lin ang="5400000" scaled="1"/>
                </a:gra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Definition</a:t>
            </a:r>
            <a:endParaRPr kumimoji="0" lang="de-DE" sz="2133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8766D0"/>
                  </a:gs>
                  <a:gs pos="100000">
                    <a:srgbClr val="6C9FF4"/>
                  </a:gs>
                </a:gsLst>
                <a:lin ang="5400000" scaled="1"/>
              </a:gradFill>
              <a:effectLst/>
              <a:uLnTx/>
              <a:uFillTx/>
              <a:latin typeface="Source Sans Pro Black"/>
              <a:ea typeface="+mn-ea"/>
              <a:cs typeface="+mn-cs"/>
            </a:endParaRPr>
          </a:p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67" b="1" i="0" u="none" strike="noStrike" kern="1200" cap="none" spc="0" normalizeH="0" baseline="0" noProof="0" dirty="0" err="1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Merging</a:t>
            </a:r>
            <a:endParaRPr kumimoji="0" lang="de-DE" sz="1867" b="1" i="0" u="none" strike="noStrike" kern="1200" cap="none" spc="0" normalizeH="0" baseline="0" noProof="0" dirty="0">
              <a:ln>
                <a:noFill/>
              </a:ln>
              <a:solidFill>
                <a:srgbClr val="B6B6BD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10" name="Freeform 14">
            <a:extLst>
              <a:ext uri="{FF2B5EF4-FFF2-40B4-BE49-F238E27FC236}">
                <a16:creationId xmlns:a16="http://schemas.microsoft.com/office/drawing/2014/main" id="{96F93CB8-B4EC-483C-9822-E7A778B4F1A0}"/>
              </a:ext>
            </a:extLst>
          </p:cNvPr>
          <p:cNvSpPr>
            <a:spLocks noEditPoints="1"/>
          </p:cNvSpPr>
          <p:nvPr/>
        </p:nvSpPr>
        <p:spPr bwMode="auto">
          <a:xfrm>
            <a:off x="6122377" y="789491"/>
            <a:ext cx="578596" cy="540717"/>
          </a:xfrm>
          <a:custGeom>
            <a:avLst/>
            <a:gdLst>
              <a:gd name="T0" fmla="*/ 79 w 185"/>
              <a:gd name="T1" fmla="*/ 8 h 172"/>
              <a:gd name="T2" fmla="*/ 79 w 185"/>
              <a:gd name="T3" fmla="*/ 38 h 172"/>
              <a:gd name="T4" fmla="*/ 72 w 185"/>
              <a:gd name="T5" fmla="*/ 46 h 172"/>
              <a:gd name="T6" fmla="*/ 48 w 185"/>
              <a:gd name="T7" fmla="*/ 91 h 172"/>
              <a:gd name="T8" fmla="*/ 72 w 185"/>
              <a:gd name="T9" fmla="*/ 91 h 172"/>
              <a:gd name="T10" fmla="*/ 79 w 185"/>
              <a:gd name="T11" fmla="*/ 99 h 172"/>
              <a:gd name="T12" fmla="*/ 79 w 185"/>
              <a:gd name="T13" fmla="*/ 164 h 172"/>
              <a:gd name="T14" fmla="*/ 72 w 185"/>
              <a:gd name="T15" fmla="*/ 172 h 172"/>
              <a:gd name="T16" fmla="*/ 8 w 185"/>
              <a:gd name="T17" fmla="*/ 172 h 172"/>
              <a:gd name="T18" fmla="*/ 0 w 185"/>
              <a:gd name="T19" fmla="*/ 164 h 172"/>
              <a:gd name="T20" fmla="*/ 0 w 185"/>
              <a:gd name="T21" fmla="*/ 99 h 172"/>
              <a:gd name="T22" fmla="*/ 4 w 185"/>
              <a:gd name="T23" fmla="*/ 59 h 172"/>
              <a:gd name="T24" fmla="*/ 18 w 185"/>
              <a:gd name="T25" fmla="*/ 28 h 172"/>
              <a:gd name="T26" fmla="*/ 41 w 185"/>
              <a:gd name="T27" fmla="*/ 7 h 172"/>
              <a:gd name="T28" fmla="*/ 72 w 185"/>
              <a:gd name="T29" fmla="*/ 0 h 172"/>
              <a:gd name="T30" fmla="*/ 79 w 185"/>
              <a:gd name="T31" fmla="*/ 8 h 172"/>
              <a:gd name="T32" fmla="*/ 177 w 185"/>
              <a:gd name="T33" fmla="*/ 46 h 172"/>
              <a:gd name="T34" fmla="*/ 185 w 185"/>
              <a:gd name="T35" fmla="*/ 38 h 172"/>
              <a:gd name="T36" fmla="*/ 185 w 185"/>
              <a:gd name="T37" fmla="*/ 8 h 172"/>
              <a:gd name="T38" fmla="*/ 177 w 185"/>
              <a:gd name="T39" fmla="*/ 0 h 172"/>
              <a:gd name="T40" fmla="*/ 146 w 185"/>
              <a:gd name="T41" fmla="*/ 7 h 172"/>
              <a:gd name="T42" fmla="*/ 123 w 185"/>
              <a:gd name="T43" fmla="*/ 28 h 172"/>
              <a:gd name="T44" fmla="*/ 109 w 185"/>
              <a:gd name="T45" fmla="*/ 59 h 172"/>
              <a:gd name="T46" fmla="*/ 105 w 185"/>
              <a:gd name="T47" fmla="*/ 99 h 172"/>
              <a:gd name="T48" fmla="*/ 105 w 185"/>
              <a:gd name="T49" fmla="*/ 164 h 172"/>
              <a:gd name="T50" fmla="*/ 113 w 185"/>
              <a:gd name="T51" fmla="*/ 172 h 172"/>
              <a:gd name="T52" fmla="*/ 177 w 185"/>
              <a:gd name="T53" fmla="*/ 172 h 172"/>
              <a:gd name="T54" fmla="*/ 185 w 185"/>
              <a:gd name="T55" fmla="*/ 164 h 172"/>
              <a:gd name="T56" fmla="*/ 185 w 185"/>
              <a:gd name="T57" fmla="*/ 99 h 172"/>
              <a:gd name="T58" fmla="*/ 177 w 185"/>
              <a:gd name="T59" fmla="*/ 91 h 172"/>
              <a:gd name="T60" fmla="*/ 153 w 185"/>
              <a:gd name="T61" fmla="*/ 91 h 172"/>
              <a:gd name="T62" fmla="*/ 177 w 185"/>
              <a:gd name="T63" fmla="*/ 46 h 172"/>
              <a:gd name="T64" fmla="*/ 177 w 185"/>
              <a:gd name="T65" fmla="*/ 46 h 172"/>
              <a:gd name="T66" fmla="*/ 177 w 185"/>
              <a:gd name="T67" fmla="*/ 46 h 1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85" h="172">
                <a:moveTo>
                  <a:pt x="79" y="8"/>
                </a:moveTo>
                <a:cubicBezTo>
                  <a:pt x="79" y="38"/>
                  <a:pt x="79" y="38"/>
                  <a:pt x="79" y="38"/>
                </a:cubicBezTo>
                <a:cubicBezTo>
                  <a:pt x="79" y="43"/>
                  <a:pt x="76" y="46"/>
                  <a:pt x="72" y="46"/>
                </a:cubicBezTo>
                <a:cubicBezTo>
                  <a:pt x="57" y="46"/>
                  <a:pt x="49" y="61"/>
                  <a:pt x="48" y="91"/>
                </a:cubicBezTo>
                <a:cubicBezTo>
                  <a:pt x="72" y="91"/>
                  <a:pt x="72" y="91"/>
                  <a:pt x="72" y="91"/>
                </a:cubicBezTo>
                <a:cubicBezTo>
                  <a:pt x="76" y="91"/>
                  <a:pt x="79" y="95"/>
                  <a:pt x="79" y="99"/>
                </a:cubicBezTo>
                <a:cubicBezTo>
                  <a:pt x="79" y="164"/>
                  <a:pt x="79" y="164"/>
                  <a:pt x="79" y="164"/>
                </a:cubicBezTo>
                <a:cubicBezTo>
                  <a:pt x="79" y="168"/>
                  <a:pt x="76" y="172"/>
                  <a:pt x="72" y="172"/>
                </a:cubicBezTo>
                <a:cubicBezTo>
                  <a:pt x="8" y="172"/>
                  <a:pt x="8" y="172"/>
                  <a:pt x="8" y="172"/>
                </a:cubicBezTo>
                <a:cubicBezTo>
                  <a:pt x="3" y="172"/>
                  <a:pt x="0" y="168"/>
                  <a:pt x="0" y="164"/>
                </a:cubicBezTo>
                <a:cubicBezTo>
                  <a:pt x="0" y="99"/>
                  <a:pt x="0" y="99"/>
                  <a:pt x="0" y="99"/>
                </a:cubicBezTo>
                <a:cubicBezTo>
                  <a:pt x="0" y="84"/>
                  <a:pt x="1" y="71"/>
                  <a:pt x="4" y="59"/>
                </a:cubicBezTo>
                <a:cubicBezTo>
                  <a:pt x="7" y="47"/>
                  <a:pt x="12" y="37"/>
                  <a:pt x="18" y="28"/>
                </a:cubicBezTo>
                <a:cubicBezTo>
                  <a:pt x="24" y="19"/>
                  <a:pt x="32" y="12"/>
                  <a:pt x="41" y="7"/>
                </a:cubicBezTo>
                <a:cubicBezTo>
                  <a:pt x="50" y="2"/>
                  <a:pt x="60" y="0"/>
                  <a:pt x="72" y="0"/>
                </a:cubicBezTo>
                <a:cubicBezTo>
                  <a:pt x="76" y="0"/>
                  <a:pt x="79" y="3"/>
                  <a:pt x="79" y="8"/>
                </a:cubicBezTo>
                <a:close/>
                <a:moveTo>
                  <a:pt x="177" y="46"/>
                </a:moveTo>
                <a:cubicBezTo>
                  <a:pt x="181" y="46"/>
                  <a:pt x="185" y="43"/>
                  <a:pt x="185" y="38"/>
                </a:cubicBezTo>
                <a:cubicBezTo>
                  <a:pt x="185" y="8"/>
                  <a:pt x="185" y="8"/>
                  <a:pt x="185" y="8"/>
                </a:cubicBezTo>
                <a:cubicBezTo>
                  <a:pt x="185" y="3"/>
                  <a:pt x="181" y="0"/>
                  <a:pt x="177" y="0"/>
                </a:cubicBezTo>
                <a:cubicBezTo>
                  <a:pt x="165" y="0"/>
                  <a:pt x="155" y="2"/>
                  <a:pt x="146" y="7"/>
                </a:cubicBezTo>
                <a:cubicBezTo>
                  <a:pt x="137" y="12"/>
                  <a:pt x="129" y="19"/>
                  <a:pt x="123" y="28"/>
                </a:cubicBezTo>
                <a:cubicBezTo>
                  <a:pt x="117" y="37"/>
                  <a:pt x="112" y="47"/>
                  <a:pt x="109" y="59"/>
                </a:cubicBezTo>
                <a:cubicBezTo>
                  <a:pt x="107" y="71"/>
                  <a:pt x="105" y="84"/>
                  <a:pt x="105" y="99"/>
                </a:cubicBezTo>
                <a:cubicBezTo>
                  <a:pt x="105" y="164"/>
                  <a:pt x="105" y="164"/>
                  <a:pt x="105" y="164"/>
                </a:cubicBezTo>
                <a:cubicBezTo>
                  <a:pt x="105" y="168"/>
                  <a:pt x="108" y="172"/>
                  <a:pt x="113" y="172"/>
                </a:cubicBezTo>
                <a:cubicBezTo>
                  <a:pt x="177" y="172"/>
                  <a:pt x="177" y="172"/>
                  <a:pt x="177" y="172"/>
                </a:cubicBezTo>
                <a:cubicBezTo>
                  <a:pt x="181" y="172"/>
                  <a:pt x="185" y="168"/>
                  <a:pt x="185" y="164"/>
                </a:cubicBezTo>
                <a:cubicBezTo>
                  <a:pt x="185" y="99"/>
                  <a:pt x="185" y="99"/>
                  <a:pt x="185" y="99"/>
                </a:cubicBezTo>
                <a:cubicBezTo>
                  <a:pt x="185" y="95"/>
                  <a:pt x="181" y="91"/>
                  <a:pt x="177" y="91"/>
                </a:cubicBezTo>
                <a:cubicBezTo>
                  <a:pt x="153" y="91"/>
                  <a:pt x="153" y="91"/>
                  <a:pt x="153" y="91"/>
                </a:cubicBezTo>
                <a:cubicBezTo>
                  <a:pt x="154" y="61"/>
                  <a:pt x="162" y="46"/>
                  <a:pt x="177" y="46"/>
                </a:cubicBezTo>
                <a:close/>
                <a:moveTo>
                  <a:pt x="177" y="46"/>
                </a:moveTo>
                <a:cubicBezTo>
                  <a:pt x="177" y="46"/>
                  <a:pt x="177" y="46"/>
                  <a:pt x="177" y="46"/>
                </a:cubicBezTo>
              </a:path>
            </a:pathLst>
          </a:custGeom>
          <a:gradFill>
            <a:gsLst>
              <a:gs pos="100000">
                <a:schemeClr val="accent5"/>
              </a:gs>
              <a:gs pos="0">
                <a:schemeClr val="accent4"/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A9902F-3BFD-4917-9386-5632CF73AD5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34780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E048260-B84E-47A2-AF24-B1FD3830A7C4}"/>
              </a:ext>
            </a:extLst>
          </p:cNvPr>
          <p:cNvSpPr/>
          <p:nvPr/>
        </p:nvSpPr>
        <p:spPr>
          <a:xfrm>
            <a:off x="1517435" y="2465414"/>
            <a:ext cx="3730171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Wenn du einen Branch in einen anderen </a:t>
            </a:r>
            <a:r>
              <a:rPr kumimoji="0" lang="de-DE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mergst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 und keine weiteren Änderungen im </a:t>
            </a:r>
            <a:r>
              <a:rPr kumimoji="0" lang="de-DE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Zielbranch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 gemacht wurden, kann </a:t>
            </a:r>
            <a:r>
              <a:rPr kumimoji="0" lang="de-DE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Git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 einfach den </a:t>
            </a:r>
            <a:r>
              <a:rPr kumimoji="0" lang="de-DE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Zielbranch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 auf den </a:t>
            </a:r>
            <a:r>
              <a:rPr kumimoji="0" lang="de-DE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gemergten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 Branch "vorwärts" verschieben, ohne zusätzliche </a:t>
            </a:r>
            <a:r>
              <a:rPr kumimoji="0" lang="de-DE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Merge-Commits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 zu erstellen. Das wird als "Fast-Forward </a:t>
            </a:r>
            <a:r>
              <a:rPr kumimoji="0" lang="de-DE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Merge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" bezeichnet.</a:t>
            </a:r>
          </a:p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Dies passiert oft, wenn du einen Feature-Branch erstellst, darin arbeitest und dann zurück zum master-Branch wechselst, der sich in der Zwischenzeit nicht geändert hat.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D041B1-D17D-4BFA-8AF9-912C1F95BA4D}"/>
              </a:ext>
            </a:extLst>
          </p:cNvPr>
          <p:cNvSpPr/>
          <p:nvPr/>
        </p:nvSpPr>
        <p:spPr>
          <a:xfrm>
            <a:off x="1517435" y="2008214"/>
            <a:ext cx="373017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Fast-Forward </a:t>
            </a:r>
            <a:r>
              <a:rPr kumimoji="0" lang="de-DE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Merging</a:t>
            </a:r>
            <a:endParaRPr kumimoji="0" lang="de-DE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 Black"/>
              <a:ea typeface="+mn-ea"/>
              <a:cs typeface="+mn-cs"/>
            </a:endParaRPr>
          </a:p>
        </p:txBody>
      </p:sp>
      <p:grpSp>
        <p:nvGrpSpPr>
          <p:cNvPr id="2" name="Graphic 8" descr="Hike">
            <a:extLst>
              <a:ext uri="{FF2B5EF4-FFF2-40B4-BE49-F238E27FC236}">
                <a16:creationId xmlns:a16="http://schemas.microsoft.com/office/drawing/2014/main" id="{143A14FE-96C8-4746-92EB-D2C6DE76AC65}"/>
              </a:ext>
            </a:extLst>
          </p:cNvPr>
          <p:cNvGrpSpPr/>
          <p:nvPr/>
        </p:nvGrpSpPr>
        <p:grpSpPr>
          <a:xfrm>
            <a:off x="4464407" y="1032855"/>
            <a:ext cx="783199" cy="783199"/>
            <a:chOff x="6597601" y="3108960"/>
            <a:chExt cx="1174799" cy="1174799"/>
          </a:xfrm>
          <a:gradFill>
            <a:gsLst>
              <a:gs pos="100000">
                <a:schemeClr val="accent3"/>
              </a:gs>
              <a:gs pos="0">
                <a:schemeClr val="accent2"/>
              </a:gs>
            </a:gsLst>
            <a:lin ang="6600000" scaled="0"/>
          </a:gradFill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61D404D6-730C-497B-961C-D516248C3C36}"/>
                </a:ext>
              </a:extLst>
            </p:cNvPr>
            <p:cNvSpPr/>
            <p:nvPr/>
          </p:nvSpPr>
          <p:spPr>
            <a:xfrm>
              <a:off x="7148288" y="3170147"/>
              <a:ext cx="195799" cy="195799"/>
            </a:xfrm>
            <a:custGeom>
              <a:avLst/>
              <a:gdLst>
                <a:gd name="connsiteX0" fmla="*/ 195800 w 195799"/>
                <a:gd name="connsiteY0" fmla="*/ 97900 h 195799"/>
                <a:gd name="connsiteX1" fmla="*/ 97900 w 195799"/>
                <a:gd name="connsiteY1" fmla="*/ 195800 h 195799"/>
                <a:gd name="connsiteX2" fmla="*/ 0 w 195799"/>
                <a:gd name="connsiteY2" fmla="*/ 97900 h 195799"/>
                <a:gd name="connsiteX3" fmla="*/ 97900 w 195799"/>
                <a:gd name="connsiteY3" fmla="*/ 0 h 195799"/>
                <a:gd name="connsiteX4" fmla="*/ 195800 w 195799"/>
                <a:gd name="connsiteY4" fmla="*/ 97900 h 195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5799" h="195799">
                  <a:moveTo>
                    <a:pt x="195800" y="97900"/>
                  </a:moveTo>
                  <a:cubicBezTo>
                    <a:pt x="195800" y="151969"/>
                    <a:pt x="151969" y="195800"/>
                    <a:pt x="97900" y="195800"/>
                  </a:cubicBezTo>
                  <a:cubicBezTo>
                    <a:pt x="43831" y="195800"/>
                    <a:pt x="0" y="151969"/>
                    <a:pt x="0" y="97900"/>
                  </a:cubicBezTo>
                  <a:cubicBezTo>
                    <a:pt x="0" y="43831"/>
                    <a:pt x="43831" y="0"/>
                    <a:pt x="97900" y="0"/>
                  </a:cubicBezTo>
                  <a:cubicBezTo>
                    <a:pt x="151969" y="0"/>
                    <a:pt x="195800" y="43831"/>
                    <a:pt x="195800" y="97900"/>
                  </a:cubicBezTo>
                  <a:close/>
                </a:path>
              </a:pathLst>
            </a:custGeom>
            <a:grpFill/>
            <a:ln w="122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71C30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587DC343-D883-43CE-A6DD-8F0988507422}"/>
                </a:ext>
              </a:extLst>
            </p:cNvPr>
            <p:cNvSpPr/>
            <p:nvPr/>
          </p:nvSpPr>
          <p:spPr>
            <a:xfrm>
              <a:off x="6842016" y="3390422"/>
              <a:ext cx="685691" cy="833604"/>
            </a:xfrm>
            <a:custGeom>
              <a:avLst/>
              <a:gdLst>
                <a:gd name="connsiteX0" fmla="*/ 388263 w 685691"/>
                <a:gd name="connsiteY0" fmla="*/ 387928 h 833604"/>
                <a:gd name="connsiteX1" fmla="*/ 421304 w 685691"/>
                <a:gd name="connsiteY1" fmla="*/ 222722 h 833604"/>
                <a:gd name="connsiteX2" fmla="*/ 444555 w 685691"/>
                <a:gd name="connsiteY2" fmla="*/ 276567 h 833604"/>
                <a:gd name="connsiteX3" fmla="*/ 473925 w 685691"/>
                <a:gd name="connsiteY3" fmla="*/ 303490 h 833604"/>
                <a:gd name="connsiteX4" fmla="*/ 575496 w 685691"/>
                <a:gd name="connsiteY4" fmla="*/ 337755 h 833604"/>
                <a:gd name="connsiteX5" fmla="*/ 481267 w 685691"/>
                <a:gd name="connsiteY5" fmla="*/ 456458 h 833604"/>
                <a:gd name="connsiteX6" fmla="*/ 388263 w 685691"/>
                <a:gd name="connsiteY6" fmla="*/ 387928 h 833604"/>
                <a:gd name="connsiteX7" fmla="*/ 652592 w 685691"/>
                <a:gd name="connsiteY7" fmla="*/ 259435 h 833604"/>
                <a:gd name="connsiteX8" fmla="*/ 526546 w 685691"/>
                <a:gd name="connsiteY8" fmla="*/ 217827 h 833604"/>
                <a:gd name="connsiteX9" fmla="*/ 454345 w 685691"/>
                <a:gd name="connsiteY9" fmla="*/ 51397 h 833604"/>
                <a:gd name="connsiteX10" fmla="*/ 368683 w 685691"/>
                <a:gd name="connsiteY10" fmla="*/ 0 h 833604"/>
                <a:gd name="connsiteX11" fmla="*/ 327075 w 685691"/>
                <a:gd name="connsiteY11" fmla="*/ 9790 h 833604"/>
                <a:gd name="connsiteX12" fmla="*/ 275678 w 685691"/>
                <a:gd name="connsiteY12" fmla="*/ 70977 h 833604"/>
                <a:gd name="connsiteX13" fmla="*/ 248755 w 685691"/>
                <a:gd name="connsiteY13" fmla="*/ 200695 h 833604"/>
                <a:gd name="connsiteX14" fmla="*/ 176554 w 685691"/>
                <a:gd name="connsiteY14" fmla="*/ 553135 h 833604"/>
                <a:gd name="connsiteX15" fmla="*/ 11348 w 685691"/>
                <a:gd name="connsiteY15" fmla="*/ 752606 h 833604"/>
                <a:gd name="connsiteX16" fmla="*/ 17467 w 685691"/>
                <a:gd name="connsiteY16" fmla="*/ 821136 h 833604"/>
                <a:gd name="connsiteX17" fmla="*/ 48060 w 685691"/>
                <a:gd name="connsiteY17" fmla="*/ 832149 h 833604"/>
                <a:gd name="connsiteX18" fmla="*/ 85997 w 685691"/>
                <a:gd name="connsiteY18" fmla="*/ 813793 h 833604"/>
                <a:gd name="connsiteX19" fmla="*/ 257321 w 685691"/>
                <a:gd name="connsiteY19" fmla="*/ 605756 h 833604"/>
                <a:gd name="connsiteX20" fmla="*/ 267111 w 685691"/>
                <a:gd name="connsiteY20" fmla="*/ 584952 h 833604"/>
                <a:gd name="connsiteX21" fmla="*/ 296481 w 685691"/>
                <a:gd name="connsiteY21" fmla="*/ 442997 h 833604"/>
                <a:gd name="connsiteX22" fmla="*/ 420080 w 685691"/>
                <a:gd name="connsiteY22" fmla="*/ 532331 h 833604"/>
                <a:gd name="connsiteX23" fmla="*/ 213266 w 685691"/>
                <a:gd name="connsiteY23" fmla="*/ 792989 h 833604"/>
                <a:gd name="connsiteX24" fmla="*/ 209595 w 685691"/>
                <a:gd name="connsiteY24" fmla="*/ 817464 h 833604"/>
                <a:gd name="connsiteX25" fmla="*/ 229175 w 685691"/>
                <a:gd name="connsiteY25" fmla="*/ 833373 h 833604"/>
                <a:gd name="connsiteX26" fmla="*/ 252426 w 685691"/>
                <a:gd name="connsiteY26" fmla="*/ 823583 h 833604"/>
                <a:gd name="connsiteX27" fmla="*/ 428646 w 685691"/>
                <a:gd name="connsiteY27" fmla="*/ 600861 h 833604"/>
                <a:gd name="connsiteX28" fmla="*/ 428646 w 685691"/>
                <a:gd name="connsiteY28" fmla="*/ 781976 h 833604"/>
                <a:gd name="connsiteX29" fmla="*/ 472701 w 685691"/>
                <a:gd name="connsiteY29" fmla="*/ 833373 h 833604"/>
                <a:gd name="connsiteX30" fmla="*/ 510637 w 685691"/>
                <a:gd name="connsiteY30" fmla="*/ 821136 h 833604"/>
                <a:gd name="connsiteX31" fmla="*/ 526546 w 685691"/>
                <a:gd name="connsiteY31" fmla="*/ 784423 h 833604"/>
                <a:gd name="connsiteX32" fmla="*/ 526546 w 685691"/>
                <a:gd name="connsiteY32" fmla="*/ 513975 h 833604"/>
                <a:gd name="connsiteX33" fmla="*/ 517980 w 685691"/>
                <a:gd name="connsiteY33" fmla="*/ 487052 h 833604"/>
                <a:gd name="connsiteX34" fmla="*/ 624446 w 685691"/>
                <a:gd name="connsiteY34" fmla="*/ 353663 h 833604"/>
                <a:gd name="connsiteX35" fmla="*/ 636684 w 685691"/>
                <a:gd name="connsiteY35" fmla="*/ 354887 h 833604"/>
                <a:gd name="connsiteX36" fmla="*/ 683186 w 685691"/>
                <a:gd name="connsiteY36" fmla="*/ 321846 h 833604"/>
                <a:gd name="connsiteX37" fmla="*/ 680739 w 685691"/>
                <a:gd name="connsiteY37" fmla="*/ 283910 h 833604"/>
                <a:gd name="connsiteX38" fmla="*/ 652592 w 685691"/>
                <a:gd name="connsiteY38" fmla="*/ 259435 h 833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685691" h="833604">
                  <a:moveTo>
                    <a:pt x="388263" y="387928"/>
                  </a:moveTo>
                  <a:lnTo>
                    <a:pt x="421304" y="222722"/>
                  </a:lnTo>
                  <a:lnTo>
                    <a:pt x="444555" y="276567"/>
                  </a:lnTo>
                  <a:cubicBezTo>
                    <a:pt x="450674" y="288805"/>
                    <a:pt x="460464" y="298595"/>
                    <a:pt x="473925" y="303490"/>
                  </a:cubicBezTo>
                  <a:lnTo>
                    <a:pt x="575496" y="337755"/>
                  </a:lnTo>
                  <a:lnTo>
                    <a:pt x="481267" y="456458"/>
                  </a:lnTo>
                  <a:lnTo>
                    <a:pt x="388263" y="387928"/>
                  </a:lnTo>
                  <a:close/>
                  <a:moveTo>
                    <a:pt x="652592" y="259435"/>
                  </a:moveTo>
                  <a:lnTo>
                    <a:pt x="526546" y="217827"/>
                  </a:lnTo>
                  <a:cubicBezTo>
                    <a:pt x="526546" y="217827"/>
                    <a:pt x="456792" y="56292"/>
                    <a:pt x="454345" y="51397"/>
                  </a:cubicBezTo>
                  <a:cubicBezTo>
                    <a:pt x="437212" y="19580"/>
                    <a:pt x="404171" y="0"/>
                    <a:pt x="368683" y="0"/>
                  </a:cubicBezTo>
                  <a:cubicBezTo>
                    <a:pt x="353998" y="0"/>
                    <a:pt x="340536" y="3671"/>
                    <a:pt x="327075" y="9790"/>
                  </a:cubicBezTo>
                  <a:cubicBezTo>
                    <a:pt x="300153" y="20804"/>
                    <a:pt x="280573" y="42831"/>
                    <a:pt x="275678" y="70977"/>
                  </a:cubicBezTo>
                  <a:lnTo>
                    <a:pt x="248755" y="200695"/>
                  </a:lnTo>
                  <a:lnTo>
                    <a:pt x="176554" y="553135"/>
                  </a:lnTo>
                  <a:lnTo>
                    <a:pt x="11348" y="752606"/>
                  </a:lnTo>
                  <a:cubicBezTo>
                    <a:pt x="-5785" y="773409"/>
                    <a:pt x="-3337" y="804003"/>
                    <a:pt x="17467" y="821136"/>
                  </a:cubicBezTo>
                  <a:cubicBezTo>
                    <a:pt x="26033" y="828478"/>
                    <a:pt x="37047" y="832149"/>
                    <a:pt x="48060" y="832149"/>
                  </a:cubicBezTo>
                  <a:cubicBezTo>
                    <a:pt x="62745" y="832149"/>
                    <a:pt x="76207" y="826031"/>
                    <a:pt x="85997" y="813793"/>
                  </a:cubicBezTo>
                  <a:lnTo>
                    <a:pt x="257321" y="605756"/>
                  </a:lnTo>
                  <a:cubicBezTo>
                    <a:pt x="262216" y="599637"/>
                    <a:pt x="265888" y="592295"/>
                    <a:pt x="267111" y="584952"/>
                  </a:cubicBezTo>
                  <a:lnTo>
                    <a:pt x="296481" y="442997"/>
                  </a:lnTo>
                  <a:lnTo>
                    <a:pt x="420080" y="532331"/>
                  </a:lnTo>
                  <a:lnTo>
                    <a:pt x="213266" y="792989"/>
                  </a:lnTo>
                  <a:cubicBezTo>
                    <a:pt x="207148" y="800332"/>
                    <a:pt x="205924" y="808898"/>
                    <a:pt x="209595" y="817464"/>
                  </a:cubicBezTo>
                  <a:cubicBezTo>
                    <a:pt x="213266" y="826031"/>
                    <a:pt x="220609" y="832149"/>
                    <a:pt x="229175" y="833373"/>
                  </a:cubicBezTo>
                  <a:cubicBezTo>
                    <a:pt x="237741" y="834597"/>
                    <a:pt x="246308" y="830926"/>
                    <a:pt x="252426" y="823583"/>
                  </a:cubicBezTo>
                  <a:lnTo>
                    <a:pt x="428646" y="600861"/>
                  </a:lnTo>
                  <a:lnTo>
                    <a:pt x="428646" y="781976"/>
                  </a:lnTo>
                  <a:cubicBezTo>
                    <a:pt x="428646" y="807674"/>
                    <a:pt x="447002" y="829702"/>
                    <a:pt x="472701" y="833373"/>
                  </a:cubicBezTo>
                  <a:cubicBezTo>
                    <a:pt x="486162" y="834597"/>
                    <a:pt x="500847" y="829702"/>
                    <a:pt x="510637" y="821136"/>
                  </a:cubicBezTo>
                  <a:cubicBezTo>
                    <a:pt x="520427" y="811346"/>
                    <a:pt x="526546" y="799108"/>
                    <a:pt x="526546" y="784423"/>
                  </a:cubicBezTo>
                  <a:lnTo>
                    <a:pt x="526546" y="513975"/>
                  </a:lnTo>
                  <a:cubicBezTo>
                    <a:pt x="526546" y="504185"/>
                    <a:pt x="524099" y="495618"/>
                    <a:pt x="517980" y="487052"/>
                  </a:cubicBezTo>
                  <a:lnTo>
                    <a:pt x="624446" y="353663"/>
                  </a:lnTo>
                  <a:cubicBezTo>
                    <a:pt x="628117" y="354887"/>
                    <a:pt x="633012" y="354887"/>
                    <a:pt x="636684" y="354887"/>
                  </a:cubicBezTo>
                  <a:cubicBezTo>
                    <a:pt x="657487" y="354887"/>
                    <a:pt x="675844" y="341426"/>
                    <a:pt x="683186" y="321846"/>
                  </a:cubicBezTo>
                  <a:cubicBezTo>
                    <a:pt x="686857" y="309608"/>
                    <a:pt x="686857" y="296147"/>
                    <a:pt x="680739" y="283910"/>
                  </a:cubicBezTo>
                  <a:cubicBezTo>
                    <a:pt x="674620" y="272896"/>
                    <a:pt x="664830" y="263106"/>
                    <a:pt x="652592" y="259435"/>
                  </a:cubicBezTo>
                  <a:close/>
                </a:path>
              </a:pathLst>
            </a:custGeom>
            <a:grpFill/>
            <a:ln w="122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71C30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80D61561-87DA-4DDA-8DDD-5FBE5DD0D762}"/>
                </a:ext>
              </a:extLst>
            </p:cNvPr>
            <p:cNvSpPr/>
            <p:nvPr/>
          </p:nvSpPr>
          <p:spPr>
            <a:xfrm>
              <a:off x="6858393" y="3267503"/>
              <a:ext cx="231462" cy="482700"/>
            </a:xfrm>
            <a:custGeom>
              <a:avLst/>
              <a:gdLst>
                <a:gd name="connsiteX0" fmla="*/ 122241 w 231462"/>
                <a:gd name="connsiteY0" fmla="*/ 81311 h 482700"/>
                <a:gd name="connsiteX1" fmla="*/ 150388 w 231462"/>
                <a:gd name="connsiteY1" fmla="*/ 61731 h 482700"/>
                <a:gd name="connsiteX2" fmla="*/ 169968 w 231462"/>
                <a:gd name="connsiteY2" fmla="*/ 89878 h 482700"/>
                <a:gd name="connsiteX3" fmla="*/ 141821 w 231462"/>
                <a:gd name="connsiteY3" fmla="*/ 109458 h 482700"/>
                <a:gd name="connsiteX4" fmla="*/ 122241 w 231462"/>
                <a:gd name="connsiteY4" fmla="*/ 81311 h 482700"/>
                <a:gd name="connsiteX5" fmla="*/ 229931 w 231462"/>
                <a:gd name="connsiteY5" fmla="*/ 100891 h 482700"/>
                <a:gd name="connsiteX6" fmla="*/ 182205 w 231462"/>
                <a:gd name="connsiteY6" fmla="*/ 7886 h 482700"/>
                <a:gd name="connsiteX7" fmla="*/ 79410 w 231462"/>
                <a:gd name="connsiteY7" fmla="*/ 29914 h 482700"/>
                <a:gd name="connsiteX8" fmla="*/ 74515 w 231462"/>
                <a:gd name="connsiteY8" fmla="*/ 133933 h 482700"/>
                <a:gd name="connsiteX9" fmla="*/ 47593 w 231462"/>
                <a:gd name="connsiteY9" fmla="*/ 153513 h 482700"/>
                <a:gd name="connsiteX10" fmla="*/ 2314 w 231462"/>
                <a:gd name="connsiteY10" fmla="*/ 378682 h 482700"/>
                <a:gd name="connsiteX11" fmla="*/ 19446 w 231462"/>
                <a:gd name="connsiteY11" fmla="*/ 450884 h 482700"/>
                <a:gd name="connsiteX12" fmla="*/ 85529 w 231462"/>
                <a:gd name="connsiteY12" fmla="*/ 482701 h 482700"/>
                <a:gd name="connsiteX13" fmla="*/ 168744 w 231462"/>
                <a:gd name="connsiteY13" fmla="*/ 410500 h 482700"/>
                <a:gd name="connsiteX14" fmla="*/ 214023 w 231462"/>
                <a:gd name="connsiteY14" fmla="*/ 185330 h 482700"/>
                <a:gd name="connsiteX15" fmla="*/ 210351 w 231462"/>
                <a:gd name="connsiteY15" fmla="*/ 166974 h 482700"/>
                <a:gd name="connsiteX16" fmla="*/ 195666 w 231462"/>
                <a:gd name="connsiteY16" fmla="*/ 155960 h 482700"/>
                <a:gd name="connsiteX17" fmla="*/ 193219 w 231462"/>
                <a:gd name="connsiteY17" fmla="*/ 155960 h 482700"/>
                <a:gd name="connsiteX18" fmla="*/ 229931 w 231462"/>
                <a:gd name="connsiteY18" fmla="*/ 100891 h 482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31462" h="482700">
                  <a:moveTo>
                    <a:pt x="122241" y="81311"/>
                  </a:moveTo>
                  <a:cubicBezTo>
                    <a:pt x="124689" y="67850"/>
                    <a:pt x="138150" y="59284"/>
                    <a:pt x="150388" y="61731"/>
                  </a:cubicBezTo>
                  <a:cubicBezTo>
                    <a:pt x="163849" y="64179"/>
                    <a:pt x="172415" y="77640"/>
                    <a:pt x="169968" y="89878"/>
                  </a:cubicBezTo>
                  <a:cubicBezTo>
                    <a:pt x="167520" y="103339"/>
                    <a:pt x="154059" y="111905"/>
                    <a:pt x="141821" y="109458"/>
                  </a:cubicBezTo>
                  <a:cubicBezTo>
                    <a:pt x="128360" y="107010"/>
                    <a:pt x="119794" y="93549"/>
                    <a:pt x="122241" y="81311"/>
                  </a:cubicBezTo>
                  <a:close/>
                  <a:moveTo>
                    <a:pt x="229931" y="100891"/>
                  </a:moveTo>
                  <a:cubicBezTo>
                    <a:pt x="237274" y="62955"/>
                    <a:pt x="217694" y="23795"/>
                    <a:pt x="182205" y="7886"/>
                  </a:cubicBezTo>
                  <a:cubicBezTo>
                    <a:pt x="146716" y="-8022"/>
                    <a:pt x="105109" y="544"/>
                    <a:pt x="79410" y="29914"/>
                  </a:cubicBezTo>
                  <a:cubicBezTo>
                    <a:pt x="53711" y="59284"/>
                    <a:pt x="52488" y="102115"/>
                    <a:pt x="74515" y="133933"/>
                  </a:cubicBezTo>
                  <a:cubicBezTo>
                    <a:pt x="62278" y="131485"/>
                    <a:pt x="50040" y="140051"/>
                    <a:pt x="47593" y="153513"/>
                  </a:cubicBezTo>
                  <a:lnTo>
                    <a:pt x="2314" y="378682"/>
                  </a:lnTo>
                  <a:cubicBezTo>
                    <a:pt x="-3805" y="404381"/>
                    <a:pt x="2314" y="430080"/>
                    <a:pt x="19446" y="450884"/>
                  </a:cubicBezTo>
                  <a:cubicBezTo>
                    <a:pt x="35355" y="471687"/>
                    <a:pt x="59830" y="482701"/>
                    <a:pt x="85529" y="482701"/>
                  </a:cubicBezTo>
                  <a:cubicBezTo>
                    <a:pt x="127136" y="481477"/>
                    <a:pt x="161401" y="450884"/>
                    <a:pt x="168744" y="410500"/>
                  </a:cubicBezTo>
                  <a:lnTo>
                    <a:pt x="214023" y="185330"/>
                  </a:lnTo>
                  <a:cubicBezTo>
                    <a:pt x="215246" y="179211"/>
                    <a:pt x="214023" y="173093"/>
                    <a:pt x="210351" y="166974"/>
                  </a:cubicBezTo>
                  <a:cubicBezTo>
                    <a:pt x="206680" y="162079"/>
                    <a:pt x="201785" y="158408"/>
                    <a:pt x="195666" y="155960"/>
                  </a:cubicBezTo>
                  <a:lnTo>
                    <a:pt x="193219" y="155960"/>
                  </a:lnTo>
                  <a:cubicBezTo>
                    <a:pt x="212799" y="144946"/>
                    <a:pt x="226260" y="124143"/>
                    <a:pt x="229931" y="100891"/>
                  </a:cubicBezTo>
                  <a:close/>
                </a:path>
              </a:pathLst>
            </a:custGeom>
            <a:grpFill/>
            <a:ln w="122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71C30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</p:grpSp>
      <p:pic>
        <p:nvPicPr>
          <p:cNvPr id="2053" name="Picture 5" descr="What Is a Git Merge Fast Forward?">
            <a:extLst>
              <a:ext uri="{FF2B5EF4-FFF2-40B4-BE49-F238E27FC236}">
                <a16:creationId xmlns:a16="http://schemas.microsoft.com/office/drawing/2014/main" id="{A498538D-4630-0928-5799-1279454274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7606" y="1498364"/>
            <a:ext cx="7241931" cy="4146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6638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E048260-B84E-47A2-AF24-B1FD3830A7C4}"/>
              </a:ext>
            </a:extLst>
          </p:cNvPr>
          <p:cNvSpPr/>
          <p:nvPr/>
        </p:nvSpPr>
        <p:spPr>
          <a:xfrm>
            <a:off x="1517435" y="2979888"/>
            <a:ext cx="373017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600" b="0" i="0" dirty="0">
                <a:solidFill>
                  <a:srgbClr val="D1D5DB"/>
                </a:solidFill>
                <a:effectLst/>
                <a:latin typeface="Söhne"/>
              </a:rPr>
              <a:t>Wenn du Änderungen in einen Branch </a:t>
            </a:r>
            <a:r>
              <a:rPr lang="de-DE" sz="1600" b="0" i="0" dirty="0" err="1">
                <a:solidFill>
                  <a:srgbClr val="D1D5DB"/>
                </a:solidFill>
                <a:effectLst/>
                <a:latin typeface="Söhne"/>
              </a:rPr>
              <a:t>mergst</a:t>
            </a:r>
            <a:r>
              <a:rPr lang="de-DE" sz="1600" b="0" i="0" dirty="0">
                <a:solidFill>
                  <a:srgbClr val="D1D5DB"/>
                </a:solidFill>
                <a:effectLst/>
                <a:latin typeface="Söhne"/>
              </a:rPr>
              <a:t> und im </a:t>
            </a:r>
            <a:r>
              <a:rPr lang="de-DE" sz="1600" b="0" i="0" dirty="0" err="1">
                <a:solidFill>
                  <a:srgbClr val="D1D5DB"/>
                </a:solidFill>
                <a:effectLst/>
                <a:latin typeface="Söhne"/>
              </a:rPr>
              <a:t>Zielbranch</a:t>
            </a:r>
            <a:r>
              <a:rPr lang="de-DE" sz="1600" b="0" i="0" dirty="0">
                <a:solidFill>
                  <a:srgbClr val="D1D5DB"/>
                </a:solidFill>
                <a:effectLst/>
                <a:latin typeface="Söhne"/>
              </a:rPr>
              <a:t> weitere Änderungen gemacht wurden, oder wenn du explizit möchtest, dass ein </a:t>
            </a:r>
            <a:r>
              <a:rPr lang="de-DE" sz="1600" b="0" i="0" dirty="0" err="1">
                <a:solidFill>
                  <a:srgbClr val="D1D5DB"/>
                </a:solidFill>
                <a:effectLst/>
                <a:latin typeface="Söhne"/>
              </a:rPr>
              <a:t>Merge</a:t>
            </a:r>
            <a:r>
              <a:rPr lang="de-DE" sz="1600" b="0" i="0" dirty="0">
                <a:solidFill>
                  <a:srgbClr val="D1D5DB"/>
                </a:solidFill>
                <a:effectLst/>
                <a:latin typeface="Söhne"/>
              </a:rPr>
              <a:t>-Commit erstellt wird, wird ein "Non-Fast-Forward </a:t>
            </a:r>
            <a:r>
              <a:rPr lang="de-DE" sz="1600" b="0" i="0" dirty="0" err="1">
                <a:solidFill>
                  <a:srgbClr val="D1D5DB"/>
                </a:solidFill>
                <a:effectLst/>
                <a:latin typeface="Söhne"/>
              </a:rPr>
              <a:t>Merge</a:t>
            </a:r>
            <a:r>
              <a:rPr lang="de-DE" sz="1600" b="0" i="0" dirty="0">
                <a:solidFill>
                  <a:srgbClr val="D1D5DB"/>
                </a:solidFill>
                <a:effectLst/>
                <a:latin typeface="Söhne"/>
              </a:rPr>
              <a:t>" durchgeführt. Hierbei wird ein spezieller Commit erstellt, der die Zusammenführung der beiden </a:t>
            </a:r>
            <a:r>
              <a:rPr lang="de-DE" sz="1600" b="0" i="0" dirty="0" err="1">
                <a:solidFill>
                  <a:srgbClr val="D1D5DB"/>
                </a:solidFill>
                <a:effectLst/>
                <a:latin typeface="Söhne"/>
              </a:rPr>
              <a:t>Branches</a:t>
            </a:r>
            <a:r>
              <a:rPr lang="de-DE" sz="1600" b="0" i="0" dirty="0">
                <a:solidFill>
                  <a:srgbClr val="D1D5DB"/>
                </a:solidFill>
                <a:effectLst/>
                <a:latin typeface="Söhne"/>
              </a:rPr>
              <a:t> repräsentiert.</a:t>
            </a:r>
            <a:endParaRPr kumimoji="0" lang="de-DE" sz="1600" b="0" i="0" u="none" strike="noStrike" kern="1200" cap="none" spc="0" normalizeH="0" baseline="0" noProof="0" dirty="0">
              <a:ln>
                <a:noFill/>
              </a:ln>
              <a:solidFill>
                <a:srgbClr val="B6B6BD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D041B1-D17D-4BFA-8AF9-912C1F95BA4D}"/>
              </a:ext>
            </a:extLst>
          </p:cNvPr>
          <p:cNvSpPr/>
          <p:nvPr/>
        </p:nvSpPr>
        <p:spPr>
          <a:xfrm>
            <a:off x="1517435" y="2008214"/>
            <a:ext cx="373017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Non-Fast-Forward </a:t>
            </a:r>
            <a:r>
              <a:rPr kumimoji="0" lang="de-DE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Merging</a:t>
            </a:r>
            <a:r>
              <a:rPr kumimoji="0" lang="de-DE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 (</a:t>
            </a:r>
            <a:r>
              <a:rPr kumimoji="0" lang="de-DE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Merge</a:t>
            </a:r>
            <a:r>
              <a:rPr kumimoji="0" lang="de-DE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-Commit)</a:t>
            </a:r>
          </a:p>
        </p:txBody>
      </p:sp>
      <p:grpSp>
        <p:nvGrpSpPr>
          <p:cNvPr id="2" name="Graphic 8" descr="Hike">
            <a:extLst>
              <a:ext uri="{FF2B5EF4-FFF2-40B4-BE49-F238E27FC236}">
                <a16:creationId xmlns:a16="http://schemas.microsoft.com/office/drawing/2014/main" id="{143A14FE-96C8-4746-92EB-D2C6DE76AC65}"/>
              </a:ext>
            </a:extLst>
          </p:cNvPr>
          <p:cNvGrpSpPr/>
          <p:nvPr/>
        </p:nvGrpSpPr>
        <p:grpSpPr>
          <a:xfrm>
            <a:off x="4464407" y="1032855"/>
            <a:ext cx="783199" cy="783199"/>
            <a:chOff x="6597601" y="3108960"/>
            <a:chExt cx="1174799" cy="1174799"/>
          </a:xfrm>
          <a:gradFill>
            <a:gsLst>
              <a:gs pos="100000">
                <a:schemeClr val="accent3"/>
              </a:gs>
              <a:gs pos="0">
                <a:schemeClr val="accent2"/>
              </a:gs>
            </a:gsLst>
            <a:lin ang="6600000" scaled="0"/>
          </a:gradFill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61D404D6-730C-497B-961C-D516248C3C36}"/>
                </a:ext>
              </a:extLst>
            </p:cNvPr>
            <p:cNvSpPr/>
            <p:nvPr/>
          </p:nvSpPr>
          <p:spPr>
            <a:xfrm>
              <a:off x="7148288" y="3170147"/>
              <a:ext cx="195799" cy="195799"/>
            </a:xfrm>
            <a:custGeom>
              <a:avLst/>
              <a:gdLst>
                <a:gd name="connsiteX0" fmla="*/ 195800 w 195799"/>
                <a:gd name="connsiteY0" fmla="*/ 97900 h 195799"/>
                <a:gd name="connsiteX1" fmla="*/ 97900 w 195799"/>
                <a:gd name="connsiteY1" fmla="*/ 195800 h 195799"/>
                <a:gd name="connsiteX2" fmla="*/ 0 w 195799"/>
                <a:gd name="connsiteY2" fmla="*/ 97900 h 195799"/>
                <a:gd name="connsiteX3" fmla="*/ 97900 w 195799"/>
                <a:gd name="connsiteY3" fmla="*/ 0 h 195799"/>
                <a:gd name="connsiteX4" fmla="*/ 195800 w 195799"/>
                <a:gd name="connsiteY4" fmla="*/ 97900 h 195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5799" h="195799">
                  <a:moveTo>
                    <a:pt x="195800" y="97900"/>
                  </a:moveTo>
                  <a:cubicBezTo>
                    <a:pt x="195800" y="151969"/>
                    <a:pt x="151969" y="195800"/>
                    <a:pt x="97900" y="195800"/>
                  </a:cubicBezTo>
                  <a:cubicBezTo>
                    <a:pt x="43831" y="195800"/>
                    <a:pt x="0" y="151969"/>
                    <a:pt x="0" y="97900"/>
                  </a:cubicBezTo>
                  <a:cubicBezTo>
                    <a:pt x="0" y="43831"/>
                    <a:pt x="43831" y="0"/>
                    <a:pt x="97900" y="0"/>
                  </a:cubicBezTo>
                  <a:cubicBezTo>
                    <a:pt x="151969" y="0"/>
                    <a:pt x="195800" y="43831"/>
                    <a:pt x="195800" y="97900"/>
                  </a:cubicBezTo>
                  <a:close/>
                </a:path>
              </a:pathLst>
            </a:custGeom>
            <a:grpFill/>
            <a:ln w="122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71C30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587DC343-D883-43CE-A6DD-8F0988507422}"/>
                </a:ext>
              </a:extLst>
            </p:cNvPr>
            <p:cNvSpPr/>
            <p:nvPr/>
          </p:nvSpPr>
          <p:spPr>
            <a:xfrm>
              <a:off x="6842016" y="3390422"/>
              <a:ext cx="685691" cy="833604"/>
            </a:xfrm>
            <a:custGeom>
              <a:avLst/>
              <a:gdLst>
                <a:gd name="connsiteX0" fmla="*/ 388263 w 685691"/>
                <a:gd name="connsiteY0" fmla="*/ 387928 h 833604"/>
                <a:gd name="connsiteX1" fmla="*/ 421304 w 685691"/>
                <a:gd name="connsiteY1" fmla="*/ 222722 h 833604"/>
                <a:gd name="connsiteX2" fmla="*/ 444555 w 685691"/>
                <a:gd name="connsiteY2" fmla="*/ 276567 h 833604"/>
                <a:gd name="connsiteX3" fmla="*/ 473925 w 685691"/>
                <a:gd name="connsiteY3" fmla="*/ 303490 h 833604"/>
                <a:gd name="connsiteX4" fmla="*/ 575496 w 685691"/>
                <a:gd name="connsiteY4" fmla="*/ 337755 h 833604"/>
                <a:gd name="connsiteX5" fmla="*/ 481267 w 685691"/>
                <a:gd name="connsiteY5" fmla="*/ 456458 h 833604"/>
                <a:gd name="connsiteX6" fmla="*/ 388263 w 685691"/>
                <a:gd name="connsiteY6" fmla="*/ 387928 h 833604"/>
                <a:gd name="connsiteX7" fmla="*/ 652592 w 685691"/>
                <a:gd name="connsiteY7" fmla="*/ 259435 h 833604"/>
                <a:gd name="connsiteX8" fmla="*/ 526546 w 685691"/>
                <a:gd name="connsiteY8" fmla="*/ 217827 h 833604"/>
                <a:gd name="connsiteX9" fmla="*/ 454345 w 685691"/>
                <a:gd name="connsiteY9" fmla="*/ 51397 h 833604"/>
                <a:gd name="connsiteX10" fmla="*/ 368683 w 685691"/>
                <a:gd name="connsiteY10" fmla="*/ 0 h 833604"/>
                <a:gd name="connsiteX11" fmla="*/ 327075 w 685691"/>
                <a:gd name="connsiteY11" fmla="*/ 9790 h 833604"/>
                <a:gd name="connsiteX12" fmla="*/ 275678 w 685691"/>
                <a:gd name="connsiteY12" fmla="*/ 70977 h 833604"/>
                <a:gd name="connsiteX13" fmla="*/ 248755 w 685691"/>
                <a:gd name="connsiteY13" fmla="*/ 200695 h 833604"/>
                <a:gd name="connsiteX14" fmla="*/ 176554 w 685691"/>
                <a:gd name="connsiteY14" fmla="*/ 553135 h 833604"/>
                <a:gd name="connsiteX15" fmla="*/ 11348 w 685691"/>
                <a:gd name="connsiteY15" fmla="*/ 752606 h 833604"/>
                <a:gd name="connsiteX16" fmla="*/ 17467 w 685691"/>
                <a:gd name="connsiteY16" fmla="*/ 821136 h 833604"/>
                <a:gd name="connsiteX17" fmla="*/ 48060 w 685691"/>
                <a:gd name="connsiteY17" fmla="*/ 832149 h 833604"/>
                <a:gd name="connsiteX18" fmla="*/ 85997 w 685691"/>
                <a:gd name="connsiteY18" fmla="*/ 813793 h 833604"/>
                <a:gd name="connsiteX19" fmla="*/ 257321 w 685691"/>
                <a:gd name="connsiteY19" fmla="*/ 605756 h 833604"/>
                <a:gd name="connsiteX20" fmla="*/ 267111 w 685691"/>
                <a:gd name="connsiteY20" fmla="*/ 584952 h 833604"/>
                <a:gd name="connsiteX21" fmla="*/ 296481 w 685691"/>
                <a:gd name="connsiteY21" fmla="*/ 442997 h 833604"/>
                <a:gd name="connsiteX22" fmla="*/ 420080 w 685691"/>
                <a:gd name="connsiteY22" fmla="*/ 532331 h 833604"/>
                <a:gd name="connsiteX23" fmla="*/ 213266 w 685691"/>
                <a:gd name="connsiteY23" fmla="*/ 792989 h 833604"/>
                <a:gd name="connsiteX24" fmla="*/ 209595 w 685691"/>
                <a:gd name="connsiteY24" fmla="*/ 817464 h 833604"/>
                <a:gd name="connsiteX25" fmla="*/ 229175 w 685691"/>
                <a:gd name="connsiteY25" fmla="*/ 833373 h 833604"/>
                <a:gd name="connsiteX26" fmla="*/ 252426 w 685691"/>
                <a:gd name="connsiteY26" fmla="*/ 823583 h 833604"/>
                <a:gd name="connsiteX27" fmla="*/ 428646 w 685691"/>
                <a:gd name="connsiteY27" fmla="*/ 600861 h 833604"/>
                <a:gd name="connsiteX28" fmla="*/ 428646 w 685691"/>
                <a:gd name="connsiteY28" fmla="*/ 781976 h 833604"/>
                <a:gd name="connsiteX29" fmla="*/ 472701 w 685691"/>
                <a:gd name="connsiteY29" fmla="*/ 833373 h 833604"/>
                <a:gd name="connsiteX30" fmla="*/ 510637 w 685691"/>
                <a:gd name="connsiteY30" fmla="*/ 821136 h 833604"/>
                <a:gd name="connsiteX31" fmla="*/ 526546 w 685691"/>
                <a:gd name="connsiteY31" fmla="*/ 784423 h 833604"/>
                <a:gd name="connsiteX32" fmla="*/ 526546 w 685691"/>
                <a:gd name="connsiteY32" fmla="*/ 513975 h 833604"/>
                <a:gd name="connsiteX33" fmla="*/ 517980 w 685691"/>
                <a:gd name="connsiteY33" fmla="*/ 487052 h 833604"/>
                <a:gd name="connsiteX34" fmla="*/ 624446 w 685691"/>
                <a:gd name="connsiteY34" fmla="*/ 353663 h 833604"/>
                <a:gd name="connsiteX35" fmla="*/ 636684 w 685691"/>
                <a:gd name="connsiteY35" fmla="*/ 354887 h 833604"/>
                <a:gd name="connsiteX36" fmla="*/ 683186 w 685691"/>
                <a:gd name="connsiteY36" fmla="*/ 321846 h 833604"/>
                <a:gd name="connsiteX37" fmla="*/ 680739 w 685691"/>
                <a:gd name="connsiteY37" fmla="*/ 283910 h 833604"/>
                <a:gd name="connsiteX38" fmla="*/ 652592 w 685691"/>
                <a:gd name="connsiteY38" fmla="*/ 259435 h 833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685691" h="833604">
                  <a:moveTo>
                    <a:pt x="388263" y="387928"/>
                  </a:moveTo>
                  <a:lnTo>
                    <a:pt x="421304" y="222722"/>
                  </a:lnTo>
                  <a:lnTo>
                    <a:pt x="444555" y="276567"/>
                  </a:lnTo>
                  <a:cubicBezTo>
                    <a:pt x="450674" y="288805"/>
                    <a:pt x="460464" y="298595"/>
                    <a:pt x="473925" y="303490"/>
                  </a:cubicBezTo>
                  <a:lnTo>
                    <a:pt x="575496" y="337755"/>
                  </a:lnTo>
                  <a:lnTo>
                    <a:pt x="481267" y="456458"/>
                  </a:lnTo>
                  <a:lnTo>
                    <a:pt x="388263" y="387928"/>
                  </a:lnTo>
                  <a:close/>
                  <a:moveTo>
                    <a:pt x="652592" y="259435"/>
                  </a:moveTo>
                  <a:lnTo>
                    <a:pt x="526546" y="217827"/>
                  </a:lnTo>
                  <a:cubicBezTo>
                    <a:pt x="526546" y="217827"/>
                    <a:pt x="456792" y="56292"/>
                    <a:pt x="454345" y="51397"/>
                  </a:cubicBezTo>
                  <a:cubicBezTo>
                    <a:pt x="437212" y="19580"/>
                    <a:pt x="404171" y="0"/>
                    <a:pt x="368683" y="0"/>
                  </a:cubicBezTo>
                  <a:cubicBezTo>
                    <a:pt x="353998" y="0"/>
                    <a:pt x="340536" y="3671"/>
                    <a:pt x="327075" y="9790"/>
                  </a:cubicBezTo>
                  <a:cubicBezTo>
                    <a:pt x="300153" y="20804"/>
                    <a:pt x="280573" y="42831"/>
                    <a:pt x="275678" y="70977"/>
                  </a:cubicBezTo>
                  <a:lnTo>
                    <a:pt x="248755" y="200695"/>
                  </a:lnTo>
                  <a:lnTo>
                    <a:pt x="176554" y="553135"/>
                  </a:lnTo>
                  <a:lnTo>
                    <a:pt x="11348" y="752606"/>
                  </a:lnTo>
                  <a:cubicBezTo>
                    <a:pt x="-5785" y="773409"/>
                    <a:pt x="-3337" y="804003"/>
                    <a:pt x="17467" y="821136"/>
                  </a:cubicBezTo>
                  <a:cubicBezTo>
                    <a:pt x="26033" y="828478"/>
                    <a:pt x="37047" y="832149"/>
                    <a:pt x="48060" y="832149"/>
                  </a:cubicBezTo>
                  <a:cubicBezTo>
                    <a:pt x="62745" y="832149"/>
                    <a:pt x="76207" y="826031"/>
                    <a:pt x="85997" y="813793"/>
                  </a:cubicBezTo>
                  <a:lnTo>
                    <a:pt x="257321" y="605756"/>
                  </a:lnTo>
                  <a:cubicBezTo>
                    <a:pt x="262216" y="599637"/>
                    <a:pt x="265888" y="592295"/>
                    <a:pt x="267111" y="584952"/>
                  </a:cubicBezTo>
                  <a:lnTo>
                    <a:pt x="296481" y="442997"/>
                  </a:lnTo>
                  <a:lnTo>
                    <a:pt x="420080" y="532331"/>
                  </a:lnTo>
                  <a:lnTo>
                    <a:pt x="213266" y="792989"/>
                  </a:lnTo>
                  <a:cubicBezTo>
                    <a:pt x="207148" y="800332"/>
                    <a:pt x="205924" y="808898"/>
                    <a:pt x="209595" y="817464"/>
                  </a:cubicBezTo>
                  <a:cubicBezTo>
                    <a:pt x="213266" y="826031"/>
                    <a:pt x="220609" y="832149"/>
                    <a:pt x="229175" y="833373"/>
                  </a:cubicBezTo>
                  <a:cubicBezTo>
                    <a:pt x="237741" y="834597"/>
                    <a:pt x="246308" y="830926"/>
                    <a:pt x="252426" y="823583"/>
                  </a:cubicBezTo>
                  <a:lnTo>
                    <a:pt x="428646" y="600861"/>
                  </a:lnTo>
                  <a:lnTo>
                    <a:pt x="428646" y="781976"/>
                  </a:lnTo>
                  <a:cubicBezTo>
                    <a:pt x="428646" y="807674"/>
                    <a:pt x="447002" y="829702"/>
                    <a:pt x="472701" y="833373"/>
                  </a:cubicBezTo>
                  <a:cubicBezTo>
                    <a:pt x="486162" y="834597"/>
                    <a:pt x="500847" y="829702"/>
                    <a:pt x="510637" y="821136"/>
                  </a:cubicBezTo>
                  <a:cubicBezTo>
                    <a:pt x="520427" y="811346"/>
                    <a:pt x="526546" y="799108"/>
                    <a:pt x="526546" y="784423"/>
                  </a:cubicBezTo>
                  <a:lnTo>
                    <a:pt x="526546" y="513975"/>
                  </a:lnTo>
                  <a:cubicBezTo>
                    <a:pt x="526546" y="504185"/>
                    <a:pt x="524099" y="495618"/>
                    <a:pt x="517980" y="487052"/>
                  </a:cubicBezTo>
                  <a:lnTo>
                    <a:pt x="624446" y="353663"/>
                  </a:lnTo>
                  <a:cubicBezTo>
                    <a:pt x="628117" y="354887"/>
                    <a:pt x="633012" y="354887"/>
                    <a:pt x="636684" y="354887"/>
                  </a:cubicBezTo>
                  <a:cubicBezTo>
                    <a:pt x="657487" y="354887"/>
                    <a:pt x="675844" y="341426"/>
                    <a:pt x="683186" y="321846"/>
                  </a:cubicBezTo>
                  <a:cubicBezTo>
                    <a:pt x="686857" y="309608"/>
                    <a:pt x="686857" y="296147"/>
                    <a:pt x="680739" y="283910"/>
                  </a:cubicBezTo>
                  <a:cubicBezTo>
                    <a:pt x="674620" y="272896"/>
                    <a:pt x="664830" y="263106"/>
                    <a:pt x="652592" y="259435"/>
                  </a:cubicBezTo>
                  <a:close/>
                </a:path>
              </a:pathLst>
            </a:custGeom>
            <a:grpFill/>
            <a:ln w="122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71C30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80D61561-87DA-4DDA-8DDD-5FBE5DD0D762}"/>
                </a:ext>
              </a:extLst>
            </p:cNvPr>
            <p:cNvSpPr/>
            <p:nvPr/>
          </p:nvSpPr>
          <p:spPr>
            <a:xfrm>
              <a:off x="6858393" y="3267503"/>
              <a:ext cx="231462" cy="482700"/>
            </a:xfrm>
            <a:custGeom>
              <a:avLst/>
              <a:gdLst>
                <a:gd name="connsiteX0" fmla="*/ 122241 w 231462"/>
                <a:gd name="connsiteY0" fmla="*/ 81311 h 482700"/>
                <a:gd name="connsiteX1" fmla="*/ 150388 w 231462"/>
                <a:gd name="connsiteY1" fmla="*/ 61731 h 482700"/>
                <a:gd name="connsiteX2" fmla="*/ 169968 w 231462"/>
                <a:gd name="connsiteY2" fmla="*/ 89878 h 482700"/>
                <a:gd name="connsiteX3" fmla="*/ 141821 w 231462"/>
                <a:gd name="connsiteY3" fmla="*/ 109458 h 482700"/>
                <a:gd name="connsiteX4" fmla="*/ 122241 w 231462"/>
                <a:gd name="connsiteY4" fmla="*/ 81311 h 482700"/>
                <a:gd name="connsiteX5" fmla="*/ 229931 w 231462"/>
                <a:gd name="connsiteY5" fmla="*/ 100891 h 482700"/>
                <a:gd name="connsiteX6" fmla="*/ 182205 w 231462"/>
                <a:gd name="connsiteY6" fmla="*/ 7886 h 482700"/>
                <a:gd name="connsiteX7" fmla="*/ 79410 w 231462"/>
                <a:gd name="connsiteY7" fmla="*/ 29914 h 482700"/>
                <a:gd name="connsiteX8" fmla="*/ 74515 w 231462"/>
                <a:gd name="connsiteY8" fmla="*/ 133933 h 482700"/>
                <a:gd name="connsiteX9" fmla="*/ 47593 w 231462"/>
                <a:gd name="connsiteY9" fmla="*/ 153513 h 482700"/>
                <a:gd name="connsiteX10" fmla="*/ 2314 w 231462"/>
                <a:gd name="connsiteY10" fmla="*/ 378682 h 482700"/>
                <a:gd name="connsiteX11" fmla="*/ 19446 w 231462"/>
                <a:gd name="connsiteY11" fmla="*/ 450884 h 482700"/>
                <a:gd name="connsiteX12" fmla="*/ 85529 w 231462"/>
                <a:gd name="connsiteY12" fmla="*/ 482701 h 482700"/>
                <a:gd name="connsiteX13" fmla="*/ 168744 w 231462"/>
                <a:gd name="connsiteY13" fmla="*/ 410500 h 482700"/>
                <a:gd name="connsiteX14" fmla="*/ 214023 w 231462"/>
                <a:gd name="connsiteY14" fmla="*/ 185330 h 482700"/>
                <a:gd name="connsiteX15" fmla="*/ 210351 w 231462"/>
                <a:gd name="connsiteY15" fmla="*/ 166974 h 482700"/>
                <a:gd name="connsiteX16" fmla="*/ 195666 w 231462"/>
                <a:gd name="connsiteY16" fmla="*/ 155960 h 482700"/>
                <a:gd name="connsiteX17" fmla="*/ 193219 w 231462"/>
                <a:gd name="connsiteY17" fmla="*/ 155960 h 482700"/>
                <a:gd name="connsiteX18" fmla="*/ 229931 w 231462"/>
                <a:gd name="connsiteY18" fmla="*/ 100891 h 482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31462" h="482700">
                  <a:moveTo>
                    <a:pt x="122241" y="81311"/>
                  </a:moveTo>
                  <a:cubicBezTo>
                    <a:pt x="124689" y="67850"/>
                    <a:pt x="138150" y="59284"/>
                    <a:pt x="150388" y="61731"/>
                  </a:cubicBezTo>
                  <a:cubicBezTo>
                    <a:pt x="163849" y="64179"/>
                    <a:pt x="172415" y="77640"/>
                    <a:pt x="169968" y="89878"/>
                  </a:cubicBezTo>
                  <a:cubicBezTo>
                    <a:pt x="167520" y="103339"/>
                    <a:pt x="154059" y="111905"/>
                    <a:pt x="141821" y="109458"/>
                  </a:cubicBezTo>
                  <a:cubicBezTo>
                    <a:pt x="128360" y="107010"/>
                    <a:pt x="119794" y="93549"/>
                    <a:pt x="122241" y="81311"/>
                  </a:cubicBezTo>
                  <a:close/>
                  <a:moveTo>
                    <a:pt x="229931" y="100891"/>
                  </a:moveTo>
                  <a:cubicBezTo>
                    <a:pt x="237274" y="62955"/>
                    <a:pt x="217694" y="23795"/>
                    <a:pt x="182205" y="7886"/>
                  </a:cubicBezTo>
                  <a:cubicBezTo>
                    <a:pt x="146716" y="-8022"/>
                    <a:pt x="105109" y="544"/>
                    <a:pt x="79410" y="29914"/>
                  </a:cubicBezTo>
                  <a:cubicBezTo>
                    <a:pt x="53711" y="59284"/>
                    <a:pt x="52488" y="102115"/>
                    <a:pt x="74515" y="133933"/>
                  </a:cubicBezTo>
                  <a:cubicBezTo>
                    <a:pt x="62278" y="131485"/>
                    <a:pt x="50040" y="140051"/>
                    <a:pt x="47593" y="153513"/>
                  </a:cubicBezTo>
                  <a:lnTo>
                    <a:pt x="2314" y="378682"/>
                  </a:lnTo>
                  <a:cubicBezTo>
                    <a:pt x="-3805" y="404381"/>
                    <a:pt x="2314" y="430080"/>
                    <a:pt x="19446" y="450884"/>
                  </a:cubicBezTo>
                  <a:cubicBezTo>
                    <a:pt x="35355" y="471687"/>
                    <a:pt x="59830" y="482701"/>
                    <a:pt x="85529" y="482701"/>
                  </a:cubicBezTo>
                  <a:cubicBezTo>
                    <a:pt x="127136" y="481477"/>
                    <a:pt x="161401" y="450884"/>
                    <a:pt x="168744" y="410500"/>
                  </a:cubicBezTo>
                  <a:lnTo>
                    <a:pt x="214023" y="185330"/>
                  </a:lnTo>
                  <a:cubicBezTo>
                    <a:pt x="215246" y="179211"/>
                    <a:pt x="214023" y="173093"/>
                    <a:pt x="210351" y="166974"/>
                  </a:cubicBezTo>
                  <a:cubicBezTo>
                    <a:pt x="206680" y="162079"/>
                    <a:pt x="201785" y="158408"/>
                    <a:pt x="195666" y="155960"/>
                  </a:cubicBezTo>
                  <a:lnTo>
                    <a:pt x="193219" y="155960"/>
                  </a:lnTo>
                  <a:cubicBezTo>
                    <a:pt x="212799" y="144946"/>
                    <a:pt x="226260" y="124143"/>
                    <a:pt x="229931" y="100891"/>
                  </a:cubicBezTo>
                  <a:close/>
                </a:path>
              </a:pathLst>
            </a:custGeom>
            <a:grpFill/>
            <a:ln w="122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71C30"/>
                </a:solidFill>
                <a:effectLst/>
                <a:uLnTx/>
                <a:uFillTx/>
                <a:latin typeface="Source Sans Pro"/>
                <a:ea typeface="+mn-ea"/>
                <a:cs typeface="+mn-cs"/>
              </a:endParaRPr>
            </a:p>
          </p:txBody>
        </p:sp>
      </p:grpSp>
      <p:pic>
        <p:nvPicPr>
          <p:cNvPr id="3074" name="Picture 2" descr="What effect does the `--no-ff` flag have for `git merge`? - Stack Overflow">
            <a:extLst>
              <a:ext uri="{FF2B5EF4-FFF2-40B4-BE49-F238E27FC236}">
                <a16:creationId xmlns:a16="http://schemas.microsoft.com/office/drawing/2014/main" id="{BED3B973-908B-BDB9-2DBC-E93BE5128E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3267" y="830873"/>
            <a:ext cx="6265575" cy="5196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23176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4C063B-B052-46EF-9487-3AA5A4F296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3F02183D-3155-460F-9462-B7782A8A1209}"/>
              </a:ext>
            </a:extLst>
          </p:cNvPr>
          <p:cNvSpPr/>
          <p:nvPr/>
        </p:nvSpPr>
        <p:spPr>
          <a:xfrm>
            <a:off x="4137858" y="0"/>
            <a:ext cx="8054143" cy="6858000"/>
          </a:xfrm>
          <a:custGeom>
            <a:avLst/>
            <a:gdLst>
              <a:gd name="connsiteX0" fmla="*/ 0 w 12081215"/>
              <a:gd name="connsiteY0" fmla="*/ 0 h 10287000"/>
              <a:gd name="connsiteX1" fmla="*/ 12081215 w 12081215"/>
              <a:gd name="connsiteY1" fmla="*/ 0 h 10287000"/>
              <a:gd name="connsiteX2" fmla="*/ 12081215 w 12081215"/>
              <a:gd name="connsiteY2" fmla="*/ 10287000 h 10287000"/>
              <a:gd name="connsiteX3" fmla="*/ 0 w 12081215"/>
              <a:gd name="connsiteY3" fmla="*/ 10287000 h 10287000"/>
              <a:gd name="connsiteX4" fmla="*/ 65386 w 12081215"/>
              <a:gd name="connsiteY4" fmla="*/ 10192852 h 10287000"/>
              <a:gd name="connsiteX5" fmla="*/ 1547093 w 12081215"/>
              <a:gd name="connsiteY5" fmla="*/ 5143500 h 10287000"/>
              <a:gd name="connsiteX6" fmla="*/ 65386 w 12081215"/>
              <a:gd name="connsiteY6" fmla="*/ 94148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081215" h="10287000">
                <a:moveTo>
                  <a:pt x="0" y="0"/>
                </a:moveTo>
                <a:lnTo>
                  <a:pt x="12081215" y="0"/>
                </a:lnTo>
                <a:lnTo>
                  <a:pt x="12081215" y="10287000"/>
                </a:lnTo>
                <a:lnTo>
                  <a:pt x="0" y="10287000"/>
                </a:lnTo>
                <a:lnTo>
                  <a:pt x="65386" y="10192852"/>
                </a:lnTo>
                <a:cubicBezTo>
                  <a:pt x="995993" y="8784821"/>
                  <a:pt x="1547093" y="7036984"/>
                  <a:pt x="1547093" y="5143500"/>
                </a:cubicBezTo>
                <a:cubicBezTo>
                  <a:pt x="1547093" y="3250017"/>
                  <a:pt x="995993" y="1502179"/>
                  <a:pt x="65386" y="94148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3E5A027-7F68-49D0-91B3-936311EC45C2}"/>
              </a:ext>
            </a:extLst>
          </p:cNvPr>
          <p:cNvSpPr txBox="1"/>
          <p:nvPr/>
        </p:nvSpPr>
        <p:spPr>
          <a:xfrm>
            <a:off x="5429526" y="3075057"/>
            <a:ext cx="676247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uk-UA"/>
            </a:defPPr>
            <a:lvl1pPr algn="ctr">
              <a:defRPr sz="16600">
                <a:gradFill>
                  <a:gsLst>
                    <a:gs pos="100000">
                      <a:schemeClr val="accent6"/>
                    </a:gs>
                    <a:gs pos="80000">
                      <a:schemeClr val="accent5"/>
                    </a:gs>
                    <a:gs pos="60000">
                      <a:schemeClr val="accent4"/>
                    </a:gs>
                    <a:gs pos="40000">
                      <a:schemeClr val="accent3"/>
                    </a:gs>
                    <a:gs pos="20000">
                      <a:schemeClr val="accent2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Merging</a:t>
            </a:r>
            <a:r>
              <a:rPr kumimoji="0" lang="de-DE" sz="4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-Prozess von Konflikten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344EC9D-0C25-4EE6-8351-B8DC7C38C514}"/>
              </a:ext>
            </a:extLst>
          </p:cNvPr>
          <p:cNvSpPr txBox="1"/>
          <p:nvPr/>
        </p:nvSpPr>
        <p:spPr>
          <a:xfrm>
            <a:off x="5880100" y="408257"/>
            <a:ext cx="5092700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133" b="0" i="0" u="none" strike="noStrike" kern="1200" cap="none" spc="0" normalizeH="0" baseline="0" noProof="0" dirty="0">
                <a:ln>
                  <a:noFill/>
                </a:ln>
                <a:solidFill>
                  <a:srgbClr val="FFC955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GIT</a:t>
            </a:r>
            <a:endParaRPr kumimoji="0" lang="de-DE" sz="2133" b="1" i="0" u="none" strike="noStrike" kern="1200" cap="none" spc="0" normalizeH="0" baseline="0" noProof="0" dirty="0">
              <a:ln>
                <a:noFill/>
              </a:ln>
              <a:solidFill>
                <a:srgbClr val="FFC955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3798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32C423C-8CB4-4609-A8B9-BF360408F2D0}"/>
              </a:ext>
            </a:extLst>
          </p:cNvPr>
          <p:cNvSpPr txBox="1"/>
          <p:nvPr/>
        </p:nvSpPr>
        <p:spPr>
          <a:xfrm>
            <a:off x="761999" y="5974993"/>
            <a:ext cx="106680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kern="1200" cap="none" spc="333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Auf den Ziel-Branch wechseln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2D4049C-CC3A-4333-9B31-38DD48AC22A7}"/>
              </a:ext>
            </a:extLst>
          </p:cNvPr>
          <p:cNvSpPr txBox="1">
            <a:spLocks/>
          </p:cNvSpPr>
          <p:nvPr/>
        </p:nvSpPr>
        <p:spPr>
          <a:xfrm>
            <a:off x="1422400" y="1709209"/>
            <a:ext cx="9347201" cy="3439583"/>
          </a:xfrm>
          <a:prstGeom prst="rect">
            <a:avLst/>
          </a:prstGeom>
        </p:spPr>
        <p:txBody>
          <a:bodyPr anchor="ctr"/>
          <a:lstStyle>
            <a:lvl1pPr algn="ctr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7200" kern="1200">
                <a:gradFill>
                  <a:gsLst>
                    <a:gs pos="25000">
                      <a:schemeClr val="accent2"/>
                    </a:gs>
                    <a:gs pos="75000">
                      <a:schemeClr val="accent4"/>
                    </a:gs>
                    <a:gs pos="50000">
                      <a:schemeClr val="accent3"/>
                    </a:gs>
                    <a:gs pos="0">
                      <a:schemeClr val="accent1"/>
                    </a:gs>
                    <a:gs pos="100000">
                      <a:schemeClr val="accent5"/>
                    </a:gs>
                  </a:gsLst>
                  <a:lin ang="8100000" scaled="0"/>
                </a:gradFill>
                <a:latin typeface="+mj-lt"/>
                <a:ea typeface="+mn-ea"/>
                <a:cs typeface="+mn-cs"/>
              </a:defRPr>
            </a:lvl1pPr>
          </a:lstStyle>
          <a:p>
            <a:pPr marL="0" marR="0" lvl="0" indent="0" algn="ctr" defTabSz="914446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200" b="0" i="0" u="none" strike="noStrike" kern="1200" cap="none" spc="0" normalizeH="0" baseline="0" noProof="0" dirty="0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$ </a:t>
            </a:r>
            <a:r>
              <a:rPr kumimoji="0" lang="de-DE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git</a:t>
            </a:r>
            <a:r>
              <a:rPr kumimoji="0" lang="de-DE" sz="3200" b="0" i="0" u="none" strike="noStrike" kern="1200" cap="none" spc="0" normalizeH="0" baseline="0" noProof="0" dirty="0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 </a:t>
            </a:r>
            <a:r>
              <a:rPr kumimoji="0" lang="de-DE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checkout</a:t>
            </a:r>
            <a:r>
              <a:rPr kumimoji="0" lang="de-DE" sz="3200" b="0" i="0" u="none" strike="noStrike" kern="1200" cap="none" spc="0" normalizeH="0" baseline="0" noProof="0" dirty="0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 </a:t>
            </a:r>
            <a:r>
              <a:rPr kumimoji="0" lang="de-DE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target-branch</a:t>
            </a:r>
            <a:endParaRPr kumimoji="0" lang="de-DE" sz="3200" b="0" i="0" u="none" strike="noStrike" kern="1200" cap="none" spc="0" normalizeH="0" baseline="0" noProof="0" dirty="0">
              <a:ln>
                <a:noFill/>
              </a:ln>
              <a:solidFill>
                <a:srgbClr val="B6B6BD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64106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32C423C-8CB4-4609-A8B9-BF360408F2D0}"/>
              </a:ext>
            </a:extLst>
          </p:cNvPr>
          <p:cNvSpPr txBox="1"/>
          <p:nvPr/>
        </p:nvSpPr>
        <p:spPr>
          <a:xfrm>
            <a:off x="761999" y="5974993"/>
            <a:ext cx="106680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kern="1200" cap="none" spc="333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Quell-Branch in Ziel Branch </a:t>
            </a:r>
            <a:r>
              <a:rPr kumimoji="0" lang="de-DE" sz="2400" b="0" i="0" u="none" strike="noStrike" kern="1200" cap="none" spc="333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Mergen</a:t>
            </a:r>
            <a:endParaRPr kumimoji="0" lang="de-DE" sz="2400" b="0" i="0" u="none" strike="noStrike" kern="1200" cap="none" spc="333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 Black"/>
              <a:ea typeface="+mn-ea"/>
              <a:cs typeface="+mn-cs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2D4049C-CC3A-4333-9B31-38DD48AC22A7}"/>
              </a:ext>
            </a:extLst>
          </p:cNvPr>
          <p:cNvSpPr txBox="1">
            <a:spLocks/>
          </p:cNvSpPr>
          <p:nvPr/>
        </p:nvSpPr>
        <p:spPr>
          <a:xfrm>
            <a:off x="1422400" y="1709209"/>
            <a:ext cx="9347201" cy="3439583"/>
          </a:xfrm>
          <a:prstGeom prst="rect">
            <a:avLst/>
          </a:prstGeom>
        </p:spPr>
        <p:txBody>
          <a:bodyPr anchor="ctr"/>
          <a:lstStyle>
            <a:lvl1pPr algn="ctr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7200" kern="1200">
                <a:gradFill>
                  <a:gsLst>
                    <a:gs pos="25000">
                      <a:schemeClr val="accent2"/>
                    </a:gs>
                    <a:gs pos="75000">
                      <a:schemeClr val="accent4"/>
                    </a:gs>
                    <a:gs pos="50000">
                      <a:schemeClr val="accent3"/>
                    </a:gs>
                    <a:gs pos="0">
                      <a:schemeClr val="accent1"/>
                    </a:gs>
                    <a:gs pos="100000">
                      <a:schemeClr val="accent5"/>
                    </a:gs>
                  </a:gsLst>
                  <a:lin ang="8100000" scaled="0"/>
                </a:gradFill>
                <a:latin typeface="+mj-lt"/>
                <a:ea typeface="+mn-ea"/>
                <a:cs typeface="+mn-cs"/>
              </a:defRPr>
            </a:lvl1pPr>
          </a:lstStyle>
          <a:p>
            <a:pPr marL="0" marR="0" lvl="0" indent="0" algn="ctr" defTabSz="914446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200" b="0" i="0" u="none" strike="noStrike" kern="1200" cap="none" spc="0" normalizeH="0" baseline="0" noProof="0" dirty="0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$ </a:t>
            </a:r>
            <a:r>
              <a:rPr kumimoji="0" lang="de-DE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git</a:t>
            </a:r>
            <a:r>
              <a:rPr kumimoji="0" lang="de-DE" sz="3200" b="0" i="0" u="none" strike="noStrike" kern="1200" cap="none" spc="0" normalizeH="0" baseline="0" noProof="0" dirty="0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 </a:t>
            </a:r>
            <a:r>
              <a:rPr kumimoji="0" lang="de-DE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merge</a:t>
            </a:r>
            <a:r>
              <a:rPr kumimoji="0" lang="de-DE" sz="3200" b="0" i="0" u="none" strike="noStrike" kern="1200" cap="none" spc="0" normalizeH="0" baseline="0" noProof="0" dirty="0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 source-</a:t>
            </a:r>
            <a:r>
              <a:rPr kumimoji="0" lang="de-DE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branch</a:t>
            </a:r>
            <a:endParaRPr kumimoji="0" lang="de-DE" sz="3200" b="0" i="0" u="none" strike="noStrike" kern="1200" cap="none" spc="0" normalizeH="0" baseline="0" noProof="0" dirty="0">
              <a:ln>
                <a:noFill/>
              </a:ln>
              <a:solidFill>
                <a:srgbClr val="B6B6BD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09849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/>
          <p:cNvSpPr txBox="1"/>
          <p:nvPr/>
        </p:nvSpPr>
        <p:spPr>
          <a:xfrm>
            <a:off x="94847" y="2113486"/>
            <a:ext cx="673873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1" u="none" strike="noStrike" kern="1200" cap="none" spc="0" normalizeH="0" baseline="0" noProof="0" dirty="0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In vielen Fällen verläuft das </a:t>
            </a:r>
            <a:r>
              <a:rPr kumimoji="0" lang="de-DE" sz="2400" b="0" i="1" u="none" strike="noStrike" kern="1200" cap="none" spc="0" normalizeH="0" baseline="0" noProof="0" dirty="0" err="1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Merging</a:t>
            </a:r>
            <a:r>
              <a:rPr kumimoji="0" lang="de-DE" sz="2400" b="0" i="1" u="none" strike="noStrike" kern="1200" cap="none" spc="0" normalizeH="0" baseline="0" noProof="0" dirty="0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 reibungslos, insbesondere wenn die Änderungen in den zu </a:t>
            </a:r>
            <a:r>
              <a:rPr kumimoji="0" lang="de-DE" sz="2400" b="0" i="1" u="none" strike="noStrike" kern="1200" cap="none" spc="0" normalizeH="0" baseline="0" noProof="0" dirty="0" err="1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mergenden</a:t>
            </a:r>
            <a:r>
              <a:rPr kumimoji="0" lang="de-DE" sz="2400" b="0" i="1" u="none" strike="noStrike" kern="1200" cap="none" spc="0" normalizeH="0" baseline="0" noProof="0" dirty="0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 </a:t>
            </a:r>
            <a:r>
              <a:rPr kumimoji="0" lang="de-DE" sz="2400" b="0" i="1" u="none" strike="noStrike" kern="1200" cap="none" spc="0" normalizeH="0" baseline="0" noProof="0" dirty="0" err="1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Branches</a:t>
            </a:r>
            <a:r>
              <a:rPr kumimoji="0" lang="de-DE" sz="2400" b="0" i="1" u="none" strike="noStrike" kern="1200" cap="none" spc="0" normalizeH="0" baseline="0" noProof="0" dirty="0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 keine Konflikte aufweisen. Konflikte können auftreten, wenn in beiden </a:t>
            </a:r>
            <a:r>
              <a:rPr kumimoji="0" lang="de-DE" sz="2400" b="0" i="1" u="none" strike="noStrike" kern="1200" cap="none" spc="0" normalizeH="0" baseline="0" noProof="0" dirty="0" err="1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Branches</a:t>
            </a:r>
            <a:r>
              <a:rPr kumimoji="0" lang="de-DE" sz="2400" b="0" i="1" u="none" strike="noStrike" kern="1200" cap="none" spc="0" normalizeH="0" baseline="0" noProof="0" dirty="0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 Änderungen an denselben Zeilen vorgenommen wurden. In solchen Fällen musst du die Konflikte manuell auflösen, bevor du den </a:t>
            </a:r>
            <a:r>
              <a:rPr kumimoji="0" lang="de-DE" sz="2400" b="0" i="1" u="none" strike="noStrike" kern="1200" cap="none" spc="0" normalizeH="0" baseline="0" noProof="0" dirty="0" err="1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Merge</a:t>
            </a:r>
            <a:r>
              <a:rPr kumimoji="0" lang="de-DE" sz="2400" b="0" i="1" u="none" strike="noStrike" kern="1200" cap="none" spc="0" normalizeH="0" baseline="0" noProof="0" dirty="0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 abschließen kannst.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B99E75-A942-4785-87F6-968B84719648}"/>
              </a:ext>
            </a:extLst>
          </p:cNvPr>
          <p:cNvSpPr txBox="1"/>
          <p:nvPr/>
        </p:nvSpPr>
        <p:spPr>
          <a:xfrm>
            <a:off x="2159977" y="5354015"/>
            <a:ext cx="467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933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8766D0"/>
                    </a:gs>
                    <a:gs pos="100000">
                      <a:srgbClr val="6C9FF4"/>
                    </a:gs>
                  </a:gsLst>
                  <a:lin ang="5400000" scaled="1"/>
                </a:gra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Wichtig</a:t>
            </a:r>
            <a:endParaRPr kumimoji="0" lang="de-DE" sz="2133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8766D0"/>
                  </a:gs>
                  <a:gs pos="100000">
                    <a:srgbClr val="6C9FF4"/>
                  </a:gs>
                </a:gsLst>
                <a:lin ang="5400000" scaled="1"/>
              </a:gradFill>
              <a:effectLst/>
              <a:uLnTx/>
              <a:uFillTx/>
              <a:latin typeface="Source Sans Pro Black"/>
              <a:ea typeface="+mn-ea"/>
              <a:cs typeface="+mn-cs"/>
            </a:endParaRPr>
          </a:p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67" b="1" i="0" u="none" strike="noStrike" kern="1200" cap="none" spc="0" normalizeH="0" baseline="0" noProof="0" dirty="0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Fehler/Konflikte</a:t>
            </a:r>
          </a:p>
        </p:txBody>
      </p:sp>
      <p:sp>
        <p:nvSpPr>
          <p:cNvPr id="10" name="Freeform 14">
            <a:extLst>
              <a:ext uri="{FF2B5EF4-FFF2-40B4-BE49-F238E27FC236}">
                <a16:creationId xmlns:a16="http://schemas.microsoft.com/office/drawing/2014/main" id="{96F93CB8-B4EC-483C-9822-E7A778B4F1A0}"/>
              </a:ext>
            </a:extLst>
          </p:cNvPr>
          <p:cNvSpPr>
            <a:spLocks noEditPoints="1"/>
          </p:cNvSpPr>
          <p:nvPr/>
        </p:nvSpPr>
        <p:spPr bwMode="auto">
          <a:xfrm>
            <a:off x="6096000" y="1379228"/>
            <a:ext cx="578596" cy="540717"/>
          </a:xfrm>
          <a:custGeom>
            <a:avLst/>
            <a:gdLst>
              <a:gd name="T0" fmla="*/ 79 w 185"/>
              <a:gd name="T1" fmla="*/ 8 h 172"/>
              <a:gd name="T2" fmla="*/ 79 w 185"/>
              <a:gd name="T3" fmla="*/ 38 h 172"/>
              <a:gd name="T4" fmla="*/ 72 w 185"/>
              <a:gd name="T5" fmla="*/ 46 h 172"/>
              <a:gd name="T6" fmla="*/ 48 w 185"/>
              <a:gd name="T7" fmla="*/ 91 h 172"/>
              <a:gd name="T8" fmla="*/ 72 w 185"/>
              <a:gd name="T9" fmla="*/ 91 h 172"/>
              <a:gd name="T10" fmla="*/ 79 w 185"/>
              <a:gd name="T11" fmla="*/ 99 h 172"/>
              <a:gd name="T12" fmla="*/ 79 w 185"/>
              <a:gd name="T13" fmla="*/ 164 h 172"/>
              <a:gd name="T14" fmla="*/ 72 w 185"/>
              <a:gd name="T15" fmla="*/ 172 h 172"/>
              <a:gd name="T16" fmla="*/ 8 w 185"/>
              <a:gd name="T17" fmla="*/ 172 h 172"/>
              <a:gd name="T18" fmla="*/ 0 w 185"/>
              <a:gd name="T19" fmla="*/ 164 h 172"/>
              <a:gd name="T20" fmla="*/ 0 w 185"/>
              <a:gd name="T21" fmla="*/ 99 h 172"/>
              <a:gd name="T22" fmla="*/ 4 w 185"/>
              <a:gd name="T23" fmla="*/ 59 h 172"/>
              <a:gd name="T24" fmla="*/ 18 w 185"/>
              <a:gd name="T25" fmla="*/ 28 h 172"/>
              <a:gd name="T26" fmla="*/ 41 w 185"/>
              <a:gd name="T27" fmla="*/ 7 h 172"/>
              <a:gd name="T28" fmla="*/ 72 w 185"/>
              <a:gd name="T29" fmla="*/ 0 h 172"/>
              <a:gd name="T30" fmla="*/ 79 w 185"/>
              <a:gd name="T31" fmla="*/ 8 h 172"/>
              <a:gd name="T32" fmla="*/ 177 w 185"/>
              <a:gd name="T33" fmla="*/ 46 h 172"/>
              <a:gd name="T34" fmla="*/ 185 w 185"/>
              <a:gd name="T35" fmla="*/ 38 h 172"/>
              <a:gd name="T36" fmla="*/ 185 w 185"/>
              <a:gd name="T37" fmla="*/ 8 h 172"/>
              <a:gd name="T38" fmla="*/ 177 w 185"/>
              <a:gd name="T39" fmla="*/ 0 h 172"/>
              <a:gd name="T40" fmla="*/ 146 w 185"/>
              <a:gd name="T41" fmla="*/ 7 h 172"/>
              <a:gd name="T42" fmla="*/ 123 w 185"/>
              <a:gd name="T43" fmla="*/ 28 h 172"/>
              <a:gd name="T44" fmla="*/ 109 w 185"/>
              <a:gd name="T45" fmla="*/ 59 h 172"/>
              <a:gd name="T46" fmla="*/ 105 w 185"/>
              <a:gd name="T47" fmla="*/ 99 h 172"/>
              <a:gd name="T48" fmla="*/ 105 w 185"/>
              <a:gd name="T49" fmla="*/ 164 h 172"/>
              <a:gd name="T50" fmla="*/ 113 w 185"/>
              <a:gd name="T51" fmla="*/ 172 h 172"/>
              <a:gd name="T52" fmla="*/ 177 w 185"/>
              <a:gd name="T53" fmla="*/ 172 h 172"/>
              <a:gd name="T54" fmla="*/ 185 w 185"/>
              <a:gd name="T55" fmla="*/ 164 h 172"/>
              <a:gd name="T56" fmla="*/ 185 w 185"/>
              <a:gd name="T57" fmla="*/ 99 h 172"/>
              <a:gd name="T58" fmla="*/ 177 w 185"/>
              <a:gd name="T59" fmla="*/ 91 h 172"/>
              <a:gd name="T60" fmla="*/ 153 w 185"/>
              <a:gd name="T61" fmla="*/ 91 h 172"/>
              <a:gd name="T62" fmla="*/ 177 w 185"/>
              <a:gd name="T63" fmla="*/ 46 h 172"/>
              <a:gd name="T64" fmla="*/ 177 w 185"/>
              <a:gd name="T65" fmla="*/ 46 h 172"/>
              <a:gd name="T66" fmla="*/ 177 w 185"/>
              <a:gd name="T67" fmla="*/ 46 h 1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85" h="172">
                <a:moveTo>
                  <a:pt x="79" y="8"/>
                </a:moveTo>
                <a:cubicBezTo>
                  <a:pt x="79" y="38"/>
                  <a:pt x="79" y="38"/>
                  <a:pt x="79" y="38"/>
                </a:cubicBezTo>
                <a:cubicBezTo>
                  <a:pt x="79" y="43"/>
                  <a:pt x="76" y="46"/>
                  <a:pt x="72" y="46"/>
                </a:cubicBezTo>
                <a:cubicBezTo>
                  <a:pt x="57" y="46"/>
                  <a:pt x="49" y="61"/>
                  <a:pt x="48" y="91"/>
                </a:cubicBezTo>
                <a:cubicBezTo>
                  <a:pt x="72" y="91"/>
                  <a:pt x="72" y="91"/>
                  <a:pt x="72" y="91"/>
                </a:cubicBezTo>
                <a:cubicBezTo>
                  <a:pt x="76" y="91"/>
                  <a:pt x="79" y="95"/>
                  <a:pt x="79" y="99"/>
                </a:cubicBezTo>
                <a:cubicBezTo>
                  <a:pt x="79" y="164"/>
                  <a:pt x="79" y="164"/>
                  <a:pt x="79" y="164"/>
                </a:cubicBezTo>
                <a:cubicBezTo>
                  <a:pt x="79" y="168"/>
                  <a:pt x="76" y="172"/>
                  <a:pt x="72" y="172"/>
                </a:cubicBezTo>
                <a:cubicBezTo>
                  <a:pt x="8" y="172"/>
                  <a:pt x="8" y="172"/>
                  <a:pt x="8" y="172"/>
                </a:cubicBezTo>
                <a:cubicBezTo>
                  <a:pt x="3" y="172"/>
                  <a:pt x="0" y="168"/>
                  <a:pt x="0" y="164"/>
                </a:cubicBezTo>
                <a:cubicBezTo>
                  <a:pt x="0" y="99"/>
                  <a:pt x="0" y="99"/>
                  <a:pt x="0" y="99"/>
                </a:cubicBezTo>
                <a:cubicBezTo>
                  <a:pt x="0" y="84"/>
                  <a:pt x="1" y="71"/>
                  <a:pt x="4" y="59"/>
                </a:cubicBezTo>
                <a:cubicBezTo>
                  <a:pt x="7" y="47"/>
                  <a:pt x="12" y="37"/>
                  <a:pt x="18" y="28"/>
                </a:cubicBezTo>
                <a:cubicBezTo>
                  <a:pt x="24" y="19"/>
                  <a:pt x="32" y="12"/>
                  <a:pt x="41" y="7"/>
                </a:cubicBezTo>
                <a:cubicBezTo>
                  <a:pt x="50" y="2"/>
                  <a:pt x="60" y="0"/>
                  <a:pt x="72" y="0"/>
                </a:cubicBezTo>
                <a:cubicBezTo>
                  <a:pt x="76" y="0"/>
                  <a:pt x="79" y="3"/>
                  <a:pt x="79" y="8"/>
                </a:cubicBezTo>
                <a:close/>
                <a:moveTo>
                  <a:pt x="177" y="46"/>
                </a:moveTo>
                <a:cubicBezTo>
                  <a:pt x="181" y="46"/>
                  <a:pt x="185" y="43"/>
                  <a:pt x="185" y="38"/>
                </a:cubicBezTo>
                <a:cubicBezTo>
                  <a:pt x="185" y="8"/>
                  <a:pt x="185" y="8"/>
                  <a:pt x="185" y="8"/>
                </a:cubicBezTo>
                <a:cubicBezTo>
                  <a:pt x="185" y="3"/>
                  <a:pt x="181" y="0"/>
                  <a:pt x="177" y="0"/>
                </a:cubicBezTo>
                <a:cubicBezTo>
                  <a:pt x="165" y="0"/>
                  <a:pt x="155" y="2"/>
                  <a:pt x="146" y="7"/>
                </a:cubicBezTo>
                <a:cubicBezTo>
                  <a:pt x="137" y="12"/>
                  <a:pt x="129" y="19"/>
                  <a:pt x="123" y="28"/>
                </a:cubicBezTo>
                <a:cubicBezTo>
                  <a:pt x="117" y="37"/>
                  <a:pt x="112" y="47"/>
                  <a:pt x="109" y="59"/>
                </a:cubicBezTo>
                <a:cubicBezTo>
                  <a:pt x="107" y="71"/>
                  <a:pt x="105" y="84"/>
                  <a:pt x="105" y="99"/>
                </a:cubicBezTo>
                <a:cubicBezTo>
                  <a:pt x="105" y="164"/>
                  <a:pt x="105" y="164"/>
                  <a:pt x="105" y="164"/>
                </a:cubicBezTo>
                <a:cubicBezTo>
                  <a:pt x="105" y="168"/>
                  <a:pt x="108" y="172"/>
                  <a:pt x="113" y="172"/>
                </a:cubicBezTo>
                <a:cubicBezTo>
                  <a:pt x="177" y="172"/>
                  <a:pt x="177" y="172"/>
                  <a:pt x="177" y="172"/>
                </a:cubicBezTo>
                <a:cubicBezTo>
                  <a:pt x="181" y="172"/>
                  <a:pt x="185" y="168"/>
                  <a:pt x="185" y="164"/>
                </a:cubicBezTo>
                <a:cubicBezTo>
                  <a:pt x="185" y="99"/>
                  <a:pt x="185" y="99"/>
                  <a:pt x="185" y="99"/>
                </a:cubicBezTo>
                <a:cubicBezTo>
                  <a:pt x="185" y="95"/>
                  <a:pt x="181" y="91"/>
                  <a:pt x="177" y="91"/>
                </a:cubicBezTo>
                <a:cubicBezTo>
                  <a:pt x="153" y="91"/>
                  <a:pt x="153" y="91"/>
                  <a:pt x="153" y="91"/>
                </a:cubicBezTo>
                <a:cubicBezTo>
                  <a:pt x="154" y="61"/>
                  <a:pt x="162" y="46"/>
                  <a:pt x="177" y="46"/>
                </a:cubicBezTo>
                <a:close/>
                <a:moveTo>
                  <a:pt x="177" y="46"/>
                </a:moveTo>
                <a:cubicBezTo>
                  <a:pt x="177" y="46"/>
                  <a:pt x="177" y="46"/>
                  <a:pt x="177" y="46"/>
                </a:cubicBezTo>
              </a:path>
            </a:pathLst>
          </a:custGeom>
          <a:gradFill>
            <a:gsLst>
              <a:gs pos="100000">
                <a:schemeClr val="accent5"/>
              </a:gs>
              <a:gs pos="0">
                <a:schemeClr val="accent4"/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uk-UA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A9902F-3BFD-4917-9386-5632CF73AD5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07010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4C063B-B052-46EF-9487-3AA5A4F296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3F02183D-3155-460F-9462-B7782A8A1209}"/>
              </a:ext>
            </a:extLst>
          </p:cNvPr>
          <p:cNvSpPr/>
          <p:nvPr/>
        </p:nvSpPr>
        <p:spPr>
          <a:xfrm>
            <a:off x="4137858" y="0"/>
            <a:ext cx="8054143" cy="6858000"/>
          </a:xfrm>
          <a:custGeom>
            <a:avLst/>
            <a:gdLst>
              <a:gd name="connsiteX0" fmla="*/ 0 w 12081215"/>
              <a:gd name="connsiteY0" fmla="*/ 0 h 10287000"/>
              <a:gd name="connsiteX1" fmla="*/ 12081215 w 12081215"/>
              <a:gd name="connsiteY1" fmla="*/ 0 h 10287000"/>
              <a:gd name="connsiteX2" fmla="*/ 12081215 w 12081215"/>
              <a:gd name="connsiteY2" fmla="*/ 10287000 h 10287000"/>
              <a:gd name="connsiteX3" fmla="*/ 0 w 12081215"/>
              <a:gd name="connsiteY3" fmla="*/ 10287000 h 10287000"/>
              <a:gd name="connsiteX4" fmla="*/ 65386 w 12081215"/>
              <a:gd name="connsiteY4" fmla="*/ 10192852 h 10287000"/>
              <a:gd name="connsiteX5" fmla="*/ 1547093 w 12081215"/>
              <a:gd name="connsiteY5" fmla="*/ 5143500 h 10287000"/>
              <a:gd name="connsiteX6" fmla="*/ 65386 w 12081215"/>
              <a:gd name="connsiteY6" fmla="*/ 94148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081215" h="10287000">
                <a:moveTo>
                  <a:pt x="0" y="0"/>
                </a:moveTo>
                <a:lnTo>
                  <a:pt x="12081215" y="0"/>
                </a:lnTo>
                <a:lnTo>
                  <a:pt x="12081215" y="10287000"/>
                </a:lnTo>
                <a:lnTo>
                  <a:pt x="0" y="10287000"/>
                </a:lnTo>
                <a:lnTo>
                  <a:pt x="65386" y="10192852"/>
                </a:lnTo>
                <a:cubicBezTo>
                  <a:pt x="995993" y="8784821"/>
                  <a:pt x="1547093" y="7036984"/>
                  <a:pt x="1547093" y="5143500"/>
                </a:cubicBezTo>
                <a:cubicBezTo>
                  <a:pt x="1547093" y="3250017"/>
                  <a:pt x="995993" y="1502179"/>
                  <a:pt x="65386" y="94148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3E5A027-7F68-49D0-91B3-936311EC45C2}"/>
              </a:ext>
            </a:extLst>
          </p:cNvPr>
          <p:cNvSpPr txBox="1"/>
          <p:nvPr/>
        </p:nvSpPr>
        <p:spPr>
          <a:xfrm>
            <a:off x="5429526" y="3075057"/>
            <a:ext cx="676247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uk-UA"/>
            </a:defPPr>
            <a:lvl1pPr algn="ctr">
              <a:defRPr sz="16600">
                <a:gradFill>
                  <a:gsLst>
                    <a:gs pos="100000">
                      <a:schemeClr val="accent6"/>
                    </a:gs>
                    <a:gs pos="80000">
                      <a:schemeClr val="accent5"/>
                    </a:gs>
                    <a:gs pos="60000">
                      <a:schemeClr val="accent4"/>
                    </a:gs>
                    <a:gs pos="40000">
                      <a:schemeClr val="accent3"/>
                    </a:gs>
                    <a:gs pos="20000">
                      <a:schemeClr val="accent2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Merging</a:t>
            </a:r>
            <a:r>
              <a:rPr kumimoji="0" lang="de-DE" sz="4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-Prozess von Remote </a:t>
            </a:r>
            <a:r>
              <a:rPr kumimoji="0" lang="de-DE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Branches</a:t>
            </a:r>
            <a:endParaRPr kumimoji="0" lang="de-DE" sz="4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 Black"/>
              <a:ea typeface="+mn-ea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344EC9D-0C25-4EE6-8351-B8DC7C38C514}"/>
              </a:ext>
            </a:extLst>
          </p:cNvPr>
          <p:cNvSpPr txBox="1"/>
          <p:nvPr/>
        </p:nvSpPr>
        <p:spPr>
          <a:xfrm>
            <a:off x="5880100" y="408257"/>
            <a:ext cx="5092700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133" b="0" i="0" u="none" strike="noStrike" kern="1200" cap="none" spc="0" normalizeH="0" baseline="0" noProof="0" dirty="0">
                <a:ln>
                  <a:noFill/>
                </a:ln>
                <a:solidFill>
                  <a:srgbClr val="FFC955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GIT</a:t>
            </a:r>
            <a:endParaRPr kumimoji="0" lang="de-DE" sz="2133" b="1" i="0" u="none" strike="noStrike" kern="1200" cap="none" spc="0" normalizeH="0" baseline="0" noProof="0" dirty="0">
              <a:ln>
                <a:noFill/>
              </a:ln>
              <a:solidFill>
                <a:srgbClr val="FFC955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4902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32C423C-8CB4-4609-A8B9-BF360408F2D0}"/>
              </a:ext>
            </a:extLst>
          </p:cNvPr>
          <p:cNvSpPr txBox="1"/>
          <p:nvPr/>
        </p:nvSpPr>
        <p:spPr>
          <a:xfrm>
            <a:off x="761999" y="5974993"/>
            <a:ext cx="106680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kern="1200" cap="none" spc="333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Lokal Repository auf den neusten Stand bringen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2D4049C-CC3A-4333-9B31-38DD48AC22A7}"/>
              </a:ext>
            </a:extLst>
          </p:cNvPr>
          <p:cNvSpPr txBox="1">
            <a:spLocks/>
          </p:cNvSpPr>
          <p:nvPr/>
        </p:nvSpPr>
        <p:spPr>
          <a:xfrm>
            <a:off x="1422400" y="1709209"/>
            <a:ext cx="9347201" cy="3439583"/>
          </a:xfrm>
          <a:prstGeom prst="rect">
            <a:avLst/>
          </a:prstGeom>
        </p:spPr>
        <p:txBody>
          <a:bodyPr anchor="ctr"/>
          <a:lstStyle>
            <a:lvl1pPr algn="ctr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7200" kern="1200">
                <a:gradFill>
                  <a:gsLst>
                    <a:gs pos="25000">
                      <a:schemeClr val="accent2"/>
                    </a:gs>
                    <a:gs pos="75000">
                      <a:schemeClr val="accent4"/>
                    </a:gs>
                    <a:gs pos="50000">
                      <a:schemeClr val="accent3"/>
                    </a:gs>
                    <a:gs pos="0">
                      <a:schemeClr val="accent1"/>
                    </a:gs>
                    <a:gs pos="100000">
                      <a:schemeClr val="accent5"/>
                    </a:gs>
                  </a:gsLst>
                  <a:lin ang="8100000" scaled="0"/>
                </a:gradFill>
                <a:latin typeface="+mj-lt"/>
                <a:ea typeface="+mn-ea"/>
                <a:cs typeface="+mn-cs"/>
              </a:defRPr>
            </a:lvl1pPr>
          </a:lstStyle>
          <a:p>
            <a:pPr marL="0" marR="0" lvl="0" indent="0" algn="ctr" defTabSz="914446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200" b="0" i="0" u="none" strike="noStrike" kern="1200" cap="none" spc="0" normalizeH="0" baseline="0" noProof="0" dirty="0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$ </a:t>
            </a:r>
            <a:r>
              <a:rPr kumimoji="0" lang="de-DE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git</a:t>
            </a:r>
            <a:r>
              <a:rPr kumimoji="0" lang="de-DE" sz="3200" b="0" i="0" u="none" strike="noStrike" kern="1200" cap="none" spc="0" normalizeH="0" baseline="0" noProof="0" dirty="0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 </a:t>
            </a:r>
            <a:r>
              <a:rPr kumimoji="0" lang="de-DE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fetch</a:t>
            </a:r>
            <a:r>
              <a:rPr kumimoji="0" lang="de-DE" sz="3200" b="0" i="0" u="none" strike="noStrike" kern="1200" cap="none" spc="0" normalizeH="0" baseline="0" noProof="0" dirty="0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 </a:t>
            </a:r>
            <a:r>
              <a:rPr kumimoji="0" lang="de-DE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origin</a:t>
            </a:r>
            <a:endParaRPr kumimoji="0" lang="de-DE" sz="3200" b="0" i="0" u="none" strike="noStrike" kern="1200" cap="none" spc="0" normalizeH="0" baseline="0" noProof="0" dirty="0">
              <a:ln>
                <a:noFill/>
              </a:ln>
              <a:solidFill>
                <a:srgbClr val="B6B6BD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83500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32C423C-8CB4-4609-A8B9-BF360408F2D0}"/>
              </a:ext>
            </a:extLst>
          </p:cNvPr>
          <p:cNvSpPr txBox="1"/>
          <p:nvPr/>
        </p:nvSpPr>
        <p:spPr>
          <a:xfrm>
            <a:off x="761999" y="5974993"/>
            <a:ext cx="106680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2400" spc="333" dirty="0">
                <a:solidFill>
                  <a:srgbClr val="FFFFFF"/>
                </a:solidFill>
                <a:latin typeface="Source Sans Pro Black"/>
              </a:rPr>
              <a:t>Lokalen Branch erstellen und auf diesen wechseln</a:t>
            </a:r>
            <a:endParaRPr kumimoji="0" lang="de-DE" sz="2400" b="0" i="0" u="none" strike="noStrike" kern="1200" cap="none" spc="333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 Black"/>
              <a:ea typeface="+mn-ea"/>
              <a:cs typeface="+mn-cs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2D4049C-CC3A-4333-9B31-38DD48AC22A7}"/>
              </a:ext>
            </a:extLst>
          </p:cNvPr>
          <p:cNvSpPr txBox="1">
            <a:spLocks/>
          </p:cNvSpPr>
          <p:nvPr/>
        </p:nvSpPr>
        <p:spPr>
          <a:xfrm>
            <a:off x="1422400" y="1709209"/>
            <a:ext cx="9347201" cy="3439583"/>
          </a:xfrm>
          <a:prstGeom prst="rect">
            <a:avLst/>
          </a:prstGeom>
        </p:spPr>
        <p:txBody>
          <a:bodyPr anchor="ctr"/>
          <a:lstStyle>
            <a:lvl1pPr algn="ctr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7200" kern="1200">
                <a:gradFill>
                  <a:gsLst>
                    <a:gs pos="25000">
                      <a:schemeClr val="accent2"/>
                    </a:gs>
                    <a:gs pos="75000">
                      <a:schemeClr val="accent4"/>
                    </a:gs>
                    <a:gs pos="50000">
                      <a:schemeClr val="accent3"/>
                    </a:gs>
                    <a:gs pos="0">
                      <a:schemeClr val="accent1"/>
                    </a:gs>
                    <a:gs pos="100000">
                      <a:schemeClr val="accent5"/>
                    </a:gs>
                  </a:gsLst>
                  <a:lin ang="8100000" scaled="0"/>
                </a:gradFill>
                <a:latin typeface="+mj-lt"/>
                <a:ea typeface="+mn-ea"/>
                <a:cs typeface="+mn-cs"/>
              </a:defRPr>
            </a:lvl1pPr>
          </a:lstStyle>
          <a:p>
            <a:pPr marL="0" marR="0" lvl="0" indent="0" algn="ctr" defTabSz="914446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200" b="0" i="0" u="none" strike="noStrike" kern="1200" cap="none" spc="0" normalizeH="0" baseline="0" noProof="0" dirty="0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$ 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git checkout -b local-branch-name origin/remote-branch-name</a:t>
            </a:r>
          </a:p>
        </p:txBody>
      </p:sp>
    </p:spTree>
    <p:extLst>
      <p:ext uri="{BB962C8B-B14F-4D97-AF65-F5344CB8AC3E}">
        <p14:creationId xmlns:p14="http://schemas.microsoft.com/office/powerpoint/2010/main" val="2744723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32C423C-8CB4-4609-A8B9-BF360408F2D0}"/>
              </a:ext>
            </a:extLst>
          </p:cNvPr>
          <p:cNvSpPr txBox="1"/>
          <p:nvPr/>
        </p:nvSpPr>
        <p:spPr>
          <a:xfrm>
            <a:off x="761999" y="5974993"/>
            <a:ext cx="106680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kern="1200" cap="none" spc="333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Merge</a:t>
            </a:r>
            <a:r>
              <a:rPr kumimoji="0" lang="de-DE" sz="2400" b="0" i="0" u="none" strike="noStrike" kern="1200" cap="none" spc="333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 durchführen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2D4049C-CC3A-4333-9B31-38DD48AC22A7}"/>
              </a:ext>
            </a:extLst>
          </p:cNvPr>
          <p:cNvSpPr txBox="1">
            <a:spLocks/>
          </p:cNvSpPr>
          <p:nvPr/>
        </p:nvSpPr>
        <p:spPr>
          <a:xfrm>
            <a:off x="1422400" y="1709209"/>
            <a:ext cx="9347201" cy="3439583"/>
          </a:xfrm>
          <a:prstGeom prst="rect">
            <a:avLst/>
          </a:prstGeom>
        </p:spPr>
        <p:txBody>
          <a:bodyPr anchor="ctr"/>
          <a:lstStyle>
            <a:lvl1pPr algn="ctr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7200" kern="1200">
                <a:gradFill>
                  <a:gsLst>
                    <a:gs pos="25000">
                      <a:schemeClr val="accent2"/>
                    </a:gs>
                    <a:gs pos="75000">
                      <a:schemeClr val="accent4"/>
                    </a:gs>
                    <a:gs pos="50000">
                      <a:schemeClr val="accent3"/>
                    </a:gs>
                    <a:gs pos="0">
                      <a:schemeClr val="accent1"/>
                    </a:gs>
                    <a:gs pos="100000">
                      <a:schemeClr val="accent5"/>
                    </a:gs>
                  </a:gsLst>
                  <a:lin ang="8100000" scaled="0"/>
                </a:gradFill>
                <a:latin typeface="+mj-lt"/>
                <a:ea typeface="+mn-ea"/>
                <a:cs typeface="+mn-cs"/>
              </a:defRPr>
            </a:lvl1pPr>
          </a:lstStyle>
          <a:p>
            <a:pPr marL="0" marR="0" lvl="0" indent="0" algn="ctr" defTabSz="914446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200" b="0" i="0" u="none" strike="noStrike" kern="1200" cap="none" spc="0" normalizeH="0" baseline="0" noProof="0" dirty="0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$ 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git merge remote-branch-name</a:t>
            </a:r>
          </a:p>
        </p:txBody>
      </p:sp>
    </p:spTree>
    <p:extLst>
      <p:ext uri="{BB962C8B-B14F-4D97-AF65-F5344CB8AC3E}">
        <p14:creationId xmlns:p14="http://schemas.microsoft.com/office/powerpoint/2010/main" val="18793815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32C423C-8CB4-4609-A8B9-BF360408F2D0}"/>
              </a:ext>
            </a:extLst>
          </p:cNvPr>
          <p:cNvSpPr txBox="1"/>
          <p:nvPr/>
        </p:nvSpPr>
        <p:spPr>
          <a:xfrm>
            <a:off x="761999" y="5974993"/>
            <a:ext cx="106680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kern="1200" cap="none" spc="333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Merge</a:t>
            </a:r>
            <a:r>
              <a:rPr kumimoji="0" lang="de-DE" sz="2400" b="0" i="0" u="none" strike="noStrike" kern="1200" cap="none" spc="333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 abschließen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2D4049C-CC3A-4333-9B31-38DD48AC22A7}"/>
              </a:ext>
            </a:extLst>
          </p:cNvPr>
          <p:cNvSpPr txBox="1">
            <a:spLocks/>
          </p:cNvSpPr>
          <p:nvPr/>
        </p:nvSpPr>
        <p:spPr>
          <a:xfrm>
            <a:off x="1422400" y="1709209"/>
            <a:ext cx="9347201" cy="3439583"/>
          </a:xfrm>
          <a:prstGeom prst="rect">
            <a:avLst/>
          </a:prstGeom>
        </p:spPr>
        <p:txBody>
          <a:bodyPr anchor="ctr"/>
          <a:lstStyle>
            <a:lvl1pPr algn="ctr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7200" kern="1200">
                <a:gradFill>
                  <a:gsLst>
                    <a:gs pos="25000">
                      <a:schemeClr val="accent2"/>
                    </a:gs>
                    <a:gs pos="75000">
                      <a:schemeClr val="accent4"/>
                    </a:gs>
                    <a:gs pos="50000">
                      <a:schemeClr val="accent3"/>
                    </a:gs>
                    <a:gs pos="0">
                      <a:schemeClr val="accent1"/>
                    </a:gs>
                    <a:gs pos="100000">
                      <a:schemeClr val="accent5"/>
                    </a:gs>
                  </a:gsLst>
                  <a:lin ang="8100000" scaled="0"/>
                </a:gradFill>
                <a:latin typeface="+mj-lt"/>
                <a:ea typeface="+mn-ea"/>
                <a:cs typeface="+mn-cs"/>
              </a:defRPr>
            </a:lvl1pPr>
          </a:lstStyle>
          <a:p>
            <a:pPr marL="0" marR="0" lvl="0" indent="0" algn="ctr" defTabSz="914446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200" b="0" i="0" u="none" strike="noStrike" kern="1200" cap="none" spc="0" normalizeH="0" baseline="0" noProof="0" dirty="0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$ 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git merge --continue</a:t>
            </a:r>
          </a:p>
        </p:txBody>
      </p:sp>
    </p:spTree>
    <p:extLst>
      <p:ext uri="{BB962C8B-B14F-4D97-AF65-F5344CB8AC3E}">
        <p14:creationId xmlns:p14="http://schemas.microsoft.com/office/powerpoint/2010/main" val="2106086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GENARAL LAYOUTS">
  <a:themeElements>
    <a:clrScheme name="VIVID21-00-Default">
      <a:dk1>
        <a:srgbClr val="171C30"/>
      </a:dk1>
      <a:lt1>
        <a:srgbClr val="FFFFFF"/>
      </a:lt1>
      <a:dk2>
        <a:srgbClr val="B6B6BD"/>
      </a:dk2>
      <a:lt2>
        <a:srgbClr val="F2F2F5"/>
      </a:lt2>
      <a:accent1>
        <a:srgbClr val="FFC955"/>
      </a:accent1>
      <a:accent2>
        <a:srgbClr val="FF5355"/>
      </a:accent2>
      <a:accent3>
        <a:srgbClr val="CE59C4"/>
      </a:accent3>
      <a:accent4>
        <a:srgbClr val="8766D0"/>
      </a:accent4>
      <a:accent5>
        <a:srgbClr val="6C9FF4"/>
      </a:accent5>
      <a:accent6>
        <a:srgbClr val="5BC9B0"/>
      </a:accent6>
      <a:hlink>
        <a:srgbClr val="6C9FF4"/>
      </a:hlink>
      <a:folHlink>
        <a:srgbClr val="5BC9B0"/>
      </a:folHlink>
    </a:clrScheme>
    <a:fontScheme name="Source Pro">
      <a:majorFont>
        <a:latin typeface="Source Sans Pro Black"/>
        <a:ea typeface=""/>
        <a:cs typeface=""/>
      </a:majorFont>
      <a:minorFont>
        <a:latin typeface="Source Sans Pr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0"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 cap="sq">
          <a:solidFill>
            <a:schemeClr val="accent4"/>
          </a:solidFill>
          <a:bevel/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381</Words>
  <Application>Microsoft Office PowerPoint</Application>
  <PresentationFormat>Breitbild</PresentationFormat>
  <Paragraphs>43</Paragraphs>
  <Slides>15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8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15</vt:i4>
      </vt:variant>
    </vt:vector>
  </HeadingPairs>
  <TitlesOfParts>
    <vt:vector size="25" baseType="lpstr">
      <vt:lpstr>Arial</vt:lpstr>
      <vt:lpstr>Bebas Neue</vt:lpstr>
      <vt:lpstr>Calibri</vt:lpstr>
      <vt:lpstr>Calibri Light</vt:lpstr>
      <vt:lpstr>Montserrat</vt:lpstr>
      <vt:lpstr>Söhne</vt:lpstr>
      <vt:lpstr>Source Sans Pro</vt:lpstr>
      <vt:lpstr>Source Sans Pro Black</vt:lpstr>
      <vt:lpstr>Office</vt:lpstr>
      <vt:lpstr>GENARAL LAYOUTS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Ben Cöppicus</dc:creator>
  <cp:lastModifiedBy>Ben Cöppicus</cp:lastModifiedBy>
  <cp:revision>14</cp:revision>
  <dcterms:created xsi:type="dcterms:W3CDTF">2023-08-16T17:22:09Z</dcterms:created>
  <dcterms:modified xsi:type="dcterms:W3CDTF">2023-08-24T12:21:42Z</dcterms:modified>
</cp:coreProperties>
</file>