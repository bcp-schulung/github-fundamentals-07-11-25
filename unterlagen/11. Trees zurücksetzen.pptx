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4932" r:id="rId3"/>
    <p:sldId id="4687" r:id="rId4"/>
    <p:sldId id="4698" r:id="rId5"/>
    <p:sldId id="4937" r:id="rId6"/>
    <p:sldId id="4938" r:id="rId7"/>
    <p:sldId id="4939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5AC961-C40C-4505-A1C5-863032761914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2058E-84FA-445D-9880-DCA639BFAE03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2541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F47344-1B1B-7C50-96C7-1632044D92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484749-182D-A92C-5A33-3DEA45BCB4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F423563-9B1B-1682-055F-0B2C2E5C9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A945FC-947F-B0AE-77ED-2FF12696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09FC86F-8E80-181A-DB0E-B8E813FD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812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51B2BF-29B4-C97F-D6DB-A5503C1AA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2D962B-3FAD-9865-8C90-58BBFAE89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D154E8-93B7-F8BD-E30D-DDECE99B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81E74D-C1FB-D0D7-EEC7-2FDB42F44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F5B9D6-543A-142F-2BFD-CC8456C8E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6857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37F007-F6B7-81FB-6B4D-F2D9C303B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9742BD-9866-8C49-789F-7211B98E2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DE081FE-60E0-388C-5EA8-CAA5E5EE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1B81C3-C907-38F1-0433-A9F455F0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99F07-86FD-A7C5-D9B0-EB944FDC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116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8EDDF2-B5C9-DF0A-028C-78C93518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06D012-A39C-F679-7870-DAAF575DB3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7CD875A-18D5-8605-850D-1E7669114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CB3A5B7-6F27-35F5-B75C-CCCD858E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662B32E-9642-6345-01C3-BD6211CF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A0A767-D7BE-A481-05AE-E75EDBCA8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7274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C861AC-EEC1-34D7-9DA4-6A532492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71132B3-365B-9EC3-767D-6D0C5B60A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518D0AE-8A6E-2131-D986-E3C7248853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16E403-59E8-6162-5C08-D9B2E9243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8EB4956-CAAA-2A06-87A9-3BAEB3B10E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C700D82-65D9-7F32-EF9F-8F0B4B0F7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608832E-DB13-D569-5312-1106AAF5D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AA728D7-0A2D-2A87-F833-7266C431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40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3B4505-C70B-BF4A-1F29-98351BDCE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0BB7E02-D5AE-000E-BEB7-18875E619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1841CF8-74D2-ABE1-DD32-6D0B5637D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0585AD5-303C-7D60-4D08-A849D94D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9361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A9BF828-AA1D-B688-B4B2-69A44E9C9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0F501A1-548A-9F0D-3FCF-FC020F52F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3B624CF-EB10-DF97-3669-B34B4F5EC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32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C4EBC6-4848-8269-C928-C62B79EBC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F659B1-E382-DFFB-78D5-AB0640638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9AA9BFE-CD47-5441-F2F8-D2A160F41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CA2B151-B41E-474D-1297-537B9FBC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193DDCB-8C49-B160-4D20-7D41EFB1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58B7B3-FB56-7BC2-AAF1-85FB675E9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6417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0FD3B5-1C09-B572-97D2-E67F3E772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1F779C-D26A-08BB-1A60-C7A8172D26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337E18-EFA9-4D64-5257-D7410FEEF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73F278-C650-2009-B882-82E88313C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CE4586-B7A0-0E1D-E1D9-23E2DCEB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048F3C-F315-E3CD-D885-871F77046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939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34213C-1841-9B35-2D5B-AA8E1BDA1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9CD5A4-3E1E-8410-2D51-5E92CCE94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D3030E-8A73-4EDA-21F8-67193F99D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A62858-5A94-6CC7-7F65-E0FE5CA2D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013B9-E547-FB2B-7C7E-F571316B0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89142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EC5BEF4-506D-BDA2-633B-F6CB8573D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6C66F21-EAF6-B777-0DE9-D7AA330EF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3BC3702-7311-9092-CEC7-7B1A723EF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378A84-CBEE-23A3-9173-61076705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27962C-EBC0-BFA4-5D04-F1F3EB625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602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790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48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lvl="0" algn="ctr"/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402359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326091"/>
          </a:xfrm>
          <a:prstGeom prst="rect">
            <a:avLst/>
          </a:prstGeom>
        </p:spPr>
        <p:txBody>
          <a:bodyPr anchor="ctr"/>
          <a:lstStyle>
            <a:lvl1pPr algn="ctr">
              <a:defRPr lang="en-US" sz="7200">
                <a:gradFill>
                  <a:gsLst>
                    <a:gs pos="25000">
                      <a:schemeClr val="accent2"/>
                    </a:gs>
                    <a:gs pos="75000">
                      <a:schemeClr val="accent4"/>
                    </a:gs>
                    <a:gs pos="50000">
                      <a:schemeClr val="accent3"/>
                    </a:gs>
                    <a:gs pos="0">
                      <a:schemeClr val="accent1"/>
                    </a:gs>
                    <a:gs pos="100000">
                      <a:schemeClr val="accent5"/>
                    </a:gs>
                  </a:gsLst>
                  <a:lin ang="8100000" scaled="0"/>
                </a:gradFill>
                <a:ea typeface="+mn-ea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BREAKER TITLE</a:t>
            </a:r>
          </a:p>
        </p:txBody>
      </p:sp>
    </p:spTree>
    <p:extLst>
      <p:ext uri="{BB962C8B-B14F-4D97-AF65-F5344CB8AC3E}">
        <p14:creationId xmlns:p14="http://schemas.microsoft.com/office/powerpoint/2010/main" val="787871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F67B5C-981D-4EB5-9AD9-A7105E56543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4CA0ED-0001-4A53-A070-4D90F4DD0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5955"/>
            <a:ext cx="10515600" cy="1625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11067" dirty="0">
                <a:gradFill>
                  <a:gsLst>
                    <a:gs pos="100000">
                      <a:schemeClr val="accent4"/>
                    </a:gs>
                    <a:gs pos="66000">
                      <a:schemeClr val="accent3"/>
                    </a:gs>
                    <a:gs pos="33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ea typeface="+mn-ea"/>
                <a:cs typeface="+mn-cs"/>
              </a:defRPr>
            </a:lvl1pPr>
          </a:lstStyle>
          <a:p>
            <a:pPr marL="0" lvl="0" algn="ctr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87768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60415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6E02EB8-4CBB-4C97-AC85-6BAEE43B152F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2FCD7B-4632-432C-AE09-A03957113A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10363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183078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7E30C-C464-44C9-84B9-C651C1BC1DF9}"/>
              </a:ext>
            </a:extLst>
          </p:cNvPr>
          <p:cNvSpPr/>
          <p:nvPr userDrawn="1"/>
        </p:nvSpPr>
        <p:spPr>
          <a:xfrm rot="10800000" flipH="1" flipV="1">
            <a:off x="0" y="6426198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4694606-ABEA-4095-8D53-FF83E07C48AB}"/>
              </a:ext>
            </a:extLst>
          </p:cNvPr>
          <p:cNvSpPr/>
          <p:nvPr userDrawn="1"/>
        </p:nvSpPr>
        <p:spPr>
          <a:xfrm rot="10800000" flipH="1" flipV="1">
            <a:off x="0" y="-1"/>
            <a:ext cx="12192000" cy="431801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369148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-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5D7004-F5FA-4A63-BC13-01C888C4B4C4}"/>
              </a:ext>
            </a:extLst>
          </p:cNvPr>
          <p:cNvSpPr txBox="1"/>
          <p:nvPr userDrawn="1"/>
        </p:nvSpPr>
        <p:spPr>
          <a:xfrm>
            <a:off x="5702300" y="6210754"/>
            <a:ext cx="55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+mn-lt"/>
                <a:ea typeface="Roboto Thin" pitchFamily="2" charset="0"/>
              </a:rPr>
              <a:t>www.company.com</a:t>
            </a:r>
            <a:endParaRPr lang="uk-UA" sz="2400" dirty="0">
              <a:solidFill>
                <a:schemeClr val="bg1">
                  <a:lumMod val="75000"/>
                </a:schemeClr>
              </a:solidFill>
              <a:latin typeface="+mn-lt"/>
              <a:ea typeface="Roboto Thin" pitchFamily="2" charset="0"/>
            </a:endParaRPr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3C9C03B-2E3C-47D9-845E-A2FC81AECB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870685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34811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21644BE-9EF6-4F34-8C65-8690D687853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5029200"/>
          </a:xfrm>
          <a:prstGeom prst="roundRect">
            <a:avLst>
              <a:gd name="adj" fmla="val 2021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815914F-FDB1-440C-9E18-D27D5868B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342683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2426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9DE83458-DC7C-4F50-8CDD-14D91D0DD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3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65780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B5DA946-38B7-47EF-BA99-1AF368615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051377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72B4464-F622-4D59-B0EB-837A7D5692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969342" y="914400"/>
            <a:ext cx="8308258" cy="50292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D6D72D2-9BCC-45A6-A342-781349144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9817458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DB9D0DDD-5F06-4A50-8692-CADC5FD00B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98362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059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8C1C4CB0-E103-4518-BF7B-6A1458F43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6245025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B2F39605-129A-48D8-8833-9A1C4446F5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143771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68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141703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C8AEAFCC-E5E5-4450-A2D9-6267133D82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3729875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5600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484878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813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71340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443917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87900" y="0"/>
            <a:ext cx="7404100" cy="6858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uk-UA"/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274630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478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42926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407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738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347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3429000"/>
            <a:ext cx="6096000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0073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825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CEB6E739-39F9-4E42-B265-0E28996ABE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 dirty="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722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E614D36E-ECF9-42A6-B627-4D2F565721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91509037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038A9B6-0CC9-46A8-8325-AC97DD01FA7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50400" y="914400"/>
            <a:ext cx="70272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2101253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15DD993-0F59-40B2-8E5D-FE7EF97F65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C46AC66E-831B-481E-9DCA-6F38FC2799A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914400"/>
            <a:ext cx="5181600" cy="502920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111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A3D589A9-0690-4D70-AC6B-7E02C99080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D032E74-E98C-4A65-8348-308DC5A5733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sz="1867">
                <a:solidFill>
                  <a:schemeClr val="bg1"/>
                </a:solidFill>
              </a:defRPr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220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1B3C81-37F1-45BE-8A36-6F5B922614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4392311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BDE31C0E-ED7D-4FBC-B3FC-8850A71722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6302890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A01E19A8-58F0-4680-BA37-243AA8D247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6E3EE0B-F4D7-4A15-858C-7B64D9236F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831828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B8E2D95-DBF1-4838-AC3D-96F341E8EC3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22720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0CB9292-A56B-4AF1-9C57-80C7BB9D08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35552" y="1688785"/>
            <a:ext cx="1633728" cy="163372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3EC904EB-B2A2-479C-9B2E-50DCB0CD5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2729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5D926C8-134F-4B4E-AFA6-422CF4396A9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927933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E7A03C44-8D2E-4BFD-9CA2-776A82F3D0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4267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4B1582B-7009-4058-8A5C-E13B6D7116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40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CE65DF2-591D-4F3E-B1AE-7D36BDC9860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48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9362819E-B2B5-455B-AA2D-A8DAF1066A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92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r"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8857340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4D6CAF51-6BDC-498B-A477-237F7A227F5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9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0441955-A97F-4CDA-9F8E-65C8BCEFD3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74400" y="914399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34091CEE-A618-459D-8440-5B817743F9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6A2A6811-5688-499E-AFFE-209FF0846F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59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6816AFA0-6B0E-411B-A44B-9433003B1E6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4400" y="259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F33CACAB-EFD3-4423-A56F-67BF87122A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454B9E96-3F41-4112-B2F2-7C91659C96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9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BC02999A-F922-4A21-97D6-ACA30F81B71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4400" y="4274400"/>
            <a:ext cx="1680000" cy="16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07ABEAF5-F661-4B13-AA84-91E5DCACEE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110736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DB359F9B-D09D-41FC-A8A3-34B107216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57600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30340115-791E-436C-B1D2-4BA0EF313DD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657600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7AFE5EF-FFAF-44D0-AE52-53409201E3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59225" y="35814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59225" y="1244601"/>
            <a:ext cx="2093576" cy="15189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66796E9-17FF-4B7C-BBAB-43BCEA9CC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041864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4F61D5AC-6B9A-4E76-9528-AC060A5797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986454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182EF3E6-2533-4B75-8BBE-37A72D1F9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86454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39BDB5CE-3845-49A2-B1DD-B21BA2398B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86454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87177F30-49A0-43D7-9750-F6537569BC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50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A4D7A181-BF2B-4E2C-8DC6-9E9F937894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50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5656422B-2BD1-4349-AEF4-549C487EBAF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850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F5BEF3CE-BE91-482E-9A1D-F323D666EC8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9836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94CA472E-95A8-43F9-BA68-D9D29CFA58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9836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B76B9EDF-B9FA-4D55-9CD3-DC606A76280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9836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338378F8-9586-4B0C-A232-3B726BB5670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82253" y="1430453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DBAA4A7E-83F0-4DE1-8058-727D0D550AE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82253" y="2874227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2D3DF732-700F-4626-B6E5-D4FE7CA7F75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482253" y="4318000"/>
            <a:ext cx="1109547" cy="1109547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815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9DE22400-4DFB-4070-BD11-796979D445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48001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F6B20438-F6EA-44E8-AE9B-E1D8927EDD4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44153" y="3522134"/>
            <a:ext cx="1199847" cy="1199847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7047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4167C466-06CA-4316-837F-DE41C6D25BB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304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BEF702DF-314A-48F1-973E-85A0F00953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498764A-68F6-42A7-8513-24CEA7D01CD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16800" y="4754290"/>
            <a:ext cx="931200" cy="931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7516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2276A54-15F6-49F8-8236-5D53CB30359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914400"/>
            <a:ext cx="5138399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766464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3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0FCA33D-2064-4B79-A05B-33E02F45CC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6577781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B3F2EB52-6437-443D-83F2-470160C639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6577781" cy="247200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7289787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5D57908-4AFF-424F-A126-737853EA3F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68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E22C849-BA60-407D-AF15-5F2874C1B4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000" y="3452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6EA590BF-BEF4-4611-8EE4-786523DD51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000" y="914400"/>
            <a:ext cx="25704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971554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57030164-06EA-4D37-9C6D-49853C2FD30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52400"/>
            <a:ext cx="700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00E378F-86E7-4993-B91B-1784EE997A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65600" y="914400"/>
            <a:ext cx="3312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1EC91ED1-A8F9-42ED-8B48-4C358265977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3487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47B720D8-3A04-4E2B-8D9E-02FDA88BF5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52000" y="914400"/>
            <a:ext cx="3463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14865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29601" y="3452400"/>
            <a:ext cx="78480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9F64A6-006D-4964-ADA8-191336165E7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0" y="3452400"/>
            <a:ext cx="25152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4E1F1C57-80A2-45AD-980A-D7B8D6595E8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399" y="914400"/>
            <a:ext cx="5308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164104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E6195AC3-CE2F-4B7C-9152-7B81DB7FCAD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399" y="2456565"/>
            <a:ext cx="4216800" cy="249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8EAB607D-A34C-4A17-ACEF-CD3480C6BB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9199" y="914400"/>
            <a:ext cx="6098400" cy="4033365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5BB50CE9-A1AB-4ED4-8678-11C119D84D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399" y="914400"/>
            <a:ext cx="2097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9B87A15-EFFB-4AFD-B17A-2D9576F8D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70799" y="914400"/>
            <a:ext cx="2049600" cy="1471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2645588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5138397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28CC71D8-1B64-4A1A-A2BC-928D2CD5DE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39201" y="3471597"/>
            <a:ext cx="5138399" cy="247200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389867-A538-4B05-B3E9-D87EEAE66B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39201" y="914400"/>
            <a:ext cx="5138399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8"/>
            <a:ext cx="5138397" cy="247200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497314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35F7524D-A316-4A4B-928A-66679129A8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43201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F19A66A-71A3-45B9-B802-F3CD6C7889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F34BF67E-4A08-4158-AB88-CA7B07B054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D51E2876-E8C8-423C-9494-4CEF2FF3A97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28799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BEA9705-624D-467C-AF97-F2C06F54CF5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799" y="3471599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52E7B9-C3A8-480E-B89A-1D9E52E70D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57600" y="914401"/>
            <a:ext cx="2520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12904018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1277600" cy="5943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6E5E6E-DD3D-4F05-B4F6-C317A8A5C5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0345191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9BEAD33-76BE-4CAF-B375-E999A680F8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596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FC5AF0A1-D71D-4DD2-A802-8F21C1EDDD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220200" y="914400"/>
            <a:ext cx="20574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7881714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3336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3042197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4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2742DDA-BD5D-4F67-A96E-7DB1DBD7D7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0C2BEC9C-F7F4-45F2-BE52-C02716CCE40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5AD3325F-8DD8-4D2F-B33D-278CDFB344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6784689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5029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812026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E32D31ED-4C21-4996-B1F6-2801D562DE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757600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871AC328-6CDC-43DA-B810-E2F4FA4B78C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43201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3BA56443-CF18-4C38-9575-5E1710AAB6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28799" y="914400"/>
            <a:ext cx="2520000" cy="252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4916540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DDCC9E0-60A8-460E-B271-38AA5BD31AB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980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078D1A29-CD71-43A6-99D6-836B5EBFDE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81600" y="914400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15A66BDF-7867-487E-BD05-90820D1AE4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8505305E-90B1-4FC8-841C-CA5C48C9CA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980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7CDA6529-604C-4B16-9E5D-87D4CD114D9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81600" y="3471599"/>
            <a:ext cx="3396000" cy="2472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48751927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Layout-5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62DC44A5-0817-457C-9553-79307753C2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1" y="91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9AA3B0D7-8EEE-40CB-9A33-9F9360474B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60420" y="914400"/>
            <a:ext cx="4417181" cy="408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4AB4514-60E6-454B-8051-E8C2CD9229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401" y="2954400"/>
            <a:ext cx="5946019" cy="2040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6538256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4267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5378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2870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8336753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518400" y="0"/>
            <a:ext cx="467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791867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112000" y="1600200"/>
            <a:ext cx="3505200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755031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997200" y="1685925"/>
            <a:ext cx="6197600" cy="348615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6126696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5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0798001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4793640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01309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724038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80000" y="479400"/>
            <a:ext cx="11232000" cy="5899200"/>
          </a:xfrm>
          <a:prstGeom prst="roundRect">
            <a:avLst>
              <a:gd name="adj" fmla="val 223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382097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1549400"/>
            <a:ext cx="8331200" cy="5308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8665821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817246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7874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4931096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156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59052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215413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6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654800" y="0"/>
            <a:ext cx="5537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4632113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689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1602538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556000" y="433400"/>
            <a:ext cx="8175600" cy="59912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753564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86080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8006750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3312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6425873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978400" y="0"/>
            <a:ext cx="7213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279657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3454400" y="0"/>
            <a:ext cx="873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52488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244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803605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0480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455043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1" y="0"/>
            <a:ext cx="6095999" cy="6858000"/>
          </a:xfrm>
          <a:prstGeom prst="parallelogram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547384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760305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6473A6D7-DE33-354E-BEC6-4712BD5E04D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7332000" cy="5608320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4844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96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59852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4234F-206C-4002-95BE-53DC4A1649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36000" y="627888"/>
            <a:ext cx="3444240" cy="5614416"/>
          </a:xfrm>
          <a:prstGeom prst="roundRect">
            <a:avLst>
              <a:gd name="adj" fmla="val 413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5803624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481841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959600" y="0"/>
            <a:ext cx="52324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6577864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6966818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38362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10972800" cy="28041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7300198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431293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162543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8288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6518173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4876800" y="993648"/>
            <a:ext cx="2438400" cy="24384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7823278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772400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8251026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2">
            <a:extLst>
              <a:ext uri="{FF2B5EF4-FFF2-40B4-BE49-F238E27FC236}">
                <a16:creationId xmlns:a16="http://schemas.microsoft.com/office/drawing/2014/main" id="{128F5896-9AFD-42E8-BB51-39D5D95DA2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52112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40351" cy="6858000"/>
          </a:xfrm>
          <a:custGeom>
            <a:avLst/>
            <a:gdLst>
              <a:gd name="connsiteX0" fmla="*/ 0 w 6208775"/>
              <a:gd name="connsiteY0" fmla="*/ 0 h 10287000"/>
              <a:gd name="connsiteX1" fmla="*/ 6208775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3393004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0 h 10287000"/>
              <a:gd name="connsiteX1" fmla="*/ 4900870 w 6208775"/>
              <a:gd name="connsiteY1" fmla="*/ 1905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  <a:gd name="connsiteX0" fmla="*/ 0 w 6208775"/>
              <a:gd name="connsiteY0" fmla="*/ 6350 h 10293350"/>
              <a:gd name="connsiteX1" fmla="*/ 4864536 w 6208775"/>
              <a:gd name="connsiteY1" fmla="*/ 0 h 10293350"/>
              <a:gd name="connsiteX2" fmla="*/ 6208775 w 6208775"/>
              <a:gd name="connsiteY2" fmla="*/ 10293350 h 10293350"/>
              <a:gd name="connsiteX3" fmla="*/ 0 w 6208775"/>
              <a:gd name="connsiteY3" fmla="*/ 10293350 h 10293350"/>
              <a:gd name="connsiteX4" fmla="*/ 0 w 6208775"/>
              <a:gd name="connsiteY4" fmla="*/ 6350 h 10293350"/>
              <a:gd name="connsiteX0" fmla="*/ 0 w 6208775"/>
              <a:gd name="connsiteY0" fmla="*/ 0 h 10287000"/>
              <a:gd name="connsiteX1" fmla="*/ 4876648 w 6208775"/>
              <a:gd name="connsiteY1" fmla="*/ 0 h 10287000"/>
              <a:gd name="connsiteX2" fmla="*/ 6208775 w 6208775"/>
              <a:gd name="connsiteY2" fmla="*/ 10287000 h 10287000"/>
              <a:gd name="connsiteX3" fmla="*/ 0 w 6208775"/>
              <a:gd name="connsiteY3" fmla="*/ 10287000 h 10287000"/>
              <a:gd name="connsiteX4" fmla="*/ 0 w 6208775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08775" h="10287000">
                <a:moveTo>
                  <a:pt x="0" y="0"/>
                </a:moveTo>
                <a:lnTo>
                  <a:pt x="4876648" y="0"/>
                </a:lnTo>
                <a:lnTo>
                  <a:pt x="620877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5141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FEC6B68-FA2A-4755-9330-C8332671BD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429000"/>
            <a:ext cx="12191999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DC03B-E2AF-40E5-9057-345DBC7818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32965" y="1700596"/>
            <a:ext cx="4328160" cy="43281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88900">
            <a:solidFill>
              <a:schemeClr val="bg1"/>
            </a:solidFill>
          </a:ln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834361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1347B36-C170-4594-A4B8-DA33EA32E6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543300"/>
            <a:ext cx="12192000" cy="3314700"/>
          </a:xfrm>
          <a:custGeom>
            <a:avLst/>
            <a:gdLst>
              <a:gd name="connsiteX0" fmla="*/ 0 w 18288000"/>
              <a:gd name="connsiteY0" fmla="*/ 0 h 4972050"/>
              <a:gd name="connsiteX1" fmla="*/ 431800 w 18288000"/>
              <a:gd name="connsiteY1" fmla="*/ 91500 h 4972050"/>
              <a:gd name="connsiteX2" fmla="*/ 2616200 w 18288000"/>
              <a:gd name="connsiteY2" fmla="*/ 737175 h 4972050"/>
              <a:gd name="connsiteX3" fmla="*/ 5219700 w 18288000"/>
              <a:gd name="connsiteY3" fmla="*/ 1657350 h 4972050"/>
              <a:gd name="connsiteX4" fmla="*/ 7835900 w 18288000"/>
              <a:gd name="connsiteY4" fmla="*/ 1013400 h 4972050"/>
              <a:gd name="connsiteX5" fmla="*/ 10452100 w 18288000"/>
              <a:gd name="connsiteY5" fmla="*/ 1657350 h 4972050"/>
              <a:gd name="connsiteX6" fmla="*/ 13068300 w 18288000"/>
              <a:gd name="connsiteY6" fmla="*/ 2762250 h 4972050"/>
              <a:gd name="connsiteX7" fmla="*/ 15671800 w 18288000"/>
              <a:gd name="connsiteY7" fmla="*/ 3223201 h 4972050"/>
              <a:gd name="connsiteX8" fmla="*/ 17852390 w 18288000"/>
              <a:gd name="connsiteY8" fmla="*/ 1565850 h 4972050"/>
              <a:gd name="connsiteX9" fmla="*/ 18288000 w 18288000"/>
              <a:gd name="connsiteY9" fmla="*/ 1104900 h 4972050"/>
              <a:gd name="connsiteX10" fmla="*/ 18288000 w 18288000"/>
              <a:gd name="connsiteY10" fmla="*/ 4972050 h 4972050"/>
              <a:gd name="connsiteX11" fmla="*/ 17856200 w 18288000"/>
              <a:gd name="connsiteY11" fmla="*/ 4972050 h 4972050"/>
              <a:gd name="connsiteX12" fmla="*/ 17670608 w 18288000"/>
              <a:gd name="connsiteY12" fmla="*/ 4972050 h 4972050"/>
              <a:gd name="connsiteX13" fmla="*/ 17450416 w 18288000"/>
              <a:gd name="connsiteY13" fmla="*/ 4972050 h 4972050"/>
              <a:gd name="connsiteX14" fmla="*/ 17200426 w 18288000"/>
              <a:gd name="connsiteY14" fmla="*/ 4972050 h 4972050"/>
              <a:gd name="connsiteX15" fmla="*/ 16925448 w 18288000"/>
              <a:gd name="connsiteY15" fmla="*/ 4972050 h 4972050"/>
              <a:gd name="connsiteX16" fmla="*/ 16630290 w 18288000"/>
              <a:gd name="connsiteY16" fmla="*/ 4972050 h 4972050"/>
              <a:gd name="connsiteX17" fmla="*/ 16319758 w 18288000"/>
              <a:gd name="connsiteY17" fmla="*/ 4972050 h 4972050"/>
              <a:gd name="connsiteX18" fmla="*/ 15671800 w 18288000"/>
              <a:gd name="connsiteY18" fmla="*/ 4972050 h 4972050"/>
              <a:gd name="connsiteX19" fmla="*/ 14370526 w 18288000"/>
              <a:gd name="connsiteY19" fmla="*/ 4972050 h 4972050"/>
              <a:gd name="connsiteX20" fmla="*/ 13068300 w 18288000"/>
              <a:gd name="connsiteY20" fmla="*/ 4972050 h 4972050"/>
              <a:gd name="connsiteX21" fmla="*/ 10452100 w 18288000"/>
              <a:gd name="connsiteY21" fmla="*/ 4972050 h 4972050"/>
              <a:gd name="connsiteX22" fmla="*/ 7835900 w 18288000"/>
              <a:gd name="connsiteY22" fmla="*/ 4972050 h 4972050"/>
              <a:gd name="connsiteX23" fmla="*/ 6532563 w 18288000"/>
              <a:gd name="connsiteY23" fmla="*/ 4972050 h 4972050"/>
              <a:gd name="connsiteX24" fmla="*/ 5219700 w 18288000"/>
              <a:gd name="connsiteY24" fmla="*/ 4972050 h 4972050"/>
              <a:gd name="connsiteX25" fmla="*/ 2616200 w 18288000"/>
              <a:gd name="connsiteY25" fmla="*/ 4972050 h 4972050"/>
              <a:gd name="connsiteX26" fmla="*/ 1967052 w 18288000"/>
              <a:gd name="connsiteY26" fmla="*/ 4972050 h 4972050"/>
              <a:gd name="connsiteX27" fmla="*/ 1656013 w 18288000"/>
              <a:gd name="connsiteY27" fmla="*/ 4972050 h 4972050"/>
              <a:gd name="connsiteX28" fmla="*/ 1360647 w 18288000"/>
              <a:gd name="connsiteY28" fmla="*/ 4972050 h 4972050"/>
              <a:gd name="connsiteX29" fmla="*/ 1085937 w 18288000"/>
              <a:gd name="connsiteY29" fmla="*/ 4972050 h 4972050"/>
              <a:gd name="connsiteX30" fmla="*/ 836871 w 18288000"/>
              <a:gd name="connsiteY30" fmla="*/ 4972050 h 4972050"/>
              <a:gd name="connsiteX31" fmla="*/ 618433 w 18288000"/>
              <a:gd name="connsiteY31" fmla="*/ 4972050 h 4972050"/>
              <a:gd name="connsiteX32" fmla="*/ 435610 w 18288000"/>
              <a:gd name="connsiteY32" fmla="*/ 4972050 h 4972050"/>
              <a:gd name="connsiteX33" fmla="*/ 0 w 18288000"/>
              <a:gd name="connsiteY33" fmla="*/ 4972050 h 4972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288000" h="4972050">
                <a:moveTo>
                  <a:pt x="0" y="0"/>
                </a:moveTo>
                <a:lnTo>
                  <a:pt x="431800" y="91500"/>
                </a:lnTo>
                <a:cubicBezTo>
                  <a:pt x="876300" y="189905"/>
                  <a:pt x="1741170" y="362545"/>
                  <a:pt x="2616200" y="737175"/>
                </a:cubicBezTo>
                <a:cubicBezTo>
                  <a:pt x="3479801" y="1104900"/>
                  <a:pt x="4354830" y="1657350"/>
                  <a:pt x="5219700" y="1657350"/>
                </a:cubicBezTo>
                <a:cubicBezTo>
                  <a:pt x="6096000" y="1657350"/>
                  <a:pt x="6967221" y="1104900"/>
                  <a:pt x="7835900" y="1013400"/>
                </a:cubicBezTo>
                <a:cubicBezTo>
                  <a:pt x="8712200" y="914995"/>
                  <a:pt x="9579610" y="1294805"/>
                  <a:pt x="10452100" y="1657350"/>
                </a:cubicBezTo>
                <a:cubicBezTo>
                  <a:pt x="11315700" y="2019895"/>
                  <a:pt x="12192000" y="2399705"/>
                  <a:pt x="13068300" y="2762250"/>
                </a:cubicBezTo>
                <a:cubicBezTo>
                  <a:pt x="13931900" y="3124795"/>
                  <a:pt x="14804390" y="3504605"/>
                  <a:pt x="15671800" y="3223201"/>
                </a:cubicBezTo>
                <a:cubicBezTo>
                  <a:pt x="16548100" y="2952155"/>
                  <a:pt x="17416780" y="2019895"/>
                  <a:pt x="17852390" y="1565850"/>
                </a:cubicBezTo>
                <a:lnTo>
                  <a:pt x="18288000" y="1104900"/>
                </a:lnTo>
                <a:lnTo>
                  <a:pt x="18288000" y="4972050"/>
                </a:lnTo>
                <a:lnTo>
                  <a:pt x="17856200" y="4972050"/>
                </a:lnTo>
                <a:lnTo>
                  <a:pt x="17670608" y="4972050"/>
                </a:lnTo>
                <a:lnTo>
                  <a:pt x="17450416" y="4972050"/>
                </a:lnTo>
                <a:lnTo>
                  <a:pt x="17200426" y="4972050"/>
                </a:lnTo>
                <a:lnTo>
                  <a:pt x="16925448" y="4972050"/>
                </a:lnTo>
                <a:lnTo>
                  <a:pt x="16630290" y="4972050"/>
                </a:lnTo>
                <a:lnTo>
                  <a:pt x="16319758" y="4972050"/>
                </a:lnTo>
                <a:lnTo>
                  <a:pt x="15671800" y="4972050"/>
                </a:lnTo>
                <a:lnTo>
                  <a:pt x="14370526" y="4972050"/>
                </a:lnTo>
                <a:lnTo>
                  <a:pt x="13068300" y="4972050"/>
                </a:lnTo>
                <a:lnTo>
                  <a:pt x="10452100" y="4972050"/>
                </a:lnTo>
                <a:lnTo>
                  <a:pt x="7835900" y="4972050"/>
                </a:lnTo>
                <a:lnTo>
                  <a:pt x="6532563" y="4972050"/>
                </a:lnTo>
                <a:lnTo>
                  <a:pt x="5219700" y="4972050"/>
                </a:lnTo>
                <a:lnTo>
                  <a:pt x="2616200" y="4972050"/>
                </a:lnTo>
                <a:lnTo>
                  <a:pt x="1967052" y="4972050"/>
                </a:lnTo>
                <a:lnTo>
                  <a:pt x="1656013" y="4972050"/>
                </a:lnTo>
                <a:lnTo>
                  <a:pt x="1360647" y="4972050"/>
                </a:lnTo>
                <a:lnTo>
                  <a:pt x="1085937" y="4972050"/>
                </a:lnTo>
                <a:lnTo>
                  <a:pt x="836871" y="4972050"/>
                </a:lnTo>
                <a:lnTo>
                  <a:pt x="618433" y="4972050"/>
                </a:lnTo>
                <a:lnTo>
                  <a:pt x="435610" y="4972050"/>
                </a:lnTo>
                <a:lnTo>
                  <a:pt x="0" y="4972050"/>
                </a:lnTo>
                <a:close/>
              </a:path>
            </a:pathLst>
          </a:cu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77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03821" y="0"/>
            <a:ext cx="318817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FB5268E0-107A-4C2A-AE10-D7A100ECE3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06231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2438400" y="1603248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212584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918960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6991B3E-5992-4C30-9C53-3AB54D37F8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1BCF9BE1-EC04-4B8E-9B3A-8527507F72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73400" y="396240"/>
            <a:ext cx="60452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tx2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05280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BCD71B4B-B307-408C-AF40-6BE34132874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4817" y="2426742"/>
            <a:ext cx="4078223" cy="27432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5386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19814AC4-74A4-493C-B3E1-FA832232AF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84403" y="391938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CF8F8440-C5A5-4AF8-8F8A-3BA5B158F99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18960" y="1127531"/>
            <a:ext cx="3088637" cy="2077559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73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420CF65-F5F8-4E58-88D4-96A7FF8EDE3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4068005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1688592" y="1675384"/>
            <a:ext cx="1804416" cy="1804416"/>
          </a:xfrm>
          <a:prstGeom prst="roundRect">
            <a:avLst>
              <a:gd name="adj" fmla="val 89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F63D903-2C79-4845-B9F0-F48F4CAC91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13804548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2DB4F3EC-6FA6-4607-B645-7D3F2258AE2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610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896841DE-F57D-4FFA-B2B4-844AE25D7D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32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A96FD531-41C1-429F-981E-C03DFE4D2E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8950" y="2539400"/>
            <a:ext cx="1779800" cy="1779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01175502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599" y="627888"/>
            <a:ext cx="5486400" cy="5608320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5908302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1"/>
          </p:nvPr>
        </p:nvSpPr>
        <p:spPr>
          <a:xfrm>
            <a:off x="2182368" y="1752600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9186672" y="3752088"/>
            <a:ext cx="963168" cy="96316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40895BE1-F501-4DA6-BAC7-1628FD1F77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9265489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853184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742176" y="2151888"/>
            <a:ext cx="1219200" cy="12192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3153593-CEED-43D7-8481-1C18D9F0B6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79566821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773936" y="1432560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8095E9E-7213-4071-833B-F76EE6B46E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4779898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2398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36000" y="0"/>
            <a:ext cx="405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2139567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"/>
            <a:ext cx="12192000" cy="3425371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546306-BB2E-C745-BE62-0F61AFAAA1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500" y="1596153"/>
            <a:ext cx="100330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C02C6C-381F-CE48-B1C7-45378DCAA9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79500" y="1218201"/>
            <a:ext cx="100330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268586132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8B5C77-6E87-4CF4-9817-CE6C928B7F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12191999" cy="3937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153F44B-F8DD-4AF0-9746-A6E6D1B4BA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0" y="1521149"/>
            <a:ext cx="9499600" cy="609600"/>
          </a:xfrm>
          <a:prstGeom prst="rect">
            <a:avLst/>
          </a:prstGeom>
        </p:spPr>
        <p:txBody>
          <a:bodyPr anchor="ctr"/>
          <a:lstStyle>
            <a:lvl1pPr marL="0" algn="l" defTabSz="914446" rtl="0" eaLnBrk="1" latinLnBrk="0" hangingPunct="1"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C0693EC-ECEC-45D9-A0CD-3062924AC7B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1143197"/>
            <a:ext cx="9499600" cy="355601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lang="en-UA" sz="1867" kern="1200" spc="333" dirty="0">
                <a:solidFill>
                  <a:srgbClr val="85859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91426715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867" kern="1200" spc="333" dirty="0">
                <a:solidFill>
                  <a:schemeClr val="accent1"/>
                </a:solidFill>
                <a:latin typeface="Montserrat" panose="00000500000000000000" pitchFamily="2" charset="0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2840492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5CEA750A-677F-43CA-8A48-7AE6C2E658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4840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6834845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7A86A2D-80E2-48E5-B1F6-4F8C81EE13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4840"/>
            <a:ext cx="6858000" cy="5608320"/>
          </a:xfrm>
          <a:prstGeom prst="roundRect">
            <a:avLst>
              <a:gd name="adj" fmla="val 355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0572187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627888"/>
            <a:ext cx="6858000" cy="5608320"/>
          </a:xfrm>
          <a:prstGeom prst="roundRect">
            <a:avLst>
              <a:gd name="adj" fmla="val 3727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36135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27888"/>
            <a:ext cx="6858000" cy="5614416"/>
          </a:xfrm>
          <a:prstGeom prst="roundRect">
            <a:avLst>
              <a:gd name="adj" fmla="val 3569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75468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52848" y="2254207"/>
            <a:ext cx="2346960" cy="234696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C9614C9E-3D8C-47CB-8BCB-66D98B2EC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432474709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905000" y="1622701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905000" y="3711299"/>
            <a:ext cx="1524000" cy="1524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510F5D02-55ED-4EA4-B7B3-347E95140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5309478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6EDA7AB7-33DF-BD46-AB8B-02E37949E421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165693" y="2801874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16B7D76E-9414-3045-81FD-7BEF4A9AEA7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5693" y="4356033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165693" y="1246192"/>
            <a:ext cx="1255776" cy="1255776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B903F16-A6BA-4DF7-ABFF-05463A2A30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51765625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2520293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AD3264B4-0A33-0F42-B162-461C536D5376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7337259" y="1669806"/>
            <a:ext cx="2023872" cy="202387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0582B724-2DE7-4DD8-8B83-2D7CA97BFC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80921015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1C3E2DFA-1AA1-3047-A37A-1FEEBC864A21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787160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00D1B728-F65B-1049-A423-4018D50F1E2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51394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E925699-281D-D34C-8E74-602EA1212DED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529155" y="1643817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279620E3-E26D-468F-A5AA-E9B9AE5E97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411862395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2B1CD80-073E-FC48-97A5-FEE449811055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16787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3461EC8E-8C72-EE43-B452-AB416A04E63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3843691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2754217B-17E2-0C41-BF2A-2295F77DD588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6519510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A1C50D3-A699-074D-961E-9E2391BED58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195329" y="1880074"/>
            <a:ext cx="1828800" cy="1828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A160751B-E67B-4E08-9503-4B1526F252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42415956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217D4CB-A698-D74A-A732-CB04DCE47B7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473661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A0A7330D-6470-8E48-AB41-17C032110911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63790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D340C943-4790-9348-93AD-9486360732E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463790" y="3649240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473661" y="1757912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7E9D3BE8-D975-43CB-A997-BE76A4E242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52773006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31383DF-C87E-DD43-9830-5DB32A4F8CA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33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30162CC3-F132-3B46-BD96-27CA8DA6B91C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2144268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0656FEB2-C81F-E94C-9846-796BCD57E2B0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025023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FF4EDF61-F78B-F943-94CD-411CA886961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5833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9025023" y="3680196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0906F3F-9F31-494A-9B02-61233BD7CCBD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4268" y="1279273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D42FB4DC-934D-4FE9-9A83-83D37D452D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81839960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4FBB1A8C-7C06-3242-900A-A8C878E1DC33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900510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DE330097-3475-7242-98BA-D3B965F36BD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576329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CAAC40CD-44BD-C140-9CB1-D471FB8A579A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154887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63F645-ED6B-1F4A-BED8-C1048B88523B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9576329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0003B9-5949-F246-9F41-71D7880A258A}"/>
              </a:ext>
            </a:extLst>
          </p:cNvPr>
          <p:cNvSpPr>
            <a:spLocks noGrp="1" noChangeAspect="1"/>
          </p:cNvSpPr>
          <p:nvPr>
            <p:ph type="pic" sz="quarter" idx="21"/>
          </p:nvPr>
        </p:nvSpPr>
        <p:spPr>
          <a:xfrm>
            <a:off x="6900510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940D2A28-1E97-6840-9116-AD07E695925B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422469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40628154-7FF5-BE49-899F-752D83B9F256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548871" y="144242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1BFBA4F4-63D3-1E4D-9452-31982FB2B824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4224691" y="3815375"/>
            <a:ext cx="1066800" cy="106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11" name="Title 4">
            <a:extLst>
              <a:ext uri="{FF2B5EF4-FFF2-40B4-BE49-F238E27FC236}">
                <a16:creationId xmlns:a16="http://schemas.microsoft.com/office/drawing/2014/main" id="{A729D0A4-DE0B-4E0A-B74E-23B15CDEA4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38832581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219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7AAEAE-A954-4785-B8AF-9A56B9FDD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848802668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7315200" y="1600200"/>
            <a:ext cx="3657600" cy="3657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0710C5-3491-4F0E-BDCE-ED53142EB6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11128836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53484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29072034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66489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41354351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59B98A-3E9B-4864-B1E6-6A9B088782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56000" y="888999"/>
            <a:ext cx="5080001" cy="5080001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9498172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C3F6C063-08F3-1546-91BE-0C6417D3C60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31825" y="1600200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81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9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8FADB5-BBC6-48B8-BAD5-05E17CCF08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303679208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22799" y="1618488"/>
            <a:ext cx="6437376" cy="3657600"/>
          </a:xfrm>
          <a:prstGeom prst="rect">
            <a:avLst/>
          </a:prstGeom>
          <a:solidFill>
            <a:schemeClr val="bg2">
              <a:lumMod val="25000"/>
            </a:schemeClr>
          </a:solidFill>
          <a:effectLst>
            <a:outerShdw blurRad="635000" dist="254000" dir="2700000" algn="tl" rotWithShape="0">
              <a:prstClr val="black">
                <a:alpha val="40000"/>
              </a:prstClr>
            </a:outerShdw>
          </a:effectLst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0A104048-5402-45D2-9482-F49ACFEF33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2419905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6E47E6BA-2686-48D6-A506-1873E70E263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14400" y="1295400"/>
            <a:ext cx="4267200" cy="4267200"/>
          </a:xfrm>
          <a:prstGeom prst="roundRect">
            <a:avLst>
              <a:gd name="adj" fmla="val 506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7571E55-D3A1-479B-9E8A-3662F061B4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369598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sz="quarter" idx="11"/>
          </p:nvPr>
        </p:nvSpPr>
        <p:spPr>
          <a:xfrm>
            <a:off x="7010400" y="1295400"/>
            <a:ext cx="4267200" cy="4267200"/>
          </a:xfrm>
          <a:prstGeom prst="roundRect">
            <a:avLst>
              <a:gd name="adj" fmla="val 4762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19D240D1-01A3-480D-8E3F-3E310C16BE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248021074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69959405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4069080" y="0"/>
            <a:ext cx="405384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0985324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9F1E531-B369-48BB-9BCA-0AF303B914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3429000"/>
            <a:ext cx="883608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0904B0A5-4D0D-4B3C-81C6-D2A780190B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836085" y="3429000"/>
            <a:ext cx="3355915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50359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914400" y="914400"/>
            <a:ext cx="10363200" cy="4013200"/>
          </a:xfrm>
          <a:prstGeom prst="roundRect">
            <a:avLst>
              <a:gd name="adj" fmla="val 38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4427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1" y="0"/>
            <a:ext cx="990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824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8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65906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2440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61385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4464">
          <p15:clr>
            <a:srgbClr val="FBAE40"/>
          </p15:clr>
        </p15:guide>
        <p15:guide id="4" pos="3888">
          <p15:clr>
            <a:srgbClr val="FBAE40"/>
          </p15:clr>
        </p15:guide>
      </p15:sldGuideLst>
    </p:ext>
  </p:extLst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656E0239-9422-4FA9-9150-3458629F0D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4676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89532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  <p15:guide id="3" pos="7056">
          <p15:clr>
            <a:srgbClr val="FBAE40"/>
          </p15:clr>
        </p15:guide>
        <p15:guide id="4" pos="4464">
          <p15:clr>
            <a:srgbClr val="FBAE40"/>
          </p15:clr>
        </p15:guide>
        <p15:guide id="5" pos="4896">
          <p15:clr>
            <a:srgbClr val="FBAE40"/>
          </p15:clr>
        </p15:guide>
        <p15:guide id="6" pos="6624">
          <p15:clr>
            <a:srgbClr val="FBAE40"/>
          </p15:clr>
        </p15:guide>
        <p15:guide id="7" pos="7632">
          <p15:clr>
            <a:srgbClr val="FBAE40"/>
          </p15:clr>
        </p15:guide>
        <p15:guide id="8" pos="3888">
          <p15:clr>
            <a:srgbClr val="FBAE40"/>
          </p15:clr>
        </p15:guide>
      </p15:sldGuideLst>
    </p:ext>
  </p:extLst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ADB39397-71E6-4819-B00B-7887732586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8288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6894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070600" y="-19558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37005911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Layout-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-1066800" y="1397000"/>
            <a:ext cx="6959600" cy="69596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07027596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-Layout-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9144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5175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20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8229600" y="1193800"/>
            <a:ext cx="3048000" cy="30480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7" name="Title 4">
            <a:extLst>
              <a:ext uri="{FF2B5EF4-FFF2-40B4-BE49-F238E27FC236}">
                <a16:creationId xmlns:a16="http://schemas.microsoft.com/office/drawing/2014/main" id="{22BF8193-0CDD-4864-9D8F-6BF6C41830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04824"/>
            <a:ext cx="8585200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defRPr lang="en-US" sz="320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dirty="0"/>
              <a:t>ADD HERE YOUR TITLE</a:t>
            </a:r>
          </a:p>
        </p:txBody>
      </p:sp>
    </p:spTree>
    <p:extLst>
      <p:ext uri="{BB962C8B-B14F-4D97-AF65-F5344CB8AC3E}">
        <p14:creationId xmlns:p14="http://schemas.microsoft.com/office/powerpoint/2010/main" val="114472909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341880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6224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5F1AB134-5D41-4117-B99A-536237A54A8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16800" y="2025000"/>
            <a:ext cx="6052800" cy="2808000"/>
          </a:xfrm>
          <a:prstGeom prst="rect">
            <a:avLst/>
          </a:prstGeom>
          <a:solidFill>
            <a:schemeClr val="accent1"/>
          </a:solidFill>
          <a:scene3d>
            <a:camera prst="perspectiveLeft" fov="1800000">
              <a:rot lat="0" lon="1800000" rev="0"/>
            </a:camera>
            <a:lightRig rig="threePt" dir="t"/>
          </a:scene3d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3831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33440" y="2143760"/>
            <a:ext cx="5571067" cy="25908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097539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0907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Righ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5234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56107" y="1593427"/>
            <a:ext cx="1679787" cy="362627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7599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48441" y="1593427"/>
            <a:ext cx="1679787" cy="3626273"/>
          </a:xfrm>
          <a:prstGeom prst="rect">
            <a:avLst/>
          </a:prstGeom>
          <a:solidFill>
            <a:schemeClr val="accent1"/>
          </a:solidFill>
          <a:scene3d>
            <a:camera prst="perspectiveLeft"/>
            <a:lightRig rig="threePt" dir="t"/>
          </a:scene3d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7228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51555F-A749-4DD4-A2C9-97141F2B95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0280000">
            <a:off x="2973600" y="1454400"/>
            <a:ext cx="1464000" cy="3806400"/>
          </a:xfrm>
          <a:prstGeom prst="roundRect">
            <a:avLst>
              <a:gd name="adj" fmla="val 4833"/>
            </a:avLst>
          </a:prstGeom>
          <a:ln>
            <a:noFill/>
          </a:ln>
          <a:scene3d>
            <a:camera prst="perspectiveHeroicExtremeRightFacing" fov="4800000">
              <a:rot lat="449632" lon="20136784" rev="239998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8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9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3605473E-2685-4DD2-B159-832979DD71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68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0148B9DC-A940-406F-8289-9160A7A1D22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93600" y="2119200"/>
            <a:ext cx="1383792" cy="2473967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BAED62-30A9-452C-B3E4-5A4C68AFA1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1600" y="1924800"/>
            <a:ext cx="1615440" cy="287731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58632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0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535732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970540" y="2875184"/>
            <a:ext cx="2621280" cy="4701273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7424928" y="2468880"/>
            <a:ext cx="3072384" cy="54376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8878989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CB33D3-7FC6-4DC2-95EB-12F4AD78CA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1560000">
            <a:off x="6746400" y="861600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AA503DBF-31C9-46D2-A64C-C4773F44019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rot="1560000">
            <a:off x="10056879" y="-286059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F9F14B78-D072-4B88-9606-DAB6CF6525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rot="1560000">
            <a:off x="7970110" y="3972324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92133701-B06D-438C-AF1A-FD2E103A9D7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 rot="1560000">
            <a:off x="10835229" y="3724358"/>
            <a:ext cx="2076000" cy="43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US" sz="1200">
                <a:solidFill>
                  <a:schemeClr val="lt1"/>
                </a:solidFill>
              </a:defRPr>
            </a:lvl1pPr>
          </a:lstStyle>
          <a:p>
            <a:pPr marL="0"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437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4808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85684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7F3A2F40-EC73-4B00-9925-A5C91233C4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592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0AA2FCE-A6A5-40C5-9FC5-A8F862ED5D0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224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1EE707F1-1BDF-437A-A38C-27FC7F39433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56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A51DB854-9C07-4915-8532-69CA230926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800" y="1651000"/>
            <a:ext cx="1588800" cy="34272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09510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076E93-A81C-48AD-A313-F9508C334F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37360" y="1999488"/>
            <a:ext cx="2487168" cy="332232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3593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EF940-579A-4520-8BE8-93695193167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98400" y="1361440"/>
            <a:ext cx="3134783" cy="4165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200">
                <a:solidFill>
                  <a:schemeClr val="accent4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6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8D99A39A-AA1D-4BDE-98F1-B3A30A1DAFF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7300" y="1828800"/>
            <a:ext cx="4025900" cy="300990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87390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6870192" y="932688"/>
            <a:ext cx="6644640" cy="49804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14509336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 rot="1800000">
            <a:off x="3547872" y="-4718304"/>
            <a:ext cx="9796272" cy="7418832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2647153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A3DE550-6E56-4588-A5FD-D80A056A9D1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94984" y="1612865"/>
            <a:ext cx="5456916" cy="337823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92959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1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63215" y="2270725"/>
            <a:ext cx="3523827" cy="2169671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5800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13FD29A-8BBA-4425-88CD-DF5868D56B5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00820" y="1370661"/>
            <a:ext cx="5959024" cy="367662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73604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C59725EF-3921-4A02-B0D1-A587E3AF6F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720932" y="2061668"/>
            <a:ext cx="4202896" cy="2587785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9491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5D560B-D2F9-4F71-BAEC-8B2E8D1C89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38901" y="1419226"/>
            <a:ext cx="4504267" cy="3466041"/>
          </a:xfrm>
          <a:custGeom>
            <a:avLst/>
            <a:gdLst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8200 w 5918200"/>
              <a:gd name="connsiteY2" fmla="*/ 391636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5918200"/>
              <a:gd name="connsiteY0" fmla="*/ 0 h 3916362"/>
              <a:gd name="connsiteX1" fmla="*/ 5918200 w 5918200"/>
              <a:gd name="connsiteY1" fmla="*/ 0 h 3916362"/>
              <a:gd name="connsiteX2" fmla="*/ 5911850 w 5918200"/>
              <a:gd name="connsiteY2" fmla="*/ 3833812 h 3916362"/>
              <a:gd name="connsiteX3" fmla="*/ 0 w 5918200"/>
              <a:gd name="connsiteY3" fmla="*/ 3916362 h 3916362"/>
              <a:gd name="connsiteX4" fmla="*/ 0 w 5918200"/>
              <a:gd name="connsiteY4" fmla="*/ 0 h 391636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0 w 6750050"/>
              <a:gd name="connsiteY0" fmla="*/ 125095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0 w 6750050"/>
              <a:gd name="connsiteY4" fmla="*/ 1250950 h 5167312"/>
              <a:gd name="connsiteX0" fmla="*/ 914400 w 6750050"/>
              <a:gd name="connsiteY0" fmla="*/ 749300 h 5167312"/>
              <a:gd name="connsiteX1" fmla="*/ 6750050 w 6750050"/>
              <a:gd name="connsiteY1" fmla="*/ 0 h 5167312"/>
              <a:gd name="connsiteX2" fmla="*/ 5911850 w 6750050"/>
              <a:gd name="connsiteY2" fmla="*/ 5084762 h 5167312"/>
              <a:gd name="connsiteX3" fmla="*/ 0 w 6750050"/>
              <a:gd name="connsiteY3" fmla="*/ 5167312 h 5167312"/>
              <a:gd name="connsiteX4" fmla="*/ 914400 w 6750050"/>
              <a:gd name="connsiteY4" fmla="*/ 749300 h 5167312"/>
              <a:gd name="connsiteX0" fmla="*/ 914400 w 6756400"/>
              <a:gd name="connsiteY0" fmla="*/ 781050 h 5199062"/>
              <a:gd name="connsiteX1" fmla="*/ 6756400 w 6756400"/>
              <a:gd name="connsiteY1" fmla="*/ 0 h 5199062"/>
              <a:gd name="connsiteX2" fmla="*/ 5911850 w 6756400"/>
              <a:gd name="connsiteY2" fmla="*/ 5116512 h 5199062"/>
              <a:gd name="connsiteX3" fmla="*/ 0 w 6756400"/>
              <a:gd name="connsiteY3" fmla="*/ 5199062 h 5199062"/>
              <a:gd name="connsiteX4" fmla="*/ 914400 w 6756400"/>
              <a:gd name="connsiteY4" fmla="*/ 781050 h 5199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56400" h="5199062">
                <a:moveTo>
                  <a:pt x="914400" y="781050"/>
                </a:moveTo>
                <a:lnTo>
                  <a:pt x="6756400" y="0"/>
                </a:lnTo>
                <a:cubicBezTo>
                  <a:pt x="6557433" y="1392237"/>
                  <a:pt x="6129867" y="3838575"/>
                  <a:pt x="5911850" y="5116512"/>
                </a:cubicBezTo>
                <a:lnTo>
                  <a:pt x="0" y="5199062"/>
                </a:lnTo>
                <a:lnTo>
                  <a:pt x="914400" y="78105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86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BFD967-56A8-431B-A205-17DC04225A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14808" y="2463800"/>
            <a:ext cx="3517900" cy="218016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1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78922" y="2028576"/>
            <a:ext cx="3834157" cy="237616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579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16000" y="1656000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82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D6F508C4-99DD-4F3B-BD69-3437179772A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86879" y="1738469"/>
            <a:ext cx="4346448" cy="2487168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39603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B1DC65-F1F7-43D0-9848-2BDFBBE28F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19034" y="2087034"/>
            <a:ext cx="3953933" cy="225213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840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054CB6AF-2D11-466A-854D-D9FCE0A1136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971675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E875F6D-EBF4-49B4-BF83-6FAAAA15616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3557" y="2049404"/>
            <a:ext cx="2822575" cy="159232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EB4D78-79B6-4F4C-B409-C47AFC95006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24338" y="1658409"/>
            <a:ext cx="3743325" cy="211878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882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29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33600" y="2067561"/>
            <a:ext cx="2270549" cy="2697903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69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0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71558" y="2468034"/>
            <a:ext cx="1727663" cy="2015067"/>
          </a:xfrm>
          <a:prstGeom prst="roundRect">
            <a:avLst>
              <a:gd name="adj" fmla="val 14877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74C6A049-70BF-4E57-B30A-1B1BD88032B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811718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1AF1054F-EE12-4246-A84C-F3DEC7330B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595135" y="2656840"/>
            <a:ext cx="1414058" cy="1688255"/>
          </a:xfrm>
          <a:prstGeom prst="roundRect">
            <a:avLst>
              <a:gd name="adj" fmla="val 16542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6817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-Layout-3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59CEDF-23B2-41CD-A753-8733F5FBF7C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40300" y="1955800"/>
            <a:ext cx="6198785" cy="3363829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9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MOCKUP option 17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5C6EA-9DC7-4965-949E-CF14D2C854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04149" y="1955800"/>
            <a:ext cx="6198785" cy="3363829"/>
          </a:xfrm>
          <a:prstGeom prst="roundRect">
            <a:avLst>
              <a:gd name="adj" fmla="val 0"/>
            </a:avLst>
          </a:prstGeom>
          <a:solidFill>
            <a:schemeClr val="accent1"/>
          </a:solidFill>
        </p:spPr>
        <p:txBody>
          <a:bodyPr/>
          <a:lstStyle>
            <a:lvl1pPr>
              <a:defRPr sz="1333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03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>
        <p14:prism dir="u"/>
      </p:transition>
    </mc:Choice>
    <mc:Fallback xmlns="">
      <p:transition spd="slow">
        <p:fade/>
      </p:transition>
    </mc:Fallback>
  </mc:AlternateContent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2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BC792C5-AFAE-465C-A73B-2CB890A1FFE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57400" y="895096"/>
            <a:ext cx="4963601" cy="5073904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196664048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MAGE-03-round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20694" y="945896"/>
            <a:ext cx="4864211" cy="4972304"/>
          </a:xfrm>
          <a:prstGeom prst="roundRect">
            <a:avLst>
              <a:gd name="adj" fmla="val 3673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41158722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4800" y="1346200"/>
            <a:ext cx="4368800" cy="41656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46201"/>
            <a:ext cx="4876800" cy="4165600"/>
          </a:xfrm>
          <a:prstGeom prst="rect">
            <a:avLst/>
          </a:prstGeom>
        </p:spPr>
        <p:txBody>
          <a:bodyPr anchor="ctr"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25284743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3124200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9C3E7550-4A4D-44BE-BE01-A0F04007917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03640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BB72713A-369B-4E38-A685-B8BFEE3E6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5257800"/>
          </a:xfrm>
          <a:prstGeom prst="rect">
            <a:avLst/>
          </a:prstGeom>
        </p:spPr>
        <p:txBody>
          <a:bodyPr/>
          <a:lstStyle>
            <a:lvl1pPr algn="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5334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979963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7">
            <a:extLst>
              <a:ext uri="{FF2B5EF4-FFF2-40B4-BE49-F238E27FC236}">
                <a16:creationId xmlns:a16="http://schemas.microsoft.com/office/drawing/2014/main" id="{6C2B1033-EE10-44C8-A170-FB72EDAD016F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609600" y="609600"/>
            <a:ext cx="10972800" cy="2445192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Picture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535680"/>
            <a:ext cx="10972800" cy="1722120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483052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-0-0-LV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2362200"/>
            <a:ext cx="10972800" cy="35490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1"/>
            <a:ext cx="10972800" cy="1326091"/>
          </a:xfrm>
          <a:prstGeom prst="rect">
            <a:avLst/>
          </a:prstGeom>
        </p:spPr>
        <p:txBody>
          <a:bodyPr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525238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23820"/>
            <a:ext cx="9144000" cy="1610360"/>
          </a:xfrm>
          <a:prstGeom prst="rect">
            <a:avLst/>
          </a:prstGeom>
        </p:spPr>
        <p:txBody>
          <a:bodyPr anchor="ctr"/>
          <a:lstStyle>
            <a:lvl1pPr algn="ctr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2800" y="609600"/>
            <a:ext cx="5486400" cy="2667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2217754856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6E453FF6-0C1C-4904-9DA6-37C297942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848909"/>
            <a:ext cx="9753600" cy="1986491"/>
          </a:xfrm>
          <a:prstGeom prst="rect">
            <a:avLst/>
          </a:prstGeom>
        </p:spPr>
        <p:txBody>
          <a:bodyPr/>
          <a:lstStyle>
            <a:lvl1pPr algn="l" defTabSz="91444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400" kern="1200" dirty="0">
                <a:gradFill>
                  <a:gsLst>
                    <a:gs pos="75000">
                      <a:schemeClr val="accent4"/>
                    </a:gs>
                    <a:gs pos="25000">
                      <a:schemeClr val="accent2"/>
                    </a:gs>
                    <a:gs pos="100000">
                      <a:schemeClr val="accent5"/>
                    </a:gs>
                    <a:gs pos="50000">
                      <a:schemeClr val="accent3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31E250B-D855-4CE5-B3FC-FF9838360D4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781030"/>
            <a:ext cx="54864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17A8B3-2E0B-4008-8D12-937045378D7A}"/>
              </a:ext>
            </a:extLst>
          </p:cNvPr>
          <p:cNvCxnSpPr>
            <a:cxnSpLocks/>
          </p:cNvCxnSpPr>
          <p:nvPr userDrawn="1"/>
        </p:nvCxnSpPr>
        <p:spPr>
          <a:xfrm>
            <a:off x="609600" y="6096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DA103F-6DA9-47BE-BDEC-5A9FD4B1C88A}"/>
              </a:ext>
            </a:extLst>
          </p:cNvPr>
          <p:cNvCxnSpPr>
            <a:cxnSpLocks/>
          </p:cNvCxnSpPr>
          <p:nvPr userDrawn="1"/>
        </p:nvCxnSpPr>
        <p:spPr>
          <a:xfrm>
            <a:off x="609600" y="1219200"/>
            <a:ext cx="10972800" cy="0"/>
          </a:xfrm>
          <a:prstGeom prst="line">
            <a:avLst/>
          </a:prstGeom>
          <a:ln w="38100" cap="sq">
            <a:solidFill>
              <a:schemeClr val="bg2">
                <a:lumMod val="60000"/>
                <a:lumOff val="40000"/>
              </a:schemeClr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4231607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2968164A-D4D9-413F-B806-727380F363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854200"/>
            <a:ext cx="12191999" cy="341376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E9607AA-328C-6A47-BA55-7972C38B63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5D5674-63E8-C243-BEC8-63AA19D7C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794699217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-0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1725168"/>
            <a:ext cx="12192000" cy="231648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5B7ED05-6BE5-404E-B123-A15F21DCA5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74192"/>
            <a:ext cx="10668001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9C676B4-FAF3-0D4E-83C5-9499FF8D7F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0" y="396240"/>
            <a:ext cx="10668001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393850353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F82025E-1591-42E7-9234-EB0C6A1622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7536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502983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N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1F2938C2-00E5-44DB-AAFD-0F2B12267E1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990600"/>
            <a:ext cx="4876800" cy="4876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99635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1-1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9FC153-1646-4709-9BE4-F77F62A371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219200"/>
            <a:ext cx="10972800" cy="3139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dirty="0">
                <a:solidFill>
                  <a:schemeClr val="tx2"/>
                </a:solidFill>
              </a:rPr>
              <a:t>Your subtitle goes here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AC5A246-535F-4F83-A160-435711EF76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609600"/>
            <a:ext cx="10972800" cy="584775"/>
          </a:xfrm>
          <a:prstGeom prst="rect">
            <a:avLst/>
          </a:prstGeom>
        </p:spPr>
        <p:txBody>
          <a:bodyPr anchor="t">
            <a:spAutoFit/>
          </a:bodyPr>
          <a:lstStyle>
            <a:lvl1pPr algn="l">
              <a:lnSpc>
                <a:spcPct val="100000"/>
              </a:lnSpc>
              <a:defRPr sz="3200" spc="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3470885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ENERAL-2-0-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4579C85-5DCC-4181-B20D-C72202BDB9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tx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4DC7980-9CCD-4C9D-ACE0-3F182DA934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4138843937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-0-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616201"/>
            <a:ext cx="9144000" cy="1625600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6355287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L-Image-10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5360" y="990600"/>
            <a:ext cx="4876800" cy="4876800"/>
          </a:xfrm>
          <a:prstGeom prst="roundRect">
            <a:avLst>
              <a:gd name="adj" fmla="val 3164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884574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560577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811826995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89EBB9A9-634C-4929-97C8-A7CBFC25C95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58912" y="2133600"/>
            <a:ext cx="2590800" cy="2590800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8094984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C9C7632-F851-49E5-B077-28366D421B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" y="609600"/>
            <a:ext cx="3444241" cy="5638800"/>
          </a:xfrm>
          <a:prstGeom prst="roundRect">
            <a:avLst>
              <a:gd name="adj" fmla="val 6711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95871364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QL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8">
            <a:extLst>
              <a:ext uri="{FF2B5EF4-FFF2-40B4-BE49-F238E27FC236}">
                <a16:creationId xmlns:a16="http://schemas.microsoft.com/office/drawing/2014/main" id="{F7F97407-03A0-463F-A2DC-7E79D75521B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" y="624840"/>
            <a:ext cx="4876800" cy="560832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60873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FB322FF-9961-474F-93CD-51026FA4D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63040"/>
            <a:ext cx="4876800" cy="2372360"/>
          </a:xfrm>
          <a:prstGeom prst="rect">
            <a:avLst/>
          </a:prstGeom>
        </p:spPr>
        <p:txBody>
          <a:bodyPr/>
          <a:lstStyle>
            <a:lvl1pPr marL="0" algn="l" defTabSz="914446" rtl="0" eaLnBrk="1" latinLnBrk="0" hangingPunct="1">
              <a:lnSpc>
                <a:spcPct val="100000"/>
              </a:lnSpc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1829375578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0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A8F034AD-05D5-4E17-9527-70658A9E6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463040"/>
            <a:ext cx="4876800" cy="2524760"/>
          </a:xfrm>
          <a:prstGeom prst="rect">
            <a:avLst/>
          </a:prstGeom>
        </p:spPr>
        <p:txBody>
          <a:bodyPr/>
          <a:lstStyle>
            <a:lvl1pPr marL="0" algn="r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4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03978AE-806B-4882-B98B-2CBDA9379A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</p:spTree>
    <p:extLst>
      <p:ext uri="{BB962C8B-B14F-4D97-AF65-F5344CB8AC3E}">
        <p14:creationId xmlns:p14="http://schemas.microsoft.com/office/powerpoint/2010/main" val="3485668238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marL="0" algn="l" defTabSz="914446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kern="12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280775322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10227333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0C9909-7F69-4488-B2DE-12E236D2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151DAFB7-78F5-4CED-A374-376917DDA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254496"/>
            <a:ext cx="609600" cy="26822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2"/>
                </a:solidFill>
              </a:defRPr>
            </a:lvl1pPr>
          </a:lstStyle>
          <a:p>
            <a:fld id="{8B9A2DF5-3641-49D0-8F14-85B1C28A2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770458F-1AAB-4331-9B34-EE663847C1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839261"/>
            <a:ext cx="4876800" cy="30720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A2AC07A-7CA9-4AE1-B06D-75E3324BF1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32890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0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25268F9-F44F-4203-84C4-DD8EC7603B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01E6A0E5-03A1-4FDB-8AE4-CC3EE0875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609600"/>
            <a:ext cx="4876800" cy="1892524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317E3B7-7907-4185-B626-FA2935C15F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2839261"/>
            <a:ext cx="4876800" cy="3072001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73559641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86314899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L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5486400" cy="5301663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909364481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R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00F7EFE-AE1D-4B16-9B3C-5F12B7E18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870F433-6B92-40CF-8708-D283C61F4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5D49180-49A1-4E78-8C83-F99CFD375C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175993009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-1-1-HL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C388EDD-4178-4123-A0D5-B75FCC358F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484C7CB-D2DE-4D8E-AD6E-4A45FA1D0B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05600" y="609600"/>
            <a:ext cx="4876800" cy="26674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333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OVERLINE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223BB9D5-8F0A-4C87-AF31-81EB12441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5600" y="1351740"/>
            <a:ext cx="4876800" cy="1620061"/>
          </a:xfrm>
          <a:prstGeom prst="rect">
            <a:avLst/>
          </a:prstGeom>
        </p:spPr>
        <p:txBody>
          <a:bodyPr>
            <a:normAutofit/>
          </a:bodyPr>
          <a:lstStyle>
            <a:lvl1pPr algn="r">
              <a:defRPr lang="en-US" sz="4000" dirty="0">
                <a:gradFill>
                  <a:gsLst>
                    <a:gs pos="66000">
                      <a:schemeClr val="accent2"/>
                    </a:gs>
                    <a:gs pos="100000">
                      <a:schemeClr val="accent1"/>
                    </a:gs>
                    <a:gs pos="33000">
                      <a:schemeClr val="accent3"/>
                    </a:gs>
                    <a:gs pos="0">
                      <a:schemeClr val="accent4"/>
                    </a:gs>
                  </a:gsLst>
                  <a:lin ang="18600000" scaled="0"/>
                </a:gradFill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>
              <a:lnSpc>
                <a:spcPct val="100000"/>
              </a:lnSpc>
            </a:pPr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79CC0C9-06B3-48A5-BD12-0AF4291172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05600" y="3176400"/>
            <a:ext cx="4876800" cy="27348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your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3216448152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10F00EBF-B287-4A97-94A2-58659FC1210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39840" y="990600"/>
            <a:ext cx="4876800" cy="4876800"/>
          </a:xfrm>
          <a:prstGeom prst="roundRect">
            <a:avLst>
              <a:gd name="adj" fmla="val 3125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7166084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DC582E34-45AC-46BF-8372-92FBB6191E3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6997297-9A29-4E56-84A9-E69844C06D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3054096"/>
            <a:ext cx="1450848" cy="1450848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F71F00-E8FD-4130-A73B-7C83436C0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B13EDE2D-E00B-4784-8152-7CD08FA1264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104602174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2147929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028685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5586984" y="2667000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3152E6-5B6E-FF9B-B99C-59E8993DA5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78C7388-BAB6-BD66-158D-8C61518343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998517437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L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0AB8959D-88A4-4972-9276-40BC99DE39B2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986016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95AC126F-6485-4019-9F1C-23399613546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389888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14D8ABFC-DBE7-4716-B767-E205B88489B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9784080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4260601E-5209-47F8-B78D-C4E58BFB16A7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4187952" y="2705825"/>
            <a:ext cx="1018032" cy="1018032"/>
          </a:xfrm>
          <a:prstGeom prst="ellipse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S" sz="1867" dirty="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66DECC-8E72-892E-10C5-FB0D52B3FB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838200"/>
            <a:ext cx="10972800" cy="609600"/>
          </a:xfrm>
          <a:prstGeom prst="rect">
            <a:avLst/>
          </a:prstGeom>
        </p:spPr>
        <p:txBody>
          <a:bodyPr anchor="ctr"/>
          <a:lstStyle>
            <a:lvl1pPr marL="0" algn="ctr" defTabSz="914446" rtl="0" eaLnBrk="1" latinLnBrk="0" hangingPunct="1">
              <a:lnSpc>
                <a:spcPct val="100000"/>
              </a:lnSpc>
              <a:spcBef>
                <a:spcPts val="0"/>
              </a:spcBef>
              <a:defRPr lang="en-US" sz="4400" kern="1200" dirty="0">
                <a:solidFill>
                  <a:schemeClr val="bg1"/>
                </a:solidFill>
                <a:latin typeface="+mj-lt"/>
                <a:ea typeface="Source Sans Pro Black" panose="020B0803030403020204" pitchFamily="34" charset="0"/>
                <a:cs typeface="+mn-cs"/>
              </a:defRPr>
            </a:lvl1pPr>
          </a:lstStyle>
          <a:p>
            <a:pPr marL="0" lvl="0" indent="0" algn="ctr">
              <a:spcBef>
                <a:spcPts val="1000"/>
              </a:spcBef>
              <a:buFont typeface="Arial" panose="020B0604020202020204" pitchFamily="34" charset="0"/>
            </a:pPr>
            <a:r>
              <a:rPr lang="en-US" dirty="0"/>
              <a:t>Your Main Title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8084853-8A75-8FF4-22AB-85F5137A7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96240"/>
            <a:ext cx="10972800" cy="35560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A" sz="1600" kern="1200" spc="333" dirty="0">
                <a:solidFill>
                  <a:schemeClr val="tx2"/>
                </a:solidFill>
                <a:latin typeface="+mn-lt"/>
                <a:ea typeface="Roboto Thin" pitchFamily="2" charset="0"/>
                <a:cs typeface="+mn-cs"/>
              </a:defRPr>
            </a:lvl1pPr>
          </a:lstStyle>
          <a:p>
            <a:pPr marL="0" lvl="0" algn="ctr" defTabSz="914446" rtl="0" eaLnBrk="1" latinLnBrk="0" hangingPunct="1"/>
            <a:r>
              <a:rPr lang="en-UA" dirty="0"/>
              <a:t>YOUR SUBTITLE</a:t>
            </a:r>
          </a:p>
        </p:txBody>
      </p:sp>
    </p:spTree>
    <p:extLst>
      <p:ext uri="{BB962C8B-B14F-4D97-AF65-F5344CB8AC3E}">
        <p14:creationId xmlns:p14="http://schemas.microsoft.com/office/powerpoint/2010/main" val="282653363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ORTFOLIO-Image-01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599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>
                <a:solidFill>
                  <a:schemeClr val="bg1"/>
                </a:solidFill>
              </a:defRPr>
            </a:lvl1pPr>
          </a:lstStyle>
          <a:p>
            <a:pPr lvl="0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23884703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-Image-05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1C606D8-35EE-449B-9739-EED57E2B0C2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B21BCA39-ADFB-4BE6-9D20-13E8FADF99B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003792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0B57B0E6-36B2-4E47-96C2-1EDF4BBE79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07664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31BC7345-85E6-4338-92D9-E8AC45730E2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5728" y="609600"/>
            <a:ext cx="2578608" cy="2578608"/>
          </a:xfrm>
          <a:prstGeom prst="roundRect">
            <a:avLst>
              <a:gd name="adj" fmla="val 0"/>
            </a:avLst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uk-UA" sz="1867" dirty="0">
                <a:solidFill>
                  <a:schemeClr val="bg1"/>
                </a:solidFill>
              </a:defRPr>
            </a:lvl1pPr>
          </a:lstStyle>
          <a:p>
            <a:pPr lvl="0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98955116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3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CD6A1AF2-0E5E-C543-BCC9-497B3A3D32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70654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35FD3BED-494D-7C46-A085-4717BEA81D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1708" y="2999232"/>
            <a:ext cx="3249168" cy="3249168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9532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2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EE3198DC-382B-B047-809E-869BFCC20B1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07200" y="609600"/>
            <a:ext cx="4775200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508319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ATA-Image-04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70987" y="609601"/>
            <a:ext cx="4068979" cy="56388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33398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8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639569" cy="6858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24100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-Image-07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A4EAD187-1DE1-43E0-829B-D15CC2978D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7" cy="3429000"/>
          </a:xfrm>
          <a:prstGeom prst="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  <a:effectLst/>
        </p:spPr>
        <p:txBody>
          <a:bodyPr/>
          <a:lstStyle>
            <a:lvl1pPr>
              <a:defRPr lang="en-UA" sz="1867">
                <a:solidFill>
                  <a:schemeClr val="bg1"/>
                </a:solidFill>
              </a:defRPr>
            </a:lvl1pPr>
          </a:lstStyle>
          <a:p>
            <a:pPr lvl="0"/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43978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28.xml"/><Relationship Id="rId21" Type="http://schemas.openxmlformats.org/officeDocument/2006/relationships/slideLayout" Target="../slideLayouts/slideLayout32.xml"/><Relationship Id="rId42" Type="http://schemas.openxmlformats.org/officeDocument/2006/relationships/slideLayout" Target="../slideLayouts/slideLayout53.xml"/><Relationship Id="rId63" Type="http://schemas.openxmlformats.org/officeDocument/2006/relationships/slideLayout" Target="../slideLayouts/slideLayout74.xml"/><Relationship Id="rId84" Type="http://schemas.openxmlformats.org/officeDocument/2006/relationships/slideLayout" Target="../slideLayouts/slideLayout95.xml"/><Relationship Id="rId138" Type="http://schemas.openxmlformats.org/officeDocument/2006/relationships/slideLayout" Target="../slideLayouts/slideLayout149.xml"/><Relationship Id="rId159" Type="http://schemas.openxmlformats.org/officeDocument/2006/relationships/slideLayout" Target="../slideLayouts/slideLayout170.xml"/><Relationship Id="rId170" Type="http://schemas.openxmlformats.org/officeDocument/2006/relationships/slideLayout" Target="../slideLayouts/slideLayout181.xml"/><Relationship Id="rId191" Type="http://schemas.openxmlformats.org/officeDocument/2006/relationships/slideLayout" Target="../slideLayouts/slideLayout202.xml"/><Relationship Id="rId205" Type="http://schemas.openxmlformats.org/officeDocument/2006/relationships/slideLayout" Target="../slideLayouts/slideLayout216.xml"/><Relationship Id="rId226" Type="http://schemas.openxmlformats.org/officeDocument/2006/relationships/slideLayout" Target="../slideLayouts/slideLayout237.xml"/><Relationship Id="rId107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22.xml"/><Relationship Id="rId32" Type="http://schemas.openxmlformats.org/officeDocument/2006/relationships/slideLayout" Target="../slideLayouts/slideLayout43.xml"/><Relationship Id="rId53" Type="http://schemas.openxmlformats.org/officeDocument/2006/relationships/slideLayout" Target="../slideLayouts/slideLayout64.xml"/><Relationship Id="rId74" Type="http://schemas.openxmlformats.org/officeDocument/2006/relationships/slideLayout" Target="../slideLayouts/slideLayout85.xml"/><Relationship Id="rId128" Type="http://schemas.openxmlformats.org/officeDocument/2006/relationships/slideLayout" Target="../slideLayouts/slideLayout139.xml"/><Relationship Id="rId149" Type="http://schemas.openxmlformats.org/officeDocument/2006/relationships/slideLayout" Target="../slideLayouts/slideLayout160.xml"/><Relationship Id="rId5" Type="http://schemas.openxmlformats.org/officeDocument/2006/relationships/slideLayout" Target="../slideLayouts/slideLayout16.xml"/><Relationship Id="rId95" Type="http://schemas.openxmlformats.org/officeDocument/2006/relationships/slideLayout" Target="../slideLayouts/slideLayout106.xml"/><Relationship Id="rId160" Type="http://schemas.openxmlformats.org/officeDocument/2006/relationships/slideLayout" Target="../slideLayouts/slideLayout171.xml"/><Relationship Id="rId181" Type="http://schemas.openxmlformats.org/officeDocument/2006/relationships/slideLayout" Target="../slideLayouts/slideLayout192.xml"/><Relationship Id="rId216" Type="http://schemas.openxmlformats.org/officeDocument/2006/relationships/slideLayout" Target="../slideLayouts/slideLayout227.xml"/><Relationship Id="rId22" Type="http://schemas.openxmlformats.org/officeDocument/2006/relationships/slideLayout" Target="../slideLayouts/slideLayout33.xml"/><Relationship Id="rId43" Type="http://schemas.openxmlformats.org/officeDocument/2006/relationships/slideLayout" Target="../slideLayouts/slideLayout54.xml"/><Relationship Id="rId64" Type="http://schemas.openxmlformats.org/officeDocument/2006/relationships/slideLayout" Target="../slideLayouts/slideLayout75.xml"/><Relationship Id="rId118" Type="http://schemas.openxmlformats.org/officeDocument/2006/relationships/slideLayout" Target="../slideLayouts/slideLayout129.xml"/><Relationship Id="rId139" Type="http://schemas.openxmlformats.org/officeDocument/2006/relationships/slideLayout" Target="../slideLayouts/slideLayout150.xml"/><Relationship Id="rId85" Type="http://schemas.openxmlformats.org/officeDocument/2006/relationships/slideLayout" Target="../slideLayouts/slideLayout96.xml"/><Relationship Id="rId150" Type="http://schemas.openxmlformats.org/officeDocument/2006/relationships/slideLayout" Target="../slideLayouts/slideLayout161.xml"/><Relationship Id="rId171" Type="http://schemas.openxmlformats.org/officeDocument/2006/relationships/slideLayout" Target="../slideLayouts/slideLayout182.xml"/><Relationship Id="rId192" Type="http://schemas.openxmlformats.org/officeDocument/2006/relationships/slideLayout" Target="../slideLayouts/slideLayout203.xml"/><Relationship Id="rId206" Type="http://schemas.openxmlformats.org/officeDocument/2006/relationships/slideLayout" Target="../slideLayouts/slideLayout217.xml"/><Relationship Id="rId227" Type="http://schemas.openxmlformats.org/officeDocument/2006/relationships/slideLayout" Target="../slideLayouts/slideLayout238.xml"/><Relationship Id="rId12" Type="http://schemas.openxmlformats.org/officeDocument/2006/relationships/slideLayout" Target="../slideLayouts/slideLayout23.xml"/><Relationship Id="rId33" Type="http://schemas.openxmlformats.org/officeDocument/2006/relationships/slideLayout" Target="../slideLayouts/slideLayout44.xml"/><Relationship Id="rId108" Type="http://schemas.openxmlformats.org/officeDocument/2006/relationships/slideLayout" Target="../slideLayouts/slideLayout119.xml"/><Relationship Id="rId129" Type="http://schemas.openxmlformats.org/officeDocument/2006/relationships/slideLayout" Target="../slideLayouts/slideLayout140.xml"/><Relationship Id="rId54" Type="http://schemas.openxmlformats.org/officeDocument/2006/relationships/slideLayout" Target="../slideLayouts/slideLayout65.xml"/><Relationship Id="rId75" Type="http://schemas.openxmlformats.org/officeDocument/2006/relationships/slideLayout" Target="../slideLayouts/slideLayout86.xml"/><Relationship Id="rId96" Type="http://schemas.openxmlformats.org/officeDocument/2006/relationships/slideLayout" Target="../slideLayouts/slideLayout107.xml"/><Relationship Id="rId140" Type="http://schemas.openxmlformats.org/officeDocument/2006/relationships/slideLayout" Target="../slideLayouts/slideLayout151.xml"/><Relationship Id="rId161" Type="http://schemas.openxmlformats.org/officeDocument/2006/relationships/slideLayout" Target="../slideLayouts/slideLayout172.xml"/><Relationship Id="rId182" Type="http://schemas.openxmlformats.org/officeDocument/2006/relationships/slideLayout" Target="../slideLayouts/slideLayout193.xml"/><Relationship Id="rId217" Type="http://schemas.openxmlformats.org/officeDocument/2006/relationships/slideLayout" Target="../slideLayouts/slideLayout228.xml"/><Relationship Id="rId6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34.xml"/><Relationship Id="rId119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55.xml"/><Relationship Id="rId65" Type="http://schemas.openxmlformats.org/officeDocument/2006/relationships/slideLayout" Target="../slideLayouts/slideLayout76.xml"/><Relationship Id="rId86" Type="http://schemas.openxmlformats.org/officeDocument/2006/relationships/slideLayout" Target="../slideLayouts/slideLayout97.xml"/><Relationship Id="rId130" Type="http://schemas.openxmlformats.org/officeDocument/2006/relationships/slideLayout" Target="../slideLayouts/slideLayout141.xml"/><Relationship Id="rId151" Type="http://schemas.openxmlformats.org/officeDocument/2006/relationships/slideLayout" Target="../slideLayouts/slideLayout162.xml"/><Relationship Id="rId172" Type="http://schemas.openxmlformats.org/officeDocument/2006/relationships/slideLayout" Target="../slideLayouts/slideLayout183.xml"/><Relationship Id="rId193" Type="http://schemas.openxmlformats.org/officeDocument/2006/relationships/slideLayout" Target="../slideLayouts/slideLayout204.xml"/><Relationship Id="rId207" Type="http://schemas.openxmlformats.org/officeDocument/2006/relationships/slideLayout" Target="../slideLayouts/slideLayout218.xml"/><Relationship Id="rId228" Type="http://schemas.openxmlformats.org/officeDocument/2006/relationships/slideLayout" Target="../slideLayouts/slideLayout239.xml"/><Relationship Id="rId13" Type="http://schemas.openxmlformats.org/officeDocument/2006/relationships/slideLayout" Target="../slideLayouts/slideLayout24.xml"/><Relationship Id="rId109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45.xml"/><Relationship Id="rId55" Type="http://schemas.openxmlformats.org/officeDocument/2006/relationships/slideLayout" Target="../slideLayouts/slideLayout66.xml"/><Relationship Id="rId76" Type="http://schemas.openxmlformats.org/officeDocument/2006/relationships/slideLayout" Target="../slideLayouts/slideLayout87.xml"/><Relationship Id="rId97" Type="http://schemas.openxmlformats.org/officeDocument/2006/relationships/slideLayout" Target="../slideLayouts/slideLayout108.xml"/><Relationship Id="rId120" Type="http://schemas.openxmlformats.org/officeDocument/2006/relationships/slideLayout" Target="../slideLayouts/slideLayout131.xml"/><Relationship Id="rId141" Type="http://schemas.openxmlformats.org/officeDocument/2006/relationships/slideLayout" Target="../slideLayouts/slideLayout152.xml"/><Relationship Id="rId7" Type="http://schemas.openxmlformats.org/officeDocument/2006/relationships/slideLayout" Target="../slideLayouts/slideLayout18.xml"/><Relationship Id="rId162" Type="http://schemas.openxmlformats.org/officeDocument/2006/relationships/slideLayout" Target="../slideLayouts/slideLayout173.xml"/><Relationship Id="rId183" Type="http://schemas.openxmlformats.org/officeDocument/2006/relationships/slideLayout" Target="../slideLayouts/slideLayout194.xml"/><Relationship Id="rId218" Type="http://schemas.openxmlformats.org/officeDocument/2006/relationships/slideLayout" Target="../slideLayouts/slideLayout229.xml"/><Relationship Id="rId24" Type="http://schemas.openxmlformats.org/officeDocument/2006/relationships/slideLayout" Target="../slideLayouts/slideLayout35.xml"/><Relationship Id="rId45" Type="http://schemas.openxmlformats.org/officeDocument/2006/relationships/slideLayout" Target="../slideLayouts/slideLayout56.xml"/><Relationship Id="rId66" Type="http://schemas.openxmlformats.org/officeDocument/2006/relationships/slideLayout" Target="../slideLayouts/slideLayout77.xml"/><Relationship Id="rId87" Type="http://schemas.openxmlformats.org/officeDocument/2006/relationships/slideLayout" Target="../slideLayouts/slideLayout98.xml"/><Relationship Id="rId110" Type="http://schemas.openxmlformats.org/officeDocument/2006/relationships/slideLayout" Target="../slideLayouts/slideLayout121.xml"/><Relationship Id="rId131" Type="http://schemas.openxmlformats.org/officeDocument/2006/relationships/slideLayout" Target="../slideLayouts/slideLayout142.xml"/><Relationship Id="rId152" Type="http://schemas.openxmlformats.org/officeDocument/2006/relationships/slideLayout" Target="../slideLayouts/slideLayout163.xml"/><Relationship Id="rId173" Type="http://schemas.openxmlformats.org/officeDocument/2006/relationships/slideLayout" Target="../slideLayouts/slideLayout184.xml"/><Relationship Id="rId194" Type="http://schemas.openxmlformats.org/officeDocument/2006/relationships/slideLayout" Target="../slideLayouts/slideLayout205.xml"/><Relationship Id="rId208" Type="http://schemas.openxmlformats.org/officeDocument/2006/relationships/slideLayout" Target="../slideLayouts/slideLayout219.xml"/><Relationship Id="rId229" Type="http://schemas.openxmlformats.org/officeDocument/2006/relationships/slideLayout" Target="../slideLayouts/slideLayout240.xml"/><Relationship Id="rId14" Type="http://schemas.openxmlformats.org/officeDocument/2006/relationships/slideLayout" Target="../slideLayouts/slideLayout25.xml"/><Relationship Id="rId35" Type="http://schemas.openxmlformats.org/officeDocument/2006/relationships/slideLayout" Target="../slideLayouts/slideLayout46.xml"/><Relationship Id="rId56" Type="http://schemas.openxmlformats.org/officeDocument/2006/relationships/slideLayout" Target="../slideLayouts/slideLayout67.xml"/><Relationship Id="rId77" Type="http://schemas.openxmlformats.org/officeDocument/2006/relationships/slideLayout" Target="../slideLayouts/slideLayout88.xml"/><Relationship Id="rId10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9.xml"/><Relationship Id="rId98" Type="http://schemas.openxmlformats.org/officeDocument/2006/relationships/slideLayout" Target="../slideLayouts/slideLayout109.xml"/><Relationship Id="rId121" Type="http://schemas.openxmlformats.org/officeDocument/2006/relationships/slideLayout" Target="../slideLayouts/slideLayout132.xml"/><Relationship Id="rId142" Type="http://schemas.openxmlformats.org/officeDocument/2006/relationships/slideLayout" Target="../slideLayouts/slideLayout153.xml"/><Relationship Id="rId163" Type="http://schemas.openxmlformats.org/officeDocument/2006/relationships/slideLayout" Target="../slideLayouts/slideLayout174.xml"/><Relationship Id="rId184" Type="http://schemas.openxmlformats.org/officeDocument/2006/relationships/slideLayout" Target="../slideLayouts/slideLayout195.xml"/><Relationship Id="rId219" Type="http://schemas.openxmlformats.org/officeDocument/2006/relationships/slideLayout" Target="../slideLayouts/slideLayout230.xml"/><Relationship Id="rId230" Type="http://schemas.openxmlformats.org/officeDocument/2006/relationships/theme" Target="../theme/theme2.xml"/><Relationship Id="rId25" Type="http://schemas.openxmlformats.org/officeDocument/2006/relationships/slideLayout" Target="../slideLayouts/slideLayout36.xml"/><Relationship Id="rId46" Type="http://schemas.openxmlformats.org/officeDocument/2006/relationships/slideLayout" Target="../slideLayouts/slideLayout57.xml"/><Relationship Id="rId67" Type="http://schemas.openxmlformats.org/officeDocument/2006/relationships/slideLayout" Target="../slideLayouts/slideLayout78.xml"/><Relationship Id="rId116" Type="http://schemas.openxmlformats.org/officeDocument/2006/relationships/slideLayout" Target="../slideLayouts/slideLayout127.xml"/><Relationship Id="rId137" Type="http://schemas.openxmlformats.org/officeDocument/2006/relationships/slideLayout" Target="../slideLayouts/slideLayout148.xml"/><Relationship Id="rId158" Type="http://schemas.openxmlformats.org/officeDocument/2006/relationships/slideLayout" Target="../slideLayouts/slideLayout169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62" Type="http://schemas.openxmlformats.org/officeDocument/2006/relationships/slideLayout" Target="../slideLayouts/slideLayout73.xml"/><Relationship Id="rId83" Type="http://schemas.openxmlformats.org/officeDocument/2006/relationships/slideLayout" Target="../slideLayouts/slideLayout94.xml"/><Relationship Id="rId88" Type="http://schemas.openxmlformats.org/officeDocument/2006/relationships/slideLayout" Target="../slideLayouts/slideLayout99.xml"/><Relationship Id="rId111" Type="http://schemas.openxmlformats.org/officeDocument/2006/relationships/slideLayout" Target="../slideLayouts/slideLayout122.xml"/><Relationship Id="rId132" Type="http://schemas.openxmlformats.org/officeDocument/2006/relationships/slideLayout" Target="../slideLayouts/slideLayout143.xml"/><Relationship Id="rId153" Type="http://schemas.openxmlformats.org/officeDocument/2006/relationships/slideLayout" Target="../slideLayouts/slideLayout164.xml"/><Relationship Id="rId174" Type="http://schemas.openxmlformats.org/officeDocument/2006/relationships/slideLayout" Target="../slideLayouts/slideLayout185.xml"/><Relationship Id="rId179" Type="http://schemas.openxmlformats.org/officeDocument/2006/relationships/slideLayout" Target="../slideLayouts/slideLayout190.xml"/><Relationship Id="rId195" Type="http://schemas.openxmlformats.org/officeDocument/2006/relationships/slideLayout" Target="../slideLayouts/slideLayout206.xml"/><Relationship Id="rId209" Type="http://schemas.openxmlformats.org/officeDocument/2006/relationships/slideLayout" Target="../slideLayouts/slideLayout220.xml"/><Relationship Id="rId190" Type="http://schemas.openxmlformats.org/officeDocument/2006/relationships/slideLayout" Target="../slideLayouts/slideLayout201.xml"/><Relationship Id="rId204" Type="http://schemas.openxmlformats.org/officeDocument/2006/relationships/slideLayout" Target="../slideLayouts/slideLayout215.xml"/><Relationship Id="rId220" Type="http://schemas.openxmlformats.org/officeDocument/2006/relationships/slideLayout" Target="../slideLayouts/slideLayout231.xml"/><Relationship Id="rId225" Type="http://schemas.openxmlformats.org/officeDocument/2006/relationships/slideLayout" Target="../slideLayouts/slideLayout236.xml"/><Relationship Id="rId15" Type="http://schemas.openxmlformats.org/officeDocument/2006/relationships/slideLayout" Target="../slideLayouts/slideLayout26.xml"/><Relationship Id="rId36" Type="http://schemas.openxmlformats.org/officeDocument/2006/relationships/slideLayout" Target="../slideLayouts/slideLayout47.xml"/><Relationship Id="rId57" Type="http://schemas.openxmlformats.org/officeDocument/2006/relationships/slideLayout" Target="../slideLayouts/slideLayout68.xml"/><Relationship Id="rId106" Type="http://schemas.openxmlformats.org/officeDocument/2006/relationships/slideLayout" Target="../slideLayouts/slideLayout117.xml"/><Relationship Id="rId127" Type="http://schemas.openxmlformats.org/officeDocument/2006/relationships/slideLayout" Target="../slideLayouts/slideLayout138.xml"/><Relationship Id="rId10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42.xml"/><Relationship Id="rId52" Type="http://schemas.openxmlformats.org/officeDocument/2006/relationships/slideLayout" Target="../slideLayouts/slideLayout63.xml"/><Relationship Id="rId73" Type="http://schemas.openxmlformats.org/officeDocument/2006/relationships/slideLayout" Target="../slideLayouts/slideLayout84.xml"/><Relationship Id="rId78" Type="http://schemas.openxmlformats.org/officeDocument/2006/relationships/slideLayout" Target="../slideLayouts/slideLayout89.xml"/><Relationship Id="rId94" Type="http://schemas.openxmlformats.org/officeDocument/2006/relationships/slideLayout" Target="../slideLayouts/slideLayout105.xml"/><Relationship Id="rId99" Type="http://schemas.openxmlformats.org/officeDocument/2006/relationships/slideLayout" Target="../slideLayouts/slideLayout110.xml"/><Relationship Id="rId101" Type="http://schemas.openxmlformats.org/officeDocument/2006/relationships/slideLayout" Target="../slideLayouts/slideLayout112.xml"/><Relationship Id="rId122" Type="http://schemas.openxmlformats.org/officeDocument/2006/relationships/slideLayout" Target="../slideLayouts/slideLayout133.xml"/><Relationship Id="rId143" Type="http://schemas.openxmlformats.org/officeDocument/2006/relationships/slideLayout" Target="../slideLayouts/slideLayout154.xml"/><Relationship Id="rId148" Type="http://schemas.openxmlformats.org/officeDocument/2006/relationships/slideLayout" Target="../slideLayouts/slideLayout159.xml"/><Relationship Id="rId164" Type="http://schemas.openxmlformats.org/officeDocument/2006/relationships/slideLayout" Target="../slideLayouts/slideLayout175.xml"/><Relationship Id="rId169" Type="http://schemas.openxmlformats.org/officeDocument/2006/relationships/slideLayout" Target="../slideLayouts/slideLayout180.xml"/><Relationship Id="rId185" Type="http://schemas.openxmlformats.org/officeDocument/2006/relationships/slideLayout" Target="../slideLayouts/slideLayout196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80" Type="http://schemas.openxmlformats.org/officeDocument/2006/relationships/slideLayout" Target="../slideLayouts/slideLayout191.xml"/><Relationship Id="rId210" Type="http://schemas.openxmlformats.org/officeDocument/2006/relationships/slideLayout" Target="../slideLayouts/slideLayout221.xml"/><Relationship Id="rId215" Type="http://schemas.openxmlformats.org/officeDocument/2006/relationships/slideLayout" Target="../slideLayouts/slideLayout226.xml"/><Relationship Id="rId26" Type="http://schemas.openxmlformats.org/officeDocument/2006/relationships/slideLayout" Target="../slideLayouts/slideLayout37.xml"/><Relationship Id="rId47" Type="http://schemas.openxmlformats.org/officeDocument/2006/relationships/slideLayout" Target="../slideLayouts/slideLayout58.xml"/><Relationship Id="rId68" Type="http://schemas.openxmlformats.org/officeDocument/2006/relationships/slideLayout" Target="../slideLayouts/slideLayout79.xml"/><Relationship Id="rId89" Type="http://schemas.openxmlformats.org/officeDocument/2006/relationships/slideLayout" Target="../slideLayouts/slideLayout100.xml"/><Relationship Id="rId112" Type="http://schemas.openxmlformats.org/officeDocument/2006/relationships/slideLayout" Target="../slideLayouts/slideLayout123.xml"/><Relationship Id="rId133" Type="http://schemas.openxmlformats.org/officeDocument/2006/relationships/slideLayout" Target="../slideLayouts/slideLayout144.xml"/><Relationship Id="rId154" Type="http://schemas.openxmlformats.org/officeDocument/2006/relationships/slideLayout" Target="../slideLayouts/slideLayout165.xml"/><Relationship Id="rId175" Type="http://schemas.openxmlformats.org/officeDocument/2006/relationships/slideLayout" Target="../slideLayouts/slideLayout186.xml"/><Relationship Id="rId196" Type="http://schemas.openxmlformats.org/officeDocument/2006/relationships/slideLayout" Target="../slideLayouts/slideLayout207.xml"/><Relationship Id="rId200" Type="http://schemas.openxmlformats.org/officeDocument/2006/relationships/slideLayout" Target="../slideLayouts/slideLayout211.xml"/><Relationship Id="rId16" Type="http://schemas.openxmlformats.org/officeDocument/2006/relationships/slideLayout" Target="../slideLayouts/slideLayout27.xml"/><Relationship Id="rId221" Type="http://schemas.openxmlformats.org/officeDocument/2006/relationships/slideLayout" Target="../slideLayouts/slideLayout232.xml"/><Relationship Id="rId37" Type="http://schemas.openxmlformats.org/officeDocument/2006/relationships/slideLayout" Target="../slideLayouts/slideLayout48.xml"/><Relationship Id="rId58" Type="http://schemas.openxmlformats.org/officeDocument/2006/relationships/slideLayout" Target="../slideLayouts/slideLayout69.xml"/><Relationship Id="rId79" Type="http://schemas.openxmlformats.org/officeDocument/2006/relationships/slideLayout" Target="../slideLayouts/slideLayout90.xml"/><Relationship Id="rId102" Type="http://schemas.openxmlformats.org/officeDocument/2006/relationships/slideLayout" Target="../slideLayouts/slideLayout113.xml"/><Relationship Id="rId123" Type="http://schemas.openxmlformats.org/officeDocument/2006/relationships/slideLayout" Target="../slideLayouts/slideLayout134.xml"/><Relationship Id="rId144" Type="http://schemas.openxmlformats.org/officeDocument/2006/relationships/slideLayout" Target="../slideLayouts/slideLayout155.xml"/><Relationship Id="rId90" Type="http://schemas.openxmlformats.org/officeDocument/2006/relationships/slideLayout" Target="../slideLayouts/slideLayout101.xml"/><Relationship Id="rId165" Type="http://schemas.openxmlformats.org/officeDocument/2006/relationships/slideLayout" Target="../slideLayouts/slideLayout176.xml"/><Relationship Id="rId186" Type="http://schemas.openxmlformats.org/officeDocument/2006/relationships/slideLayout" Target="../slideLayouts/slideLayout197.xml"/><Relationship Id="rId211" Type="http://schemas.openxmlformats.org/officeDocument/2006/relationships/slideLayout" Target="../slideLayouts/slideLayout222.xml"/><Relationship Id="rId27" Type="http://schemas.openxmlformats.org/officeDocument/2006/relationships/slideLayout" Target="../slideLayouts/slideLayout38.xml"/><Relationship Id="rId48" Type="http://schemas.openxmlformats.org/officeDocument/2006/relationships/slideLayout" Target="../slideLayouts/slideLayout59.xml"/><Relationship Id="rId69" Type="http://schemas.openxmlformats.org/officeDocument/2006/relationships/slideLayout" Target="../slideLayouts/slideLayout80.xml"/><Relationship Id="rId113" Type="http://schemas.openxmlformats.org/officeDocument/2006/relationships/slideLayout" Target="../slideLayouts/slideLayout124.xml"/><Relationship Id="rId134" Type="http://schemas.openxmlformats.org/officeDocument/2006/relationships/slideLayout" Target="../slideLayouts/slideLayout145.xml"/><Relationship Id="rId80" Type="http://schemas.openxmlformats.org/officeDocument/2006/relationships/slideLayout" Target="../slideLayouts/slideLayout91.xml"/><Relationship Id="rId155" Type="http://schemas.openxmlformats.org/officeDocument/2006/relationships/slideLayout" Target="../slideLayouts/slideLayout166.xml"/><Relationship Id="rId176" Type="http://schemas.openxmlformats.org/officeDocument/2006/relationships/slideLayout" Target="../slideLayouts/slideLayout187.xml"/><Relationship Id="rId197" Type="http://schemas.openxmlformats.org/officeDocument/2006/relationships/slideLayout" Target="../slideLayouts/slideLayout208.xml"/><Relationship Id="rId201" Type="http://schemas.openxmlformats.org/officeDocument/2006/relationships/slideLayout" Target="../slideLayouts/slideLayout212.xml"/><Relationship Id="rId222" Type="http://schemas.openxmlformats.org/officeDocument/2006/relationships/slideLayout" Target="../slideLayouts/slideLayout233.xml"/><Relationship Id="rId17" Type="http://schemas.openxmlformats.org/officeDocument/2006/relationships/slideLayout" Target="../slideLayouts/slideLayout28.xml"/><Relationship Id="rId38" Type="http://schemas.openxmlformats.org/officeDocument/2006/relationships/slideLayout" Target="../slideLayouts/slideLayout49.xml"/><Relationship Id="rId59" Type="http://schemas.openxmlformats.org/officeDocument/2006/relationships/slideLayout" Target="../slideLayouts/slideLayout70.xml"/><Relationship Id="rId103" Type="http://schemas.openxmlformats.org/officeDocument/2006/relationships/slideLayout" Target="../slideLayouts/slideLayout114.xml"/><Relationship Id="rId124" Type="http://schemas.openxmlformats.org/officeDocument/2006/relationships/slideLayout" Target="../slideLayouts/slideLayout135.xml"/><Relationship Id="rId70" Type="http://schemas.openxmlformats.org/officeDocument/2006/relationships/slideLayout" Target="../slideLayouts/slideLayout81.xml"/><Relationship Id="rId91" Type="http://schemas.openxmlformats.org/officeDocument/2006/relationships/slideLayout" Target="../slideLayouts/slideLayout102.xml"/><Relationship Id="rId145" Type="http://schemas.openxmlformats.org/officeDocument/2006/relationships/slideLayout" Target="../slideLayouts/slideLayout156.xml"/><Relationship Id="rId166" Type="http://schemas.openxmlformats.org/officeDocument/2006/relationships/slideLayout" Target="../slideLayouts/slideLayout177.xml"/><Relationship Id="rId187" Type="http://schemas.openxmlformats.org/officeDocument/2006/relationships/slideLayout" Target="../slideLayouts/slideLayout198.xml"/><Relationship Id="rId1" Type="http://schemas.openxmlformats.org/officeDocument/2006/relationships/slideLayout" Target="../slideLayouts/slideLayout12.xml"/><Relationship Id="rId212" Type="http://schemas.openxmlformats.org/officeDocument/2006/relationships/slideLayout" Target="../slideLayouts/slideLayout223.xml"/><Relationship Id="rId28" Type="http://schemas.openxmlformats.org/officeDocument/2006/relationships/slideLayout" Target="../slideLayouts/slideLayout39.xml"/><Relationship Id="rId49" Type="http://schemas.openxmlformats.org/officeDocument/2006/relationships/slideLayout" Target="../slideLayouts/slideLayout60.xml"/><Relationship Id="rId114" Type="http://schemas.openxmlformats.org/officeDocument/2006/relationships/slideLayout" Target="../slideLayouts/slideLayout125.xml"/><Relationship Id="rId60" Type="http://schemas.openxmlformats.org/officeDocument/2006/relationships/slideLayout" Target="../slideLayouts/slideLayout71.xml"/><Relationship Id="rId81" Type="http://schemas.openxmlformats.org/officeDocument/2006/relationships/slideLayout" Target="../slideLayouts/slideLayout92.xml"/><Relationship Id="rId135" Type="http://schemas.openxmlformats.org/officeDocument/2006/relationships/slideLayout" Target="../slideLayouts/slideLayout146.xml"/><Relationship Id="rId156" Type="http://schemas.openxmlformats.org/officeDocument/2006/relationships/slideLayout" Target="../slideLayouts/slideLayout167.xml"/><Relationship Id="rId177" Type="http://schemas.openxmlformats.org/officeDocument/2006/relationships/slideLayout" Target="../slideLayouts/slideLayout188.xml"/><Relationship Id="rId198" Type="http://schemas.openxmlformats.org/officeDocument/2006/relationships/slideLayout" Target="../slideLayouts/slideLayout209.xml"/><Relationship Id="rId202" Type="http://schemas.openxmlformats.org/officeDocument/2006/relationships/slideLayout" Target="../slideLayouts/slideLayout213.xml"/><Relationship Id="rId223" Type="http://schemas.openxmlformats.org/officeDocument/2006/relationships/slideLayout" Target="../slideLayouts/slideLayout234.xml"/><Relationship Id="rId18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61.xml"/><Relationship Id="rId104" Type="http://schemas.openxmlformats.org/officeDocument/2006/relationships/slideLayout" Target="../slideLayouts/slideLayout115.xml"/><Relationship Id="rId125" Type="http://schemas.openxmlformats.org/officeDocument/2006/relationships/slideLayout" Target="../slideLayouts/slideLayout136.xml"/><Relationship Id="rId146" Type="http://schemas.openxmlformats.org/officeDocument/2006/relationships/slideLayout" Target="../slideLayouts/slideLayout157.xml"/><Relationship Id="rId167" Type="http://schemas.openxmlformats.org/officeDocument/2006/relationships/slideLayout" Target="../slideLayouts/slideLayout178.xml"/><Relationship Id="rId188" Type="http://schemas.openxmlformats.org/officeDocument/2006/relationships/slideLayout" Target="../slideLayouts/slideLayout199.xml"/><Relationship Id="rId71" Type="http://schemas.openxmlformats.org/officeDocument/2006/relationships/slideLayout" Target="../slideLayouts/slideLayout82.xml"/><Relationship Id="rId92" Type="http://schemas.openxmlformats.org/officeDocument/2006/relationships/slideLayout" Target="../slideLayouts/slideLayout103.xml"/><Relationship Id="rId213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51.xml"/><Relationship Id="rId115" Type="http://schemas.openxmlformats.org/officeDocument/2006/relationships/slideLayout" Target="../slideLayouts/slideLayout126.xml"/><Relationship Id="rId136" Type="http://schemas.openxmlformats.org/officeDocument/2006/relationships/slideLayout" Target="../slideLayouts/slideLayout147.xml"/><Relationship Id="rId157" Type="http://schemas.openxmlformats.org/officeDocument/2006/relationships/slideLayout" Target="../slideLayouts/slideLayout168.xml"/><Relationship Id="rId178" Type="http://schemas.openxmlformats.org/officeDocument/2006/relationships/slideLayout" Target="../slideLayouts/slideLayout189.xml"/><Relationship Id="rId61" Type="http://schemas.openxmlformats.org/officeDocument/2006/relationships/slideLayout" Target="../slideLayouts/slideLayout72.xml"/><Relationship Id="rId82" Type="http://schemas.openxmlformats.org/officeDocument/2006/relationships/slideLayout" Target="../slideLayouts/slideLayout93.xml"/><Relationship Id="rId199" Type="http://schemas.openxmlformats.org/officeDocument/2006/relationships/slideLayout" Target="../slideLayouts/slideLayout210.xml"/><Relationship Id="rId203" Type="http://schemas.openxmlformats.org/officeDocument/2006/relationships/slideLayout" Target="../slideLayouts/slideLayout214.xml"/><Relationship Id="rId19" Type="http://schemas.openxmlformats.org/officeDocument/2006/relationships/slideLayout" Target="../slideLayouts/slideLayout30.xml"/><Relationship Id="rId224" Type="http://schemas.openxmlformats.org/officeDocument/2006/relationships/slideLayout" Target="../slideLayouts/slideLayout235.xml"/><Relationship Id="rId30" Type="http://schemas.openxmlformats.org/officeDocument/2006/relationships/slideLayout" Target="../slideLayouts/slideLayout41.xml"/><Relationship Id="rId105" Type="http://schemas.openxmlformats.org/officeDocument/2006/relationships/slideLayout" Target="../slideLayouts/slideLayout116.xml"/><Relationship Id="rId126" Type="http://schemas.openxmlformats.org/officeDocument/2006/relationships/slideLayout" Target="../slideLayouts/slideLayout137.xml"/><Relationship Id="rId147" Type="http://schemas.openxmlformats.org/officeDocument/2006/relationships/slideLayout" Target="../slideLayouts/slideLayout158.xml"/><Relationship Id="rId168" Type="http://schemas.openxmlformats.org/officeDocument/2006/relationships/slideLayout" Target="../slideLayouts/slideLayout179.xml"/><Relationship Id="rId51" Type="http://schemas.openxmlformats.org/officeDocument/2006/relationships/slideLayout" Target="../slideLayouts/slideLayout62.xml"/><Relationship Id="rId72" Type="http://schemas.openxmlformats.org/officeDocument/2006/relationships/slideLayout" Target="../slideLayouts/slideLayout83.xml"/><Relationship Id="rId93" Type="http://schemas.openxmlformats.org/officeDocument/2006/relationships/slideLayout" Target="../slideLayouts/slideLayout104.xml"/><Relationship Id="rId189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4.xml"/><Relationship Id="rId214" Type="http://schemas.openxmlformats.org/officeDocument/2006/relationships/slideLayout" Target="../slideLayouts/slideLayout2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0AB37B2-887F-C28A-D5EA-07D9F522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9C396A-8578-1F7D-1D48-2135F4BAE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445ACD-7500-4EA9-2A1D-EACE7954D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0B621-2689-4823-B45E-00296AC82671}" type="datetimeFigureOut">
              <a:rPr lang="de-DE" smtClean="0"/>
              <a:t>15.09.2023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AF1246-3B79-659D-117B-3E3DD382F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970FC-595C-5682-2A22-2539C5292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339538-1995-4620-A762-F33CDF4C100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8027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86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7" r:id="rId106"/>
    <p:sldLayoutId id="2147483768" r:id="rId107"/>
    <p:sldLayoutId id="2147483769" r:id="rId108"/>
    <p:sldLayoutId id="2147483770" r:id="rId109"/>
    <p:sldLayoutId id="2147483771" r:id="rId110"/>
    <p:sldLayoutId id="2147483772" r:id="rId111"/>
    <p:sldLayoutId id="2147483773" r:id="rId112"/>
    <p:sldLayoutId id="2147483774" r:id="rId113"/>
    <p:sldLayoutId id="2147483775" r:id="rId114"/>
    <p:sldLayoutId id="2147483776" r:id="rId115"/>
    <p:sldLayoutId id="2147483777" r:id="rId116"/>
    <p:sldLayoutId id="2147483778" r:id="rId117"/>
    <p:sldLayoutId id="2147483779" r:id="rId118"/>
    <p:sldLayoutId id="2147483780" r:id="rId119"/>
    <p:sldLayoutId id="2147483781" r:id="rId120"/>
    <p:sldLayoutId id="2147483782" r:id="rId121"/>
    <p:sldLayoutId id="2147483783" r:id="rId122"/>
    <p:sldLayoutId id="2147483784" r:id="rId123"/>
    <p:sldLayoutId id="2147483785" r:id="rId124"/>
    <p:sldLayoutId id="2147483786" r:id="rId125"/>
    <p:sldLayoutId id="2147483787" r:id="rId126"/>
    <p:sldLayoutId id="2147483788" r:id="rId127"/>
    <p:sldLayoutId id="2147483789" r:id="rId128"/>
    <p:sldLayoutId id="2147483790" r:id="rId129"/>
    <p:sldLayoutId id="2147483791" r:id="rId130"/>
    <p:sldLayoutId id="2147483792" r:id="rId131"/>
    <p:sldLayoutId id="2147483793" r:id="rId132"/>
    <p:sldLayoutId id="2147483794" r:id="rId133"/>
    <p:sldLayoutId id="2147483795" r:id="rId134"/>
    <p:sldLayoutId id="2147483796" r:id="rId135"/>
    <p:sldLayoutId id="2147483797" r:id="rId136"/>
    <p:sldLayoutId id="2147483798" r:id="rId137"/>
    <p:sldLayoutId id="2147483799" r:id="rId138"/>
    <p:sldLayoutId id="2147483800" r:id="rId139"/>
    <p:sldLayoutId id="2147483801" r:id="rId140"/>
    <p:sldLayoutId id="2147483802" r:id="rId141"/>
    <p:sldLayoutId id="2147483803" r:id="rId142"/>
    <p:sldLayoutId id="2147483804" r:id="rId143"/>
    <p:sldLayoutId id="2147483805" r:id="rId144"/>
    <p:sldLayoutId id="2147483806" r:id="rId145"/>
    <p:sldLayoutId id="2147483807" r:id="rId146"/>
    <p:sldLayoutId id="2147483808" r:id="rId147"/>
    <p:sldLayoutId id="2147483809" r:id="rId148"/>
    <p:sldLayoutId id="2147483810" r:id="rId149"/>
    <p:sldLayoutId id="2147483811" r:id="rId150"/>
    <p:sldLayoutId id="2147483812" r:id="rId151"/>
    <p:sldLayoutId id="2147483813" r:id="rId152"/>
    <p:sldLayoutId id="2147483814" r:id="rId153"/>
    <p:sldLayoutId id="2147483815" r:id="rId154"/>
    <p:sldLayoutId id="2147483816" r:id="rId155"/>
    <p:sldLayoutId id="2147483817" r:id="rId156"/>
    <p:sldLayoutId id="2147483818" r:id="rId157"/>
    <p:sldLayoutId id="2147483819" r:id="rId158"/>
    <p:sldLayoutId id="2147483820" r:id="rId159"/>
    <p:sldLayoutId id="2147483821" r:id="rId160"/>
    <p:sldLayoutId id="2147483822" r:id="rId161"/>
    <p:sldLayoutId id="2147483823" r:id="rId162"/>
    <p:sldLayoutId id="2147483824" r:id="rId163"/>
    <p:sldLayoutId id="2147483825" r:id="rId164"/>
    <p:sldLayoutId id="2147483826" r:id="rId165"/>
    <p:sldLayoutId id="2147483827" r:id="rId166"/>
    <p:sldLayoutId id="2147483828" r:id="rId167"/>
    <p:sldLayoutId id="2147483829" r:id="rId168"/>
    <p:sldLayoutId id="2147483830" r:id="rId169"/>
    <p:sldLayoutId id="2147483831" r:id="rId170"/>
    <p:sldLayoutId id="2147483832" r:id="rId171"/>
    <p:sldLayoutId id="2147483833" r:id="rId172"/>
    <p:sldLayoutId id="2147483834" r:id="rId173"/>
    <p:sldLayoutId id="2147483835" r:id="rId174"/>
    <p:sldLayoutId id="2147483836" r:id="rId175"/>
    <p:sldLayoutId id="2147483837" r:id="rId176"/>
    <p:sldLayoutId id="2147483838" r:id="rId177"/>
    <p:sldLayoutId id="2147483839" r:id="rId178"/>
    <p:sldLayoutId id="2147483840" r:id="rId179"/>
    <p:sldLayoutId id="2147483841" r:id="rId180"/>
    <p:sldLayoutId id="2147483842" r:id="rId181"/>
    <p:sldLayoutId id="2147483843" r:id="rId182"/>
    <p:sldLayoutId id="2147483844" r:id="rId183"/>
    <p:sldLayoutId id="2147483845" r:id="rId184"/>
    <p:sldLayoutId id="2147483846" r:id="rId185"/>
    <p:sldLayoutId id="2147483847" r:id="rId186"/>
    <p:sldLayoutId id="2147483848" r:id="rId187"/>
    <p:sldLayoutId id="2147483849" r:id="rId188"/>
    <p:sldLayoutId id="2147483850" r:id="rId189"/>
    <p:sldLayoutId id="2147483851" r:id="rId190"/>
    <p:sldLayoutId id="2147483852" r:id="rId191"/>
    <p:sldLayoutId id="2147483853" r:id="rId192"/>
    <p:sldLayoutId id="2147483854" r:id="rId193"/>
    <p:sldLayoutId id="2147483855" r:id="rId194"/>
    <p:sldLayoutId id="2147483856" r:id="rId195"/>
    <p:sldLayoutId id="2147483857" r:id="rId196"/>
    <p:sldLayoutId id="2147483858" r:id="rId197"/>
    <p:sldLayoutId id="2147483859" r:id="rId198"/>
    <p:sldLayoutId id="2147483860" r:id="rId199"/>
    <p:sldLayoutId id="2147483861" r:id="rId200"/>
    <p:sldLayoutId id="2147483862" r:id="rId201"/>
    <p:sldLayoutId id="2147483863" r:id="rId202"/>
    <p:sldLayoutId id="2147483864" r:id="rId203"/>
    <p:sldLayoutId id="2147483865" r:id="rId204"/>
    <p:sldLayoutId id="2147483866" r:id="rId205"/>
    <p:sldLayoutId id="2147483867" r:id="rId206"/>
    <p:sldLayoutId id="2147483868" r:id="rId207"/>
    <p:sldLayoutId id="2147483869" r:id="rId208"/>
    <p:sldLayoutId id="2147483870" r:id="rId209"/>
    <p:sldLayoutId id="2147483871" r:id="rId210"/>
    <p:sldLayoutId id="2147483872" r:id="rId211"/>
    <p:sldLayoutId id="2147483873" r:id="rId212"/>
    <p:sldLayoutId id="2147483874" r:id="rId213"/>
    <p:sldLayoutId id="2147483875" r:id="rId214"/>
    <p:sldLayoutId id="2147483876" r:id="rId215"/>
    <p:sldLayoutId id="2147483877" r:id="rId216"/>
    <p:sldLayoutId id="2147483878" r:id="rId217"/>
    <p:sldLayoutId id="2147483879" r:id="rId218"/>
    <p:sldLayoutId id="2147483880" r:id="rId219"/>
    <p:sldLayoutId id="2147483881" r:id="rId220"/>
    <p:sldLayoutId id="2147483882" r:id="rId221"/>
    <p:sldLayoutId id="2147483883" r:id="rId222"/>
    <p:sldLayoutId id="2147483884" r:id="rId223"/>
    <p:sldLayoutId id="2147483885" r:id="rId224"/>
    <p:sldLayoutId id="2147483886" r:id="rId225"/>
    <p:sldLayoutId id="2147483887" r:id="rId226"/>
    <p:sldLayoutId id="2147483888" r:id="rId227"/>
    <p:sldLayoutId id="2147483889" r:id="rId228"/>
    <p:sldLayoutId id="2147483890" r:id="rId229"/>
  </p:sldLayoutIdLst>
  <mc:AlternateContent xmlns:mc="http://schemas.openxmlformats.org/markup-compatibility/2006" xmlns:p14="http://schemas.microsoft.com/office/powerpoint/2010/main">
    <mc:Choice Requires="p14">
      <p:transition spd="slow" p14:dur="1750">
        <p14:flip dir="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4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ED21F8C7-12E0-4CE2-B2B4-3DEE3BB47035}"/>
              </a:ext>
            </a:extLst>
          </p:cNvPr>
          <p:cNvSpPr txBox="1"/>
          <p:nvPr/>
        </p:nvSpPr>
        <p:spPr>
          <a:xfrm>
            <a:off x="1680088" y="3590535"/>
            <a:ext cx="5612248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Was sind </a:t>
            </a:r>
            <a:r>
              <a:rPr kumimoji="0" lang="de-DE" sz="1867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Trees</a:t>
            </a:r>
            <a:r>
              <a:rPr kumimoji="0" lang="de-DE" sz="1867" b="0" i="0" u="none" strike="noStrike" kern="1200" cap="none" spc="0" normalizeH="0" baseline="0" noProof="0" dirty="0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, Historien </a:t>
            </a:r>
            <a:r>
              <a:rPr kumimoji="0" lang="de-DE" sz="1867" b="0" i="0" u="none" strike="noStrike" kern="1200" cap="none" spc="0" normalizeH="0" baseline="0" noProof="0" dirty="0" err="1">
                <a:ln>
                  <a:noFill/>
                </a:ln>
                <a:solidFill>
                  <a:srgbClr val="B6B6BD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un</a:t>
            </a:r>
            <a:r>
              <a:rPr lang="de-DE" sz="1867" dirty="0">
                <a:solidFill>
                  <a:srgbClr val="B6B6BD"/>
                </a:solidFill>
                <a:latin typeface="Source Sans Pro"/>
              </a:rPr>
              <a:t>d wie arbeiten wir mit diesen</a:t>
            </a:r>
            <a:endParaRPr kumimoji="0" lang="de-DE" sz="1867" b="0" i="0" u="none" strike="noStrike" kern="1200" cap="none" spc="0" normalizeH="0" baseline="0" noProof="0" dirty="0">
              <a:ln>
                <a:noFill/>
              </a:ln>
              <a:solidFill>
                <a:srgbClr val="B6B6BD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D57414-E1D7-4B68-AE57-2C22A4B1A300}"/>
              </a:ext>
            </a:extLst>
          </p:cNvPr>
          <p:cNvSpPr txBox="1"/>
          <p:nvPr/>
        </p:nvSpPr>
        <p:spPr>
          <a:xfrm>
            <a:off x="397566" y="2323093"/>
            <a:ext cx="6894770" cy="1118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333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/>
                <a:ea typeface="Roboto Black" panose="02000000000000000000" pitchFamily="2" charset="0"/>
                <a:cs typeface="+mn-cs"/>
              </a:rPr>
              <a:t>GIT für Entwickler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Bebas Neue" panose="020B0606020202050201" pitchFamily="34" charset="0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5334" b="0" i="0" u="none" strike="noStrike" kern="1200" cap="none" spc="0" normalizeH="0" baseline="0" noProof="0" dirty="0" err="1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Trees</a:t>
            </a:r>
            <a:r>
              <a:rPr kumimoji="0" lang="de-DE" sz="5334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50000">
                      <a:srgbClr val="FF5355"/>
                    </a:gs>
                    <a:gs pos="100000">
                      <a:srgbClr val="CE59C4"/>
                    </a:gs>
                    <a:gs pos="1000">
                      <a:srgbClr val="FFC955"/>
                    </a:gs>
                  </a:gsLst>
                  <a:lin ang="8100000" scaled="0"/>
                </a:gra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 zurücksetzen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B051B-E820-4754-9C07-E245C0DA7850}"/>
              </a:ext>
            </a:extLst>
          </p:cNvPr>
          <p:cNvSpPr txBox="1"/>
          <p:nvPr/>
        </p:nvSpPr>
        <p:spPr>
          <a:xfrm>
            <a:off x="609600" y="6076279"/>
            <a:ext cx="2641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1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+mn-ea"/>
                <a:cs typeface="+mn-cs"/>
              </a:rPr>
              <a:t>© 2023 Ben Coepp Publishing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DBB7B-0480-4D69-AB1A-CBC77C7904BB}"/>
              </a:ext>
            </a:extLst>
          </p:cNvPr>
          <p:cNvSpPr txBox="1"/>
          <p:nvPr/>
        </p:nvSpPr>
        <p:spPr>
          <a:xfrm>
            <a:off x="609600" y="4082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8B2DFD-0BD6-4013-8B00-B7D217A68CD6}"/>
              </a:ext>
            </a:extLst>
          </p:cNvPr>
          <p:cNvCxnSpPr>
            <a:cxnSpLocks/>
          </p:cNvCxnSpPr>
          <p:nvPr/>
        </p:nvCxnSpPr>
        <p:spPr>
          <a:xfrm>
            <a:off x="609600" y="6420523"/>
            <a:ext cx="2990490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590D2E-BA9E-4B34-9BC6-3A57DB73BB8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851649" y="-20531"/>
            <a:ext cx="4340351" cy="6858000"/>
          </a:xfrm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3678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10E2F-1ABB-4BD0-A32D-836CC0B8ABB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109083D-E2F8-4D62-88DE-C70082648A7D}"/>
              </a:ext>
            </a:extLst>
          </p:cNvPr>
          <p:cNvSpPr/>
          <p:nvPr/>
        </p:nvSpPr>
        <p:spPr>
          <a:xfrm>
            <a:off x="0" y="0"/>
            <a:ext cx="2895600" cy="6858000"/>
          </a:xfrm>
          <a:custGeom>
            <a:avLst/>
            <a:gdLst>
              <a:gd name="connsiteX0" fmla="*/ 0 w 4343400"/>
              <a:gd name="connsiteY0" fmla="*/ 0 h 10287000"/>
              <a:gd name="connsiteX1" fmla="*/ 4343400 w 4343400"/>
              <a:gd name="connsiteY1" fmla="*/ 0 h 10287000"/>
              <a:gd name="connsiteX2" fmla="*/ 2057400 w 4343400"/>
              <a:gd name="connsiteY2" fmla="*/ 10287000 h 10287000"/>
              <a:gd name="connsiteX3" fmla="*/ 0 w 4343400"/>
              <a:gd name="connsiteY3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43400" h="10287000">
                <a:moveTo>
                  <a:pt x="0" y="0"/>
                </a:moveTo>
                <a:lnTo>
                  <a:pt x="4343400" y="0"/>
                </a:lnTo>
                <a:lnTo>
                  <a:pt x="2057400" y="10287000"/>
                </a:lnTo>
                <a:lnTo>
                  <a:pt x="0" y="10287000"/>
                </a:lnTo>
                <a:close/>
              </a:path>
            </a:pathLst>
          </a:custGeom>
          <a:gradFill>
            <a:gsLst>
              <a:gs pos="100000">
                <a:schemeClr val="accent4"/>
              </a:gs>
              <a:gs pos="0">
                <a:schemeClr val="accent3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E334DF-B59D-46F2-B296-F211CF667F32}"/>
              </a:ext>
            </a:extLst>
          </p:cNvPr>
          <p:cNvSpPr txBox="1"/>
          <p:nvPr/>
        </p:nvSpPr>
        <p:spPr>
          <a:xfrm rot="16200000">
            <a:off x="-2131946" y="2705725"/>
            <a:ext cx="5997715" cy="1446550"/>
          </a:xfrm>
          <a:prstGeom prst="rect">
            <a:avLst/>
          </a:prstGeom>
          <a:noFill/>
          <a:effectLst>
            <a:outerShdw blurRad="63500" sx="102000" sy="102000" algn="ctr" rotWithShape="0">
              <a:schemeClr val="bg1">
                <a:alpha val="40000"/>
              </a:scheme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Trees</a:t>
            </a:r>
            <a:endParaRPr kumimoji="0" lang="de-DE" sz="4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400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Grundlagen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0BF81A-DC00-4BEE-96D1-61632F0B67E4}"/>
              </a:ext>
            </a:extLst>
          </p:cNvPr>
          <p:cNvSpPr txBox="1"/>
          <p:nvPr/>
        </p:nvSpPr>
        <p:spPr>
          <a:xfrm>
            <a:off x="7467600" y="2317018"/>
            <a:ext cx="3810001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04815" marR="0" lvl="0" indent="-304815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 typeface="Montserrat" panose="00000500000000000000" pitchFamily="2" charset="0"/>
              <a:buChar char="#"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Einführung in das </a:t>
            </a:r>
            <a:r>
              <a:rPr kumimoji="0" lang="de-DE" sz="21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Resetting</a:t>
            </a:r>
            <a:endParaRPr kumimoji="0" lang="de-DE" sz="21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FFDCEB-84AF-4EE8-A609-BB926F90B79B}"/>
              </a:ext>
            </a:extLst>
          </p:cNvPr>
          <p:cNvCxnSpPr>
            <a:cxnSpLocks/>
          </p:cNvCxnSpPr>
          <p:nvPr/>
        </p:nvCxnSpPr>
        <p:spPr>
          <a:xfrm>
            <a:off x="5759449" y="5588981"/>
            <a:ext cx="5518151" cy="0"/>
          </a:xfrm>
          <a:prstGeom prst="line">
            <a:avLst/>
          </a:prstGeom>
          <a:ln w="38100" cap="sq">
            <a:solidFill>
              <a:schemeClr val="accent1"/>
            </a:solidFill>
            <a:bevel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18432E4E-F536-4AF0-AA67-DA587EA3E023}"/>
              </a:ext>
            </a:extLst>
          </p:cNvPr>
          <p:cNvSpPr txBox="1"/>
          <p:nvPr/>
        </p:nvSpPr>
        <p:spPr>
          <a:xfrm>
            <a:off x="7213601" y="5054600"/>
            <a:ext cx="406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von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Source Sans Pro Black" panose="020B0803030403020204" pitchFamily="34" charset="0"/>
                <a:cs typeface="+mn-cs"/>
              </a:rPr>
              <a:t> </a:t>
            </a:r>
            <a:r>
              <a:rPr kumimoji="0" lang="de-DE" sz="2133" b="0" i="1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 Cöppicus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8A56C5D-A638-42A1-BC23-1FFA8EAFFCC2}"/>
              </a:ext>
            </a:extLst>
          </p:cNvPr>
          <p:cNvSpPr txBox="1"/>
          <p:nvPr/>
        </p:nvSpPr>
        <p:spPr>
          <a:xfrm>
            <a:off x="6654801" y="5746214"/>
            <a:ext cx="46228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955"/>
              </a:buClr>
              <a:buSzTx/>
              <a:buFontTx/>
              <a:buNone/>
              <a:tabLst/>
              <a:defRPr/>
            </a:pPr>
            <a:r>
              <a:rPr kumimoji="0" lang="de-DE" sz="1333" b="0" i="0" u="none" strike="noStrike" kern="1200" cap="none" spc="0" normalizeH="0" baseline="0" noProof="0" dirty="0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16.08.2023 @ </a:t>
            </a:r>
            <a:r>
              <a:rPr kumimoji="0" lang="de-DE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2F2F5"/>
                </a:solidFill>
                <a:effectLst/>
                <a:uLnTx/>
                <a:uFillTx/>
                <a:latin typeface="Source Sans Pro"/>
                <a:ea typeface="Source Sans Pro Black" panose="020B0803030403020204" pitchFamily="34" charset="0"/>
                <a:cs typeface="+mn-cs"/>
              </a:rPr>
              <a:t>BenCoeppPublishing</a:t>
            </a:r>
            <a:endParaRPr kumimoji="0" lang="de-DE" sz="1333" b="0" i="0" u="none" strike="noStrike" kern="1200" cap="none" spc="0" normalizeH="0" baseline="0" noProof="0" dirty="0">
              <a:ln>
                <a:noFill/>
              </a:ln>
              <a:solidFill>
                <a:srgbClr val="F2F2F5"/>
              </a:solidFill>
              <a:effectLst/>
              <a:uLnTx/>
              <a:uFillTx/>
              <a:latin typeface="Source Sans Pro"/>
              <a:ea typeface="Source Sans Pro Black" panose="020B08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83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C063B-B052-46EF-9487-3AA5A4F296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F02183D-3155-460F-9462-B7782A8A1209}"/>
              </a:ext>
            </a:extLst>
          </p:cNvPr>
          <p:cNvSpPr/>
          <p:nvPr/>
        </p:nvSpPr>
        <p:spPr>
          <a:xfrm>
            <a:off x="4137858" y="0"/>
            <a:ext cx="8054143" cy="6858000"/>
          </a:xfrm>
          <a:custGeom>
            <a:avLst/>
            <a:gdLst>
              <a:gd name="connsiteX0" fmla="*/ 0 w 12081215"/>
              <a:gd name="connsiteY0" fmla="*/ 0 h 10287000"/>
              <a:gd name="connsiteX1" fmla="*/ 12081215 w 12081215"/>
              <a:gd name="connsiteY1" fmla="*/ 0 h 10287000"/>
              <a:gd name="connsiteX2" fmla="*/ 12081215 w 12081215"/>
              <a:gd name="connsiteY2" fmla="*/ 10287000 h 10287000"/>
              <a:gd name="connsiteX3" fmla="*/ 0 w 12081215"/>
              <a:gd name="connsiteY3" fmla="*/ 10287000 h 10287000"/>
              <a:gd name="connsiteX4" fmla="*/ 65386 w 12081215"/>
              <a:gd name="connsiteY4" fmla="*/ 10192852 h 10287000"/>
              <a:gd name="connsiteX5" fmla="*/ 1547093 w 12081215"/>
              <a:gd name="connsiteY5" fmla="*/ 5143500 h 10287000"/>
              <a:gd name="connsiteX6" fmla="*/ 65386 w 12081215"/>
              <a:gd name="connsiteY6" fmla="*/ 94148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1215" h="10287000">
                <a:moveTo>
                  <a:pt x="0" y="0"/>
                </a:moveTo>
                <a:lnTo>
                  <a:pt x="12081215" y="0"/>
                </a:lnTo>
                <a:lnTo>
                  <a:pt x="12081215" y="10287000"/>
                </a:lnTo>
                <a:lnTo>
                  <a:pt x="0" y="10287000"/>
                </a:lnTo>
                <a:lnTo>
                  <a:pt x="65386" y="10192852"/>
                </a:lnTo>
                <a:cubicBezTo>
                  <a:pt x="995993" y="8784821"/>
                  <a:pt x="1547093" y="7036984"/>
                  <a:pt x="1547093" y="5143500"/>
                </a:cubicBezTo>
                <a:cubicBezTo>
                  <a:pt x="1547093" y="3250017"/>
                  <a:pt x="995993" y="1502179"/>
                  <a:pt x="65386" y="94148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3E5A027-7F68-49D0-91B3-936311EC45C2}"/>
              </a:ext>
            </a:extLst>
          </p:cNvPr>
          <p:cNvSpPr txBox="1"/>
          <p:nvPr/>
        </p:nvSpPr>
        <p:spPr>
          <a:xfrm>
            <a:off x="5429526" y="3075057"/>
            <a:ext cx="6762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uk-UA"/>
            </a:defPPr>
            <a:lvl1pPr algn="ctr">
              <a:defRPr sz="16600">
                <a:gradFill>
                  <a:gsLst>
                    <a:gs pos="100000">
                      <a:schemeClr val="accent6"/>
                    </a:gs>
                    <a:gs pos="80000">
                      <a:schemeClr val="accent5"/>
                    </a:gs>
                    <a:gs pos="60000">
                      <a:schemeClr val="accent4"/>
                    </a:gs>
                    <a:gs pos="40000">
                      <a:schemeClr val="accent3"/>
                    </a:gs>
                    <a:gs pos="20000">
                      <a:schemeClr val="accent2"/>
                    </a:gs>
                    <a:gs pos="1000">
                      <a:schemeClr val="accent1"/>
                    </a:gs>
                  </a:gsLst>
                  <a:lin ang="9000000" scaled="0"/>
                </a:gradFill>
                <a:latin typeface="+mj-lt"/>
              </a:defRPr>
            </a:lvl1pPr>
          </a:lstStyle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Einführung in das </a:t>
            </a:r>
            <a:r>
              <a:rPr kumimoji="0" lang="de-DE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Resetting</a:t>
            </a:r>
            <a:endParaRPr kumimoji="0" lang="de-DE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Sans Pro Black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44EC9D-0C25-4EE6-8351-B8DC7C38C514}"/>
              </a:ext>
            </a:extLst>
          </p:cNvPr>
          <p:cNvSpPr txBox="1"/>
          <p:nvPr/>
        </p:nvSpPr>
        <p:spPr>
          <a:xfrm>
            <a:off x="5880100" y="408257"/>
            <a:ext cx="50927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133" b="0" i="0" u="none" strike="noStrike" kern="1200" cap="none" spc="0" normalizeH="0" baseline="0" noProof="0" dirty="0">
                <a:ln>
                  <a:noFill/>
                </a:ln>
                <a:solidFill>
                  <a:srgbClr val="FFC955"/>
                </a:solidFill>
                <a:effectLst/>
                <a:uLnTx/>
                <a:uFillTx/>
                <a:latin typeface="Source Sans Pro Black"/>
                <a:ea typeface="+mn-ea"/>
                <a:cs typeface="+mn-cs"/>
              </a:rPr>
              <a:t>GIT</a:t>
            </a:r>
            <a:endParaRPr kumimoji="0" lang="de-DE" sz="2133" b="1" i="0" u="none" strike="noStrike" kern="1200" cap="none" spc="0" normalizeH="0" baseline="0" noProof="0" dirty="0">
              <a:ln>
                <a:noFill/>
              </a:ln>
              <a:solidFill>
                <a:srgbClr val="FFC955"/>
              </a:solidFill>
              <a:effectLst/>
              <a:uLnTx/>
              <a:uFillTx/>
              <a:latin typeface="Source Sans Pr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44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F1224263-AF2D-36C8-EA06-56D1325BF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83" y="1472956"/>
            <a:ext cx="9490434" cy="391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066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7BC1B95-F0C9-031B-2AC1-CFC596AD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51" y="1705170"/>
            <a:ext cx="9336297" cy="344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835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E0BF00B-9698-105A-541B-3EB1E4004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0" y="1745296"/>
            <a:ext cx="10964859" cy="3367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26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GENARAL LAYOUTS">
  <a:themeElements>
    <a:clrScheme name="VIVID21-00-Default">
      <a:dk1>
        <a:srgbClr val="171C30"/>
      </a:dk1>
      <a:lt1>
        <a:srgbClr val="FFFFFF"/>
      </a:lt1>
      <a:dk2>
        <a:srgbClr val="B6B6BD"/>
      </a:dk2>
      <a:lt2>
        <a:srgbClr val="F2F2F5"/>
      </a:lt2>
      <a:accent1>
        <a:srgbClr val="FFC955"/>
      </a:accent1>
      <a:accent2>
        <a:srgbClr val="FF5355"/>
      </a:accent2>
      <a:accent3>
        <a:srgbClr val="CE59C4"/>
      </a:accent3>
      <a:accent4>
        <a:srgbClr val="8766D0"/>
      </a:accent4>
      <a:accent5>
        <a:srgbClr val="6C9FF4"/>
      </a:accent5>
      <a:accent6>
        <a:srgbClr val="5BC9B0"/>
      </a:accent6>
      <a:hlink>
        <a:srgbClr val="6C9FF4"/>
      </a:hlink>
      <a:folHlink>
        <a:srgbClr val="5BC9B0"/>
      </a:folHlink>
    </a:clrScheme>
    <a:fontScheme name="Source Pro">
      <a:majorFont>
        <a:latin typeface="Source Sans Pro Black"/>
        <a:ea typeface=""/>
        <a:cs typeface=""/>
      </a:majorFont>
      <a:minorFont>
        <a:latin typeface="Source Sans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0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 cap="sq">
          <a:solidFill>
            <a:schemeClr val="accent4"/>
          </a:solidFill>
          <a:bevel/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Bebas Neue</vt:lpstr>
      <vt:lpstr>Calibri</vt:lpstr>
      <vt:lpstr>Calibri Light</vt:lpstr>
      <vt:lpstr>Montserrat</vt:lpstr>
      <vt:lpstr>Source Sans Pro</vt:lpstr>
      <vt:lpstr>Source Sans Pro Black</vt:lpstr>
      <vt:lpstr>Office</vt:lpstr>
      <vt:lpstr>GENARAL LAYOUTS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Ben Cöppicus</dc:creator>
  <cp:lastModifiedBy>Ben Cöppicus</cp:lastModifiedBy>
  <cp:revision>8</cp:revision>
  <dcterms:created xsi:type="dcterms:W3CDTF">2023-08-16T17:32:59Z</dcterms:created>
  <dcterms:modified xsi:type="dcterms:W3CDTF">2023-09-15T11:00:55Z</dcterms:modified>
</cp:coreProperties>
</file>