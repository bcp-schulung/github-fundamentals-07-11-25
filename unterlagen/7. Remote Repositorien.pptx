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4932" r:id="rId3"/>
    <p:sldId id="4687" r:id="rId4"/>
    <p:sldId id="4698" r:id="rId5"/>
    <p:sldId id="434" r:id="rId6"/>
    <p:sldId id="5475" r:id="rId7"/>
    <p:sldId id="3541" r:id="rId8"/>
    <p:sldId id="3542" r:id="rId9"/>
    <p:sldId id="3543" r:id="rId10"/>
    <p:sldId id="3544" r:id="rId11"/>
    <p:sldId id="7897" r:id="rId12"/>
    <p:sldId id="4933" r:id="rId13"/>
    <p:sldId id="789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2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D67D0-B3A0-422A-809E-33027B24FD9B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C1802-8470-428F-977C-9E388E8F3D3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314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Hunderte von Hosts können gemanagte werden, jedoch kann meistens nur </a:t>
            </a:r>
            <a:r>
              <a:rPr lang="de-DE" dirty="0" err="1"/>
              <a:t>ca</a:t>
            </a:r>
            <a:r>
              <a:rPr lang="de-DE" dirty="0"/>
              <a:t> 5 gleichzeitig bearbeitet werden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2B74E-863F-41FF-8AFD-571F49C07FF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532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Hunderte von Hosts können gemanagte werden, jedoch kann meistens nur </a:t>
            </a:r>
            <a:r>
              <a:rPr lang="de-DE" dirty="0" err="1"/>
              <a:t>ca</a:t>
            </a:r>
            <a:r>
              <a:rPr lang="de-DE" dirty="0"/>
              <a:t> 5 gleichzeitig bearbeitet werden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2B74E-863F-41FF-8AFD-571F49C07FF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532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7FD0CD-D6DA-EA62-3DAE-35882B99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C8B52B-0A87-C28B-35D3-A2DFE3A44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8397DA-BDCA-AB1E-09E2-AC3658B5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210B-D734-4469-8EFC-2D7862C92331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597B2D-A18F-A914-AA59-519B457A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52E53E-8EEE-E537-0B58-EB7EAFB90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C617-8B30-4406-920E-779FBCE7D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7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B04B91-F123-CFD4-0BC5-993249AD0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40B78F-9F88-2F89-00C9-7D7A8BC62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87B3B0-8A69-A30A-8B75-729B97B10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210B-D734-4469-8EFC-2D7862C92331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09C7A3-25A3-FD6E-DA40-B3D53F61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5D6CD6-0E38-78A3-2BF3-A8D5E0DA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C617-8B30-4406-920E-779FBCE7D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774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1F3A6E-47DE-59E9-2B91-DFD04465C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C98949-9D96-B2E7-6A73-E8AB37DA7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201EE7-C792-BDED-32F4-D61F581B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210B-D734-4469-8EFC-2D7862C92331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9A6F9A-BFD5-C0B2-3B34-92B68EF0F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5F87EA-1D1A-D8C8-EAE5-AB37C4F3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C617-8B30-4406-920E-779FBCE7D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140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913D52-69D5-4080-8324-A55F257D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B82D5C-A106-03F4-3190-DF08823DA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2AFD9E8-981C-EE0C-EF62-E254A6850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630627-933E-9208-A663-E715CDEE8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210B-D734-4469-8EFC-2D7862C92331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E10B92-1208-1F56-CCF5-BA6DE3A52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D3D693-B944-1D9F-0123-DF29A3E1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C617-8B30-4406-920E-779FBCE7D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8068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15F11-1D5E-9B8A-D408-25C1A7A2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6F984E-BDF6-64E0-F0D1-E8964E0FC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813A3F8-A68A-C27C-2EF8-907F27626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E9DFDE0-1575-C215-8036-EC6C78E56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703758C-8125-23BE-0432-462C30CBB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B57726-5A57-B881-CB93-A58306F10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210B-D734-4469-8EFC-2D7862C92331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2CDAA93-0D25-A2AF-36FA-77A8AADD0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067C337-C696-A7B2-B14E-E377D19A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C617-8B30-4406-920E-779FBCE7D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73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0FFFC-4F33-8EE3-44E7-06EEB205E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9ED83A-95B1-C60E-4403-31B7D6FD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210B-D734-4469-8EFC-2D7862C92331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F0B484-2BEA-76E2-A5BD-F0BF431A3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291B95-EC0B-0C7E-1F21-F1B7300A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C617-8B30-4406-920E-779FBCE7D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7568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7EA997-9366-D3C5-7333-07A5B9ADD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210B-D734-4469-8EFC-2D7862C92331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151F9C8-0C6A-3E91-21AA-BF35A4F2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D446D4-C964-AAD4-F32C-8DBC711E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C617-8B30-4406-920E-779FBCE7D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052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E3F9BF-090B-E143-E1D5-406320B8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3912CC-3C7A-DCBD-8442-D4491DA5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598CD5-F8C8-26C2-82D8-781EC1D3F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83A52F-F922-683B-C2FA-AF376388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210B-D734-4469-8EFC-2D7862C92331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90B20D-66E1-F41E-FFD0-AFBA37EA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A92D98-8416-69CF-0CB4-3F2487A7B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C617-8B30-4406-920E-779FBCE7D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197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203AED-767E-5269-2548-B61E9E841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34A9026-49C8-F89D-6780-1917EAE8D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6ED99F-95E1-FC13-665C-57EA6A5A9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E3C32C-7909-D16D-CEE0-71D9152A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210B-D734-4469-8EFC-2D7862C92331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FCD1DD-0BAA-C49F-0287-2D611116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91F69F-150A-EC5A-47C4-609C26FB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C617-8B30-4406-920E-779FBCE7D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339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CBBAD7-AB37-DEA6-D5C5-8CDE42B14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08FA176-AE48-92D4-5F82-A0EEF5083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2B8536-57EF-0F82-4E1F-2570A8380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210B-D734-4469-8EFC-2D7862C92331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2262A6-8D99-D6AB-B708-BA033575F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75D11B-C783-A517-2B9A-845DC88D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C617-8B30-4406-920E-779FBCE7D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75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3DDECFB-9F14-A44D-94A2-DB57D6C29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5577CF-AAED-5FC7-1444-F0AE97061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575A00-048D-97B2-C35F-CADE85B3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210B-D734-4469-8EFC-2D7862C92331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F02144-3B74-998C-44AA-78C0884A2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D15314-3030-04AC-B639-9766D57B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C617-8B30-4406-920E-779FBCE7D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309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781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48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lvl="0" algn="ctr"/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724167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7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324496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F67B5C-981D-4EB5-9AD9-A7105E56543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625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11067" dirty="0">
                <a:gradFill>
                  <a:gsLst>
                    <a:gs pos="100000">
                      <a:schemeClr val="accent4"/>
                    </a:gs>
                    <a:gs pos="66000">
                      <a:schemeClr val="accent3"/>
                    </a:gs>
                    <a:gs pos="33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marL="0" lvl="0" algn="ctr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8970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461091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E02EB8-4CBB-4C97-AC85-6BAEE43B152F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10363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0375434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47E30C-C464-44C9-84B9-C651C1BC1DF9}"/>
              </a:ext>
            </a:extLst>
          </p:cNvPr>
          <p:cNvSpPr/>
          <p:nvPr userDrawn="1"/>
        </p:nvSpPr>
        <p:spPr>
          <a:xfrm rot="10800000" flipH="1" flipV="1">
            <a:off x="0" y="6426198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694606-ABEA-4095-8D53-FF83E07C48AB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2072678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928966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8077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21644BE-9EF6-4F34-8C65-8690D68785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5029200"/>
          </a:xfrm>
          <a:prstGeom prst="roundRect">
            <a:avLst>
              <a:gd name="adj" fmla="val 2021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15914F-FDB1-440C-9E18-D27D5868B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7584625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2426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9DE83458-DC7C-4F50-8CDD-14D91D0DD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3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7660440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B5DA946-38B7-47EF-BA99-1AF368615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4443593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69342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D6D72D2-9BCC-45A6-A342-781349144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8005040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DB9D0DDD-5F06-4A50-8692-CADC5FD00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2468096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942633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8C1C4CB0-E103-4518-BF7B-6A1458F43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3555932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B2F39605-129A-48D8-8833-9A1C4446F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5052022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68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80876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C8AEAFCC-E5E5-4450-A2D9-6267133D8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524903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5600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275844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403784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617259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790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181991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95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42926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083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249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6469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6598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58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CEB6E739-39F9-4E42-B265-0E28996ABE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7545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614D36E-ECF9-42A6-B627-4D2F5657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781099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0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6595842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C46AC66E-831B-481E-9DCA-6F38FC2799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914400"/>
            <a:ext cx="51816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819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3D589A9-0690-4D70-AC6B-7E02C9908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D032E74-E98C-4A65-8348-308DC5A573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947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1B3C81-37F1-45BE-8A36-6F5B92261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59003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DE31C0E-ED7D-4FBC-B3FC-8850A7172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9527595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A01E19A8-58F0-4680-BA37-243AA8D247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6E3EE0B-F4D7-4A15-858C-7B64D9236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34541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B8E2D95-DBF1-4838-AC3D-96F341E8EC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2720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0CB9292-A56B-4AF1-9C57-80C7BB9D08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35552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EC904EB-B2A2-479C-9B2E-50DCB0CD5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61542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5D926C8-134F-4B4E-AFA6-422CF4396A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27933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7A03C44-8D2E-4BFD-9CA2-776A82F3D0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4267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4B1582B-7009-4058-8A5C-E13B6D7116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0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CE65DF2-591D-4F3E-B1AE-7D36BDC986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339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9362819E-B2B5-455B-AA2D-A8DAF1066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0034079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4D6CAF51-6BDC-498B-A477-237F7A227F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9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0441955-A97F-4CDA-9F8E-65C8BCEFD3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7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34091CEE-A618-459D-8440-5B817743F9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A2A6811-5688-499E-AFFE-209FF0846F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9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816AFA0-6B0E-411B-A44B-9433003B1E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33CACAB-EFD3-4423-A56F-67BF87122A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454B9E96-3F41-4112-B2F2-7C91659C96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9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BC02999A-F922-4A21-97D6-ACA30F81B71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07ABEAF5-F661-4B13-AA84-91E5DCACEE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12361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DB359F9B-D09D-41FC-A8A3-34B107216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7600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30340115-791E-436C-B1D2-4BA0EF313D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7600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7AFE5EF-FFAF-44D0-AE52-53409201E3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9225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9225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66796E9-17FF-4B7C-BBAB-43BCEA9CC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94012930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4F61D5AC-6B9A-4E76-9528-AC060A579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86454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82EF3E6-2533-4B75-8BBE-37A72D1F95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86454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9BDB5CE-3845-49A2-B1DD-B21BA2398B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86454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7177F30-49A0-43D7-9750-F6537569BC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50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4D7A181-BF2B-4E2C-8DC6-9E9F937894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50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5656422B-2BD1-4349-AEF4-549C487EBA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850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F5BEF3CE-BE91-482E-9A1D-F323D666EC8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836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4CA472E-95A8-43F9-BA68-D9D29CFA58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836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B76B9EDF-B9FA-4D55-9CD3-DC606A7628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836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338378F8-9586-4B0C-A232-3B726BB5670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822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DBAA4A7E-83F0-4DE1-8058-727D0D550AE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822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2D3DF732-700F-4626-B6E5-D4FE7CA7F7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4822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52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DE22400-4DFB-4070-BD11-796979D445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8001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6B20438-F6EA-44E8-AE9B-E1D8927EDD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4153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873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167C466-06CA-4316-837F-DE41C6D25B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304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BEF702DF-314A-48F1-973E-85A0F00953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498764A-68F6-42A7-8513-24CEA7D01C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168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18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2276A54-15F6-49F8-8236-5D53CB3035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3442879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0FCA33D-2064-4B79-A05B-33E02F45CC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6577781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B3F2EB52-6437-443D-83F2-470160C639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6577781" cy="247200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903333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5D57908-4AFF-424F-A126-737853EA3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68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E22C849-BA60-407D-AF15-5F2874C1B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000" y="3452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EA590BF-BEF4-4611-8EE4-786523DD51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000" y="914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337675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57030164-06EA-4D37-9C6D-49853C2FD3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52400"/>
            <a:ext cx="700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00E378F-86E7-4993-B91B-1784EE997A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65600" y="914400"/>
            <a:ext cx="3312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EC91ED1-A8F9-42ED-8B48-4C358265977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3487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47B720D8-3A04-4E2B-8D9E-02FDA88BF5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52000" y="914400"/>
            <a:ext cx="346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571114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601" y="3452400"/>
            <a:ext cx="78480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9F64A6-006D-4964-ADA8-191336165E7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0" y="3452400"/>
            <a:ext cx="2515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4E1F1C57-80A2-45AD-980A-D7B8D6595E8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399" y="914400"/>
            <a:ext cx="5308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94659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6195AC3-CE2F-4B7C-9152-7B81DB7FCA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399" y="2456565"/>
            <a:ext cx="4216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EAB607D-A34C-4A17-ACEF-CD3480C6B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79199" y="914400"/>
            <a:ext cx="6098400" cy="4033365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BB50CE9-A1AB-4ED4-8678-11C119D84D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2097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9B87A15-EFFB-4AFD-B17A-2D9576F8DB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70799" y="914400"/>
            <a:ext cx="2049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732517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7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8CC71D8-1B64-4A1A-A2BC-928D2CD5DE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3471597"/>
            <a:ext cx="5138399" cy="247200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389867-A538-4B05-B3E9-D87EEAE66B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39201" y="914400"/>
            <a:ext cx="5138399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5138397" cy="247200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6610486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3049464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1277600" cy="5943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6E5E6E-DD3D-4F05-B4F6-C317A8A5C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86093567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9BEAD33-76BE-4CAF-B375-E999A680F8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C5AF0A1-D71D-4DD2-A802-8F21C1EDDD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202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5621491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5215321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2742DDA-BD5D-4F67-A96E-7DB1DBD7D7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0C2BEC9C-F7F4-45F2-BE52-C02716CCE4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AD3325F-8DD8-4D2F-B33D-278CDFB344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63473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8624654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8925794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5A66BDF-7867-487E-BD05-90820D1AE4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8505305E-90B1-4FC8-841C-CA5C48C9CA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980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7CDA6529-604C-4B16-9E5D-87D4CD114D9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16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3263767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1" y="91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AA3B0D7-8EEE-40CB-9A33-9F9360474B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60420" y="914400"/>
            <a:ext cx="4417181" cy="40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4AB4514-60E6-454B-8051-E8C2CD9229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1" y="295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0134417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267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205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870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6250563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518400" y="0"/>
            <a:ext cx="467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4761876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112000" y="1600200"/>
            <a:ext cx="3505200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1132318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997200" y="1685925"/>
            <a:ext cx="6197600" cy="348615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558679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421551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6444731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2531873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372981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80000" y="479400"/>
            <a:ext cx="11232000" cy="5899200"/>
          </a:xfrm>
          <a:prstGeom prst="roundRect">
            <a:avLst>
              <a:gd name="adj" fmla="val 223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903116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1549400"/>
            <a:ext cx="8331200" cy="5308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0135197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5087838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7874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80700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156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07534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1210869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654800" y="0"/>
            <a:ext cx="5537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1035744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89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4643288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556000" y="433400"/>
            <a:ext cx="8175600" cy="59912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611530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193488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6469849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978400" y="0"/>
            <a:ext cx="721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8659081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454400" y="0"/>
            <a:ext cx="873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146327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244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679967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7079332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09351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0824362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473A6D7-DE33-354E-BEC6-4712BD5E04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7332000" cy="560832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52583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82008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54234F-206C-4002-95BE-53DC4A1649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360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24556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1568888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352635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9270903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1990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10972800" cy="28041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564678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949216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771296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8288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815860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876800" y="993648"/>
            <a:ext cx="2438400" cy="24384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6442146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724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3918316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128F5896-9AFD-42E8-BB51-39D5D95DA2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88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3589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FEC6B68-FA2A-4755-9330-C8332671BD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DC03B-E2AF-40E5-9057-345DBC7818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32965" y="1700596"/>
            <a:ext cx="4328160" cy="43281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88900">
            <a:solidFill>
              <a:schemeClr val="bg1"/>
            </a:solidFill>
          </a:ln>
          <a:effectLst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88874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347B36-C170-4594-A4B8-DA33EA32E6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43300"/>
            <a:ext cx="12192000" cy="3314700"/>
          </a:xfrm>
          <a:custGeom>
            <a:avLst/>
            <a:gdLst>
              <a:gd name="connsiteX0" fmla="*/ 0 w 18288000"/>
              <a:gd name="connsiteY0" fmla="*/ 0 h 4972050"/>
              <a:gd name="connsiteX1" fmla="*/ 431800 w 18288000"/>
              <a:gd name="connsiteY1" fmla="*/ 91500 h 4972050"/>
              <a:gd name="connsiteX2" fmla="*/ 2616200 w 18288000"/>
              <a:gd name="connsiteY2" fmla="*/ 737175 h 4972050"/>
              <a:gd name="connsiteX3" fmla="*/ 5219700 w 18288000"/>
              <a:gd name="connsiteY3" fmla="*/ 1657350 h 4972050"/>
              <a:gd name="connsiteX4" fmla="*/ 7835900 w 18288000"/>
              <a:gd name="connsiteY4" fmla="*/ 1013400 h 4972050"/>
              <a:gd name="connsiteX5" fmla="*/ 10452100 w 18288000"/>
              <a:gd name="connsiteY5" fmla="*/ 1657350 h 4972050"/>
              <a:gd name="connsiteX6" fmla="*/ 13068300 w 18288000"/>
              <a:gd name="connsiteY6" fmla="*/ 2762250 h 4972050"/>
              <a:gd name="connsiteX7" fmla="*/ 15671800 w 18288000"/>
              <a:gd name="connsiteY7" fmla="*/ 3223201 h 4972050"/>
              <a:gd name="connsiteX8" fmla="*/ 17852390 w 18288000"/>
              <a:gd name="connsiteY8" fmla="*/ 1565850 h 4972050"/>
              <a:gd name="connsiteX9" fmla="*/ 18288000 w 18288000"/>
              <a:gd name="connsiteY9" fmla="*/ 1104900 h 4972050"/>
              <a:gd name="connsiteX10" fmla="*/ 18288000 w 18288000"/>
              <a:gd name="connsiteY10" fmla="*/ 4972050 h 4972050"/>
              <a:gd name="connsiteX11" fmla="*/ 17856200 w 18288000"/>
              <a:gd name="connsiteY11" fmla="*/ 4972050 h 4972050"/>
              <a:gd name="connsiteX12" fmla="*/ 17670608 w 18288000"/>
              <a:gd name="connsiteY12" fmla="*/ 4972050 h 4972050"/>
              <a:gd name="connsiteX13" fmla="*/ 17450416 w 18288000"/>
              <a:gd name="connsiteY13" fmla="*/ 4972050 h 4972050"/>
              <a:gd name="connsiteX14" fmla="*/ 17200426 w 18288000"/>
              <a:gd name="connsiteY14" fmla="*/ 4972050 h 4972050"/>
              <a:gd name="connsiteX15" fmla="*/ 16925448 w 18288000"/>
              <a:gd name="connsiteY15" fmla="*/ 4972050 h 4972050"/>
              <a:gd name="connsiteX16" fmla="*/ 16630290 w 18288000"/>
              <a:gd name="connsiteY16" fmla="*/ 4972050 h 4972050"/>
              <a:gd name="connsiteX17" fmla="*/ 16319758 w 18288000"/>
              <a:gd name="connsiteY17" fmla="*/ 4972050 h 4972050"/>
              <a:gd name="connsiteX18" fmla="*/ 15671800 w 18288000"/>
              <a:gd name="connsiteY18" fmla="*/ 4972050 h 4972050"/>
              <a:gd name="connsiteX19" fmla="*/ 14370526 w 18288000"/>
              <a:gd name="connsiteY19" fmla="*/ 4972050 h 4972050"/>
              <a:gd name="connsiteX20" fmla="*/ 13068300 w 18288000"/>
              <a:gd name="connsiteY20" fmla="*/ 4972050 h 4972050"/>
              <a:gd name="connsiteX21" fmla="*/ 10452100 w 18288000"/>
              <a:gd name="connsiteY21" fmla="*/ 4972050 h 4972050"/>
              <a:gd name="connsiteX22" fmla="*/ 7835900 w 18288000"/>
              <a:gd name="connsiteY22" fmla="*/ 4972050 h 4972050"/>
              <a:gd name="connsiteX23" fmla="*/ 6532563 w 18288000"/>
              <a:gd name="connsiteY23" fmla="*/ 4972050 h 4972050"/>
              <a:gd name="connsiteX24" fmla="*/ 5219700 w 18288000"/>
              <a:gd name="connsiteY24" fmla="*/ 4972050 h 4972050"/>
              <a:gd name="connsiteX25" fmla="*/ 2616200 w 18288000"/>
              <a:gd name="connsiteY25" fmla="*/ 4972050 h 4972050"/>
              <a:gd name="connsiteX26" fmla="*/ 1967052 w 18288000"/>
              <a:gd name="connsiteY26" fmla="*/ 4972050 h 4972050"/>
              <a:gd name="connsiteX27" fmla="*/ 1656013 w 18288000"/>
              <a:gd name="connsiteY27" fmla="*/ 4972050 h 4972050"/>
              <a:gd name="connsiteX28" fmla="*/ 1360647 w 18288000"/>
              <a:gd name="connsiteY28" fmla="*/ 4972050 h 4972050"/>
              <a:gd name="connsiteX29" fmla="*/ 1085937 w 18288000"/>
              <a:gd name="connsiteY29" fmla="*/ 4972050 h 4972050"/>
              <a:gd name="connsiteX30" fmla="*/ 836871 w 18288000"/>
              <a:gd name="connsiteY30" fmla="*/ 4972050 h 4972050"/>
              <a:gd name="connsiteX31" fmla="*/ 618433 w 18288000"/>
              <a:gd name="connsiteY31" fmla="*/ 4972050 h 4972050"/>
              <a:gd name="connsiteX32" fmla="*/ 435610 w 18288000"/>
              <a:gd name="connsiteY32" fmla="*/ 4972050 h 4972050"/>
              <a:gd name="connsiteX33" fmla="*/ 0 w 18288000"/>
              <a:gd name="connsiteY33" fmla="*/ 4972050 h 497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8288000" h="4972050">
                <a:moveTo>
                  <a:pt x="0" y="0"/>
                </a:moveTo>
                <a:lnTo>
                  <a:pt x="431800" y="91500"/>
                </a:lnTo>
                <a:cubicBezTo>
                  <a:pt x="876300" y="189905"/>
                  <a:pt x="1741170" y="362545"/>
                  <a:pt x="2616200" y="737175"/>
                </a:cubicBezTo>
                <a:cubicBezTo>
                  <a:pt x="3479801" y="1104900"/>
                  <a:pt x="4354830" y="1657350"/>
                  <a:pt x="5219700" y="1657350"/>
                </a:cubicBezTo>
                <a:cubicBezTo>
                  <a:pt x="6096000" y="1657350"/>
                  <a:pt x="6967221" y="1104900"/>
                  <a:pt x="7835900" y="1013400"/>
                </a:cubicBezTo>
                <a:cubicBezTo>
                  <a:pt x="8712200" y="914995"/>
                  <a:pt x="9579610" y="1294805"/>
                  <a:pt x="10452100" y="1657350"/>
                </a:cubicBezTo>
                <a:cubicBezTo>
                  <a:pt x="11315700" y="2019895"/>
                  <a:pt x="12192000" y="2399705"/>
                  <a:pt x="13068300" y="2762250"/>
                </a:cubicBezTo>
                <a:cubicBezTo>
                  <a:pt x="13931900" y="3124795"/>
                  <a:pt x="14804390" y="3504605"/>
                  <a:pt x="15671800" y="3223201"/>
                </a:cubicBezTo>
                <a:cubicBezTo>
                  <a:pt x="16548100" y="2952155"/>
                  <a:pt x="17416780" y="2019895"/>
                  <a:pt x="17852390" y="1565850"/>
                </a:cubicBezTo>
                <a:lnTo>
                  <a:pt x="18288000" y="1104900"/>
                </a:lnTo>
                <a:lnTo>
                  <a:pt x="18288000" y="4972050"/>
                </a:lnTo>
                <a:lnTo>
                  <a:pt x="17856200" y="4972050"/>
                </a:lnTo>
                <a:lnTo>
                  <a:pt x="17670608" y="4972050"/>
                </a:lnTo>
                <a:lnTo>
                  <a:pt x="17450416" y="4972050"/>
                </a:lnTo>
                <a:lnTo>
                  <a:pt x="17200426" y="4972050"/>
                </a:lnTo>
                <a:lnTo>
                  <a:pt x="16925448" y="4972050"/>
                </a:lnTo>
                <a:lnTo>
                  <a:pt x="16630290" y="4972050"/>
                </a:lnTo>
                <a:lnTo>
                  <a:pt x="16319758" y="4972050"/>
                </a:lnTo>
                <a:lnTo>
                  <a:pt x="15671800" y="4972050"/>
                </a:lnTo>
                <a:lnTo>
                  <a:pt x="14370526" y="4972050"/>
                </a:lnTo>
                <a:lnTo>
                  <a:pt x="13068300" y="4972050"/>
                </a:lnTo>
                <a:lnTo>
                  <a:pt x="10452100" y="4972050"/>
                </a:lnTo>
                <a:lnTo>
                  <a:pt x="7835900" y="4972050"/>
                </a:lnTo>
                <a:lnTo>
                  <a:pt x="6532563" y="4972050"/>
                </a:lnTo>
                <a:lnTo>
                  <a:pt x="5219700" y="4972050"/>
                </a:lnTo>
                <a:lnTo>
                  <a:pt x="2616200" y="4972050"/>
                </a:lnTo>
                <a:lnTo>
                  <a:pt x="1967052" y="4972050"/>
                </a:lnTo>
                <a:lnTo>
                  <a:pt x="1656013" y="4972050"/>
                </a:lnTo>
                <a:lnTo>
                  <a:pt x="1360647" y="4972050"/>
                </a:lnTo>
                <a:lnTo>
                  <a:pt x="1085937" y="4972050"/>
                </a:lnTo>
                <a:lnTo>
                  <a:pt x="836871" y="4972050"/>
                </a:lnTo>
                <a:lnTo>
                  <a:pt x="618433" y="4972050"/>
                </a:lnTo>
                <a:lnTo>
                  <a:pt x="435610" y="4972050"/>
                </a:lnTo>
                <a:lnTo>
                  <a:pt x="0" y="497205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3821" y="0"/>
            <a:ext cx="318817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B5268E0-107A-4C2A-AE10-D7A100ECE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72535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9434999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438400" y="1603248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29853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18960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991B3E-5992-4C30-9C53-3AB54D37F8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BCF9BE1-EC04-4B8E-9B3A-8527507F7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73400" y="396240"/>
            <a:ext cx="60452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tx2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66728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4817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0422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19814AC4-74A4-493C-B3E1-FA832232AF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84403" y="391938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F8F8440-C5A5-4AF8-8F8A-3BA5B158F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18960" y="112753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0720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420CF65-F5F8-4E58-88D4-96A7FF8EDE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1684094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1688592" y="1675384"/>
            <a:ext cx="1804416" cy="1804416"/>
          </a:xfrm>
          <a:prstGeom prst="roundRect">
            <a:avLst>
              <a:gd name="adj" fmla="val 89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63D903-2C79-4845-B9F0-F48F4CAC9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53136735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DB4F3EC-6FA6-4607-B645-7D3F2258AE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61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96841DE-F57D-4FFA-B2B4-844AE25D7D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32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96FD531-41C1-429F-981E-C03DFE4D2E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89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7332430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9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7646029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182368" y="1752600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9186672" y="3752088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0895BE1-F501-4DA6-BAC7-1628FD1F77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062867599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853184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42176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3153593-CEED-43D7-8481-1C18D9F0B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817706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773936" y="1432560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095E9E-7213-4071-833B-F76EE6B46E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77023641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7088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066149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546306-BB2E-C745-BE62-0F61AFAAA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500" y="1596153"/>
            <a:ext cx="100330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02C6C-381F-CE48-B1C7-45378DCAA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9500" y="1218201"/>
            <a:ext cx="100330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76701419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937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53F44B-F8DD-4AF0-9746-A6E6D1B4BA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1521149"/>
            <a:ext cx="9499600" cy="609600"/>
          </a:xfrm>
          <a:prstGeom prst="rect">
            <a:avLst/>
          </a:prstGeom>
        </p:spPr>
        <p:txBody>
          <a:bodyPr anchor="ctr"/>
          <a:lstStyle>
            <a:lvl1pPr marL="0" algn="l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C0693EC-ECEC-45D9-A0CD-3062924AC7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1600" y="1143197"/>
            <a:ext cx="9499600" cy="35560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52606272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accent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911618679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673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oundRect">
            <a:avLst>
              <a:gd name="adj" fmla="val 355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4176316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7888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5660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6858000" cy="5614416"/>
          </a:xfrm>
          <a:prstGeom prst="roundRect">
            <a:avLst>
              <a:gd name="adj" fmla="val 3569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43371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52848" y="2254207"/>
            <a:ext cx="2346960" cy="23469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9614C9E-3D8C-47CB-8BCB-66D98B2EC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45226691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905000" y="1622701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905000" y="3711299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10F5D02-55ED-4EA4-B7B3-347E95140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3048557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DA7AB7-33DF-BD46-AB8B-02E37949E42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165693" y="2801874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6B7D76E-9414-3045-81FD-7BEF4A9AEA7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165693" y="4356033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165693" y="1246192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B903F16-A6BA-4DF7-ABFF-05463A2A30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87936494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520293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D3264B4-0A33-0F42-B162-461C536D53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337259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582B724-2DE7-4DD8-8B83-2D7CA97BFC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49832357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87160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0D1B728-F65B-1049-A423-4018D50F1E2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1394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E925699-281D-D34C-8E74-602EA1212DE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5291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79620E3-E26D-468F-A5AA-E9B9AE5E97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22835593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2B1CD80-073E-FC48-97A5-FEE449811055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16787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461EC8E-8C72-EE43-B452-AB416A04E63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384369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754217B-17E2-0C41-BF2A-2295F77DD58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519510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A1C50D3-A699-074D-961E-9E2391BED58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195329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160751B-E67B-4E08-9503-4B1526F25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978897196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217D4CB-A698-D74A-A732-CB04DCE47B7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73661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A0A7330D-6470-8E48-AB41-17C03211091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63790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D340C943-4790-9348-93AD-9486360732E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463790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473661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7E9D3BE8-D975-43CB-A997-BE76A4E24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63719688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31383DF-C87E-DD43-9830-5DB32A4F8CA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33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30162CC3-F132-3B46-BD96-27CA8DA6B91C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144268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0656FEB2-C81F-E94C-9846-796BCD57E2B0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0250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F4EDF61-F78B-F943-94CD-411CA886961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5833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90250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4268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D42FB4DC-934D-4FE9-9A83-83D37D452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49948161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900510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DE330097-3475-7242-98BA-D3B965F36BD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576329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CAAC40CD-44BD-C140-9CB1-D471FB8A579A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154887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63F645-ED6B-1F4A-BED8-C1048B88523B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9576329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0003B9-5949-F246-9F41-71D7880A258A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6900510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940D2A28-1E97-6840-9116-AD07E695925B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422469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40628154-7FF5-BE49-899F-752D83B9F256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54887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1BFBA4F4-63D3-1E4D-9452-31982FB2B824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422469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A729D0A4-DE0B-4E0A-B74E-23B15CDEA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73607617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7AAEAE-A954-4785-B8AF-9A56B9FDD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68531895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315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0710C5-3491-4F0E-BDCE-ED53142EB6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53101439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3413830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528292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56000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76108479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3F6C063-08F3-1546-91BE-0C6417D3C6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1825" y="1600200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81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9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8FADB5-BBC6-48B8-BAD5-05E17CCF08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75959116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2799" y="1618488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27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A104048-5402-45D2-9482-F49ACFEF3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28152101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E47E6BA-2686-48D6-A506-1873E70E26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400" y="1295400"/>
            <a:ext cx="4267200" cy="4267200"/>
          </a:xfrm>
          <a:prstGeom prst="roundRect">
            <a:avLst>
              <a:gd name="adj" fmla="val 506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571E55-D3A1-479B-9E8A-3662F061B4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476711265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7010400" y="1295400"/>
            <a:ext cx="4267200" cy="4267200"/>
          </a:xfrm>
          <a:prstGeom prst="roundRect">
            <a:avLst>
              <a:gd name="adj" fmla="val 4762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9D240D1-01A3-480D-8E3F-3E310C16BE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13569192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6683654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06908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3982169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85956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38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34880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1" y="0"/>
            <a:ext cx="990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20044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76475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8046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6052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DB39397-71E6-4819-B00B-7887732586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288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557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70600" y="-19558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9375768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-1066800" y="13970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1226672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9144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5175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2296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2BF8193-0CDD-4864-9D8F-6BF6C41830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63989622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41880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063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16800" y="2025000"/>
            <a:ext cx="6052800" cy="2808000"/>
          </a:xfrm>
          <a:prstGeom prst="rect">
            <a:avLst/>
          </a:prstGeom>
          <a:solidFill>
            <a:schemeClr val="accent1"/>
          </a:solidFill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85882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33440" y="2143760"/>
            <a:ext cx="5571067" cy="25908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8431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0907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Righ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240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56107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595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48441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Lef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1809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51555F-A749-4DD4-A2C9-97141F2B95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0280000">
            <a:off x="2973600" y="1454400"/>
            <a:ext cx="1464000" cy="3806400"/>
          </a:xfrm>
          <a:prstGeom prst="roundRect">
            <a:avLst>
              <a:gd name="adj" fmla="val 4833"/>
            </a:avLst>
          </a:prstGeom>
          <a:ln>
            <a:noFill/>
          </a:ln>
          <a:scene3d>
            <a:camera prst="perspectiveHeroicExtremeRightFacing" fov="4800000">
              <a:rot lat="449632" lon="20136784" rev="239998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5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3605473E-2685-4DD2-B159-832979DD71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68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0148B9DC-A940-406F-8289-9160A7A1D2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936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58BAED62-30A9-452C-B3E4-5A4C68AF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1600" y="1924800"/>
            <a:ext cx="1615440" cy="287731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7031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5732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997054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424928" y="2468880"/>
            <a:ext cx="3072384" cy="54376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7388627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B33D3-7FC6-4DC2-95EB-12F4AD78CA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1560000">
            <a:off x="6746400" y="861600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AA503DBF-31C9-46D2-A64C-C4773F44019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560000">
            <a:off x="10056879" y="-286059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9F14B78-D072-4B88-9606-DAB6CF6525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1560000">
            <a:off x="7970110" y="3972324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92133701-B06D-438C-AF1A-FD2E103A9D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rot="1560000">
            <a:off x="10835229" y="3724358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43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1217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940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076E93-A81C-48AD-A313-F9508C334F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37360" y="1999488"/>
            <a:ext cx="2487168" cy="332232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9475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EF940-579A-4520-8BE8-9369519316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8400" y="1361440"/>
            <a:ext cx="3134783" cy="4165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07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8D99A39A-AA1D-4BDE-98F1-B3A30A1DAF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7300" y="1828800"/>
            <a:ext cx="4025900" cy="30099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460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870192" y="932688"/>
            <a:ext cx="6644640" cy="49804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9716228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 rot="1800000">
            <a:off x="3547872" y="-4718304"/>
            <a:ext cx="9796272" cy="74188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9918579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A3DE550-6E56-4588-A5FD-D80A056A9D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94984" y="1612865"/>
            <a:ext cx="5456916" cy="337823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5990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215" y="2270725"/>
            <a:ext cx="3523827" cy="2169671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9733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3FD29A-8BBA-4425-88CD-DF5868D56B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700820" y="1370661"/>
            <a:ext cx="5959024" cy="367662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1981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20932" y="2061668"/>
            <a:ext cx="4202896" cy="258778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563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5D560B-D2F9-4F71-BAEC-8B2E8D1C89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38901" y="1419226"/>
            <a:ext cx="4504267" cy="3466041"/>
          </a:xfrm>
          <a:custGeom>
            <a:avLst/>
            <a:gdLst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8200 w 5918200"/>
              <a:gd name="connsiteY2" fmla="*/ 391636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1850 w 5918200"/>
              <a:gd name="connsiteY2" fmla="*/ 383381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914400 w 6750050"/>
              <a:gd name="connsiteY0" fmla="*/ 74930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914400 w 6750050"/>
              <a:gd name="connsiteY4" fmla="*/ 749300 h 5167312"/>
              <a:gd name="connsiteX0" fmla="*/ 914400 w 6756400"/>
              <a:gd name="connsiteY0" fmla="*/ 781050 h 5199062"/>
              <a:gd name="connsiteX1" fmla="*/ 6756400 w 6756400"/>
              <a:gd name="connsiteY1" fmla="*/ 0 h 5199062"/>
              <a:gd name="connsiteX2" fmla="*/ 5911850 w 6756400"/>
              <a:gd name="connsiteY2" fmla="*/ 5116512 h 5199062"/>
              <a:gd name="connsiteX3" fmla="*/ 0 w 6756400"/>
              <a:gd name="connsiteY3" fmla="*/ 5199062 h 5199062"/>
              <a:gd name="connsiteX4" fmla="*/ 914400 w 6756400"/>
              <a:gd name="connsiteY4" fmla="*/ 781050 h 519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6400" h="5199062">
                <a:moveTo>
                  <a:pt x="914400" y="781050"/>
                </a:moveTo>
                <a:lnTo>
                  <a:pt x="6756400" y="0"/>
                </a:lnTo>
                <a:cubicBezTo>
                  <a:pt x="6557433" y="1392237"/>
                  <a:pt x="6129867" y="3838575"/>
                  <a:pt x="5911850" y="5116512"/>
                </a:cubicBezTo>
                <a:lnTo>
                  <a:pt x="0" y="5199062"/>
                </a:lnTo>
                <a:lnTo>
                  <a:pt x="914400" y="78105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6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FD967-56A8-431B-A205-17DC04225A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4808" y="2463800"/>
            <a:ext cx="3517900" cy="2180167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3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78922" y="2028576"/>
            <a:ext cx="3834157" cy="237616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48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16000" y="1656000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9985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86879" y="1738469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897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9034" y="2087034"/>
            <a:ext cx="3953933" cy="225213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58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54CB6AF-2D11-466A-854D-D9FCE0A11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1675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E875F6D-EBF4-49B4-BF83-6FAAAA1561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93557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B4D78-79B6-4F4C-B409-C47AFC9500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4338" y="1658409"/>
            <a:ext cx="3743325" cy="211878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72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33600" y="2067561"/>
            <a:ext cx="2270549" cy="2697903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5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71558" y="2468034"/>
            <a:ext cx="1727663" cy="2015067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4C6A049-70BF-4E57-B30A-1B1BD88032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1718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AF1054F-EE12-4246-A84C-F3DEC7330B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95135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3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9CEDF-23B2-41CD-A753-8733F5FBF7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0300" y="1955800"/>
            <a:ext cx="6198785" cy="3363829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OCKUP option 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04149" y="1955800"/>
            <a:ext cx="6198785" cy="3363829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3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2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C792C5-AFAE-465C-A73B-2CB890A1FF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57400" y="895096"/>
            <a:ext cx="4963601" cy="5073904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4331996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3-rou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0694" y="945896"/>
            <a:ext cx="4864211" cy="4972304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45751243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4800" y="1346200"/>
            <a:ext cx="4368800" cy="4165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46201"/>
            <a:ext cx="4876800" cy="4165600"/>
          </a:xfrm>
          <a:prstGeom prst="rect">
            <a:avLst/>
          </a:prstGeom>
        </p:spPr>
        <p:txBody>
          <a:bodyPr anchor="ctr"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5581138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3124200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C3E7550-4A4D-44BE-BE01-A0F0400791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245044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B72713A-369B-4E38-A685-B8BFEE3E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5257800"/>
          </a:xfrm>
          <a:prstGeom prst="rect">
            <a:avLst/>
          </a:prstGeom>
        </p:spPr>
        <p:txBody>
          <a:bodyPr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7744130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6C2B1033-EE10-44C8-A170-FB72EDAD016F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09600" y="609600"/>
            <a:ext cx="10972800" cy="244519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35680"/>
            <a:ext cx="10972800" cy="1722120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1601501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362200"/>
            <a:ext cx="10972800" cy="35490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1326091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5738188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23820"/>
            <a:ext cx="9144000" cy="1610360"/>
          </a:xfrm>
          <a:prstGeom prst="rect">
            <a:avLst/>
          </a:prstGeom>
        </p:spPr>
        <p:txBody>
          <a:bodyPr anchor="ctr"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00" y="609600"/>
            <a:ext cx="5486400" cy="2667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944841979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48909"/>
            <a:ext cx="9753600" cy="1986491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4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781030"/>
            <a:ext cx="54864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17A8B3-2E0B-4008-8D12-937045378D7A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96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DA103F-6DA9-47BE-BDEC-5A9FD4B1C88A}"/>
              </a:ext>
            </a:extLst>
          </p:cNvPr>
          <p:cNvCxnSpPr>
            <a:cxnSpLocks/>
          </p:cNvCxnSpPr>
          <p:nvPr userDrawn="1"/>
        </p:nvCxnSpPr>
        <p:spPr>
          <a:xfrm>
            <a:off x="609600" y="12192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45373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854200"/>
            <a:ext cx="12191999" cy="34137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9607AA-328C-6A47-BA55-7972C38B6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D5674-63E8-C243-BEC8-63AA19D7C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1652879919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664560491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82025E-1591-42E7-9234-EB0C6A1622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536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430865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F2938C2-00E5-44DB-AAFD-0F2B12267E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984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992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1-1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FC153-1646-4709-9BE4-F77F62A37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219200"/>
            <a:ext cx="10972800" cy="3139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tx2"/>
                </a:solidFill>
              </a:rPr>
              <a:t>Your subtitle goes here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AC5A246-535F-4F83-A160-435711EF7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09600"/>
            <a:ext cx="10972800" cy="584775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defRPr sz="3200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354074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579C85-5DCC-4181-B20D-C72202BDB9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4DC7980-9CCD-4C9D-ACE0-3F182DA934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257375432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16201"/>
            <a:ext cx="9144000" cy="16256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7771904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L-Image-1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5360" y="990600"/>
            <a:ext cx="4876800" cy="487680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216389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560577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73939958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8912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29004860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09600"/>
            <a:ext cx="3444241" cy="5638800"/>
          </a:xfrm>
          <a:prstGeom prst="roundRect">
            <a:avLst>
              <a:gd name="adj" fmla="val 6711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67830350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7F97407-03A0-463F-A2DC-7E79D75521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72617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FB322FF-9961-474F-93CD-51026FA4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63040"/>
            <a:ext cx="4876800" cy="2372360"/>
          </a:xfrm>
          <a:prstGeom prst="rect">
            <a:avLst/>
          </a:prstGeom>
        </p:spPr>
        <p:txBody>
          <a:bodyPr/>
          <a:lstStyle>
            <a:lvl1pPr marL="0" algn="l" defTabSz="914446" rtl="0" eaLnBrk="1" latinLnBrk="0" hangingPunct="1">
              <a:lnSpc>
                <a:spcPct val="100000"/>
              </a:lnSpc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1316516813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A8F034AD-05D5-4E17-9527-70658A9E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463040"/>
            <a:ext cx="4876800" cy="2524760"/>
          </a:xfrm>
          <a:prstGeom prst="rect">
            <a:avLst/>
          </a:prstGeom>
        </p:spPr>
        <p:txBody>
          <a:bodyPr/>
          <a:lstStyle>
            <a:lvl1pPr marL="0" algn="r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03978AE-806B-4882-B98B-2CBDA9379A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498953497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707084045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22531532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151DAFB7-78F5-4CED-A374-376917DDA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54496"/>
            <a:ext cx="609600" cy="2682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2"/>
                </a:solidFill>
              </a:defRPr>
            </a:lvl1pPr>
          </a:lstStyle>
          <a:p>
            <a:fld id="{8B9A2DF5-3641-49D0-8F14-85B1C28A2FB8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7A2AC07A-7CA9-4AE1-B06D-75E3324BF1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954588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12107133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605803278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239265013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076160837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484C7CB-D2DE-4D8E-AD6E-4A45FA1D0B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23BB9D5-8F0A-4C87-AF31-81EB1244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79CC0C9-06B3-48A5-BD12-0AF4291172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424198573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9840" y="990600"/>
            <a:ext cx="4876800" cy="4876800"/>
          </a:xfrm>
          <a:prstGeom prst="roundRect">
            <a:avLst>
              <a:gd name="adj" fmla="val 31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18243002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C582E34-45AC-46BF-8372-92FBB6191E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6997297-9A29-4E56-84A9-E69844C06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F71F00-E8FD-4130-A73B-7C83436C0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13EDE2D-E00B-4784-8152-7CD08FA126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553587580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7929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028685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6984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3152E6-5B6E-FF9B-B99C-59E8993DA5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78C7388-BAB6-BD66-158D-8C61518343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327497900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0AB8959D-88A4-4972-9276-40BC99DE39B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986016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89888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784080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187952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66DECC-8E72-892E-10C5-FB0D52B3FB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8084853-8A75-8FF4-22AB-85F5137A7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4246702733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FOLIO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8415951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21BCA39-ADFB-4BE6-9D20-13E8FADF99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03792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B57B0E6-36B2-4E47-96C2-1EDF4BBE79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07664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1BC7345-85E6-4338-92D9-E8AC45730E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05728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99715195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6A1AF2-0E5E-C543-BCC9-497B3A3D32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70654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5FD3BED-494D-7C46-A085-4717BEA81D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1708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98316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EE3198DC-382B-B047-809E-869BFCC20B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200" y="609600"/>
            <a:ext cx="4775200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16596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70987" y="609601"/>
            <a:ext cx="4068979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3338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63956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22823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7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1521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63" Type="http://schemas.openxmlformats.org/officeDocument/2006/relationships/slideLayout" Target="../slideLayouts/slideLayout74.xml"/><Relationship Id="rId84" Type="http://schemas.openxmlformats.org/officeDocument/2006/relationships/slideLayout" Target="../slideLayouts/slideLayout95.xml"/><Relationship Id="rId138" Type="http://schemas.openxmlformats.org/officeDocument/2006/relationships/slideLayout" Target="../slideLayouts/slideLayout149.xml"/><Relationship Id="rId159" Type="http://schemas.openxmlformats.org/officeDocument/2006/relationships/slideLayout" Target="../slideLayouts/slideLayout170.xml"/><Relationship Id="rId170" Type="http://schemas.openxmlformats.org/officeDocument/2006/relationships/slideLayout" Target="../slideLayouts/slideLayout181.xml"/><Relationship Id="rId191" Type="http://schemas.openxmlformats.org/officeDocument/2006/relationships/slideLayout" Target="../slideLayouts/slideLayout202.xml"/><Relationship Id="rId205" Type="http://schemas.openxmlformats.org/officeDocument/2006/relationships/slideLayout" Target="../slideLayouts/slideLayout216.xml"/><Relationship Id="rId226" Type="http://schemas.openxmlformats.org/officeDocument/2006/relationships/slideLayout" Target="../slideLayouts/slideLayout237.xml"/><Relationship Id="rId107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3.xml"/><Relationship Id="rId53" Type="http://schemas.openxmlformats.org/officeDocument/2006/relationships/slideLayout" Target="../slideLayouts/slideLayout64.xml"/><Relationship Id="rId74" Type="http://schemas.openxmlformats.org/officeDocument/2006/relationships/slideLayout" Target="../slideLayouts/slideLayout85.xml"/><Relationship Id="rId128" Type="http://schemas.openxmlformats.org/officeDocument/2006/relationships/slideLayout" Target="../slideLayouts/slideLayout139.xml"/><Relationship Id="rId149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6.xml"/><Relationship Id="rId95" Type="http://schemas.openxmlformats.org/officeDocument/2006/relationships/slideLayout" Target="../slideLayouts/slideLayout106.xml"/><Relationship Id="rId160" Type="http://schemas.openxmlformats.org/officeDocument/2006/relationships/slideLayout" Target="../slideLayouts/slideLayout171.xml"/><Relationship Id="rId181" Type="http://schemas.openxmlformats.org/officeDocument/2006/relationships/slideLayout" Target="../slideLayouts/slideLayout192.xml"/><Relationship Id="rId216" Type="http://schemas.openxmlformats.org/officeDocument/2006/relationships/slideLayout" Target="../slideLayouts/slideLayout227.xml"/><Relationship Id="rId22" Type="http://schemas.openxmlformats.org/officeDocument/2006/relationships/slideLayout" Target="../slideLayouts/slideLayout33.xml"/><Relationship Id="rId43" Type="http://schemas.openxmlformats.org/officeDocument/2006/relationships/slideLayout" Target="../slideLayouts/slideLayout54.xml"/><Relationship Id="rId64" Type="http://schemas.openxmlformats.org/officeDocument/2006/relationships/slideLayout" Target="../slideLayouts/slideLayout75.xml"/><Relationship Id="rId118" Type="http://schemas.openxmlformats.org/officeDocument/2006/relationships/slideLayout" Target="../slideLayouts/slideLayout129.xml"/><Relationship Id="rId139" Type="http://schemas.openxmlformats.org/officeDocument/2006/relationships/slideLayout" Target="../slideLayouts/slideLayout150.xml"/><Relationship Id="rId85" Type="http://schemas.openxmlformats.org/officeDocument/2006/relationships/slideLayout" Target="../slideLayouts/slideLayout96.xml"/><Relationship Id="rId150" Type="http://schemas.openxmlformats.org/officeDocument/2006/relationships/slideLayout" Target="../slideLayouts/slideLayout161.xml"/><Relationship Id="rId171" Type="http://schemas.openxmlformats.org/officeDocument/2006/relationships/slideLayout" Target="../slideLayouts/slideLayout182.xml"/><Relationship Id="rId192" Type="http://schemas.openxmlformats.org/officeDocument/2006/relationships/slideLayout" Target="../slideLayouts/slideLayout203.xml"/><Relationship Id="rId206" Type="http://schemas.openxmlformats.org/officeDocument/2006/relationships/slideLayout" Target="../slideLayouts/slideLayout217.xml"/><Relationship Id="rId227" Type="http://schemas.openxmlformats.org/officeDocument/2006/relationships/slideLayout" Target="../slideLayouts/slideLayout238.xml"/><Relationship Id="rId12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4.xml"/><Relationship Id="rId108" Type="http://schemas.openxmlformats.org/officeDocument/2006/relationships/slideLayout" Target="../slideLayouts/slideLayout119.xml"/><Relationship Id="rId129" Type="http://schemas.openxmlformats.org/officeDocument/2006/relationships/slideLayout" Target="../slideLayouts/slideLayout140.xml"/><Relationship Id="rId54" Type="http://schemas.openxmlformats.org/officeDocument/2006/relationships/slideLayout" Target="../slideLayouts/slideLayout65.xml"/><Relationship Id="rId75" Type="http://schemas.openxmlformats.org/officeDocument/2006/relationships/slideLayout" Target="../slideLayouts/slideLayout86.xml"/><Relationship Id="rId96" Type="http://schemas.openxmlformats.org/officeDocument/2006/relationships/slideLayout" Target="../slideLayouts/slideLayout107.xml"/><Relationship Id="rId140" Type="http://schemas.openxmlformats.org/officeDocument/2006/relationships/slideLayout" Target="../slideLayouts/slideLayout151.xml"/><Relationship Id="rId161" Type="http://schemas.openxmlformats.org/officeDocument/2006/relationships/slideLayout" Target="../slideLayouts/slideLayout172.xml"/><Relationship Id="rId182" Type="http://schemas.openxmlformats.org/officeDocument/2006/relationships/slideLayout" Target="../slideLayouts/slideLayout193.xml"/><Relationship Id="rId217" Type="http://schemas.openxmlformats.org/officeDocument/2006/relationships/slideLayout" Target="../slideLayouts/slideLayout228.xml"/><Relationship Id="rId6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34.xml"/><Relationship Id="rId119" Type="http://schemas.openxmlformats.org/officeDocument/2006/relationships/slideLayout" Target="../slideLayouts/slideLayout130.xml"/><Relationship Id="rId44" Type="http://schemas.openxmlformats.org/officeDocument/2006/relationships/slideLayout" Target="../slideLayouts/slideLayout55.xml"/><Relationship Id="rId65" Type="http://schemas.openxmlformats.org/officeDocument/2006/relationships/slideLayout" Target="../slideLayouts/slideLayout76.xml"/><Relationship Id="rId86" Type="http://schemas.openxmlformats.org/officeDocument/2006/relationships/slideLayout" Target="../slideLayouts/slideLayout97.xml"/><Relationship Id="rId130" Type="http://schemas.openxmlformats.org/officeDocument/2006/relationships/slideLayout" Target="../slideLayouts/slideLayout141.xml"/><Relationship Id="rId151" Type="http://schemas.openxmlformats.org/officeDocument/2006/relationships/slideLayout" Target="../slideLayouts/slideLayout162.xml"/><Relationship Id="rId172" Type="http://schemas.openxmlformats.org/officeDocument/2006/relationships/slideLayout" Target="../slideLayouts/slideLayout183.xml"/><Relationship Id="rId193" Type="http://schemas.openxmlformats.org/officeDocument/2006/relationships/slideLayout" Target="../slideLayouts/slideLayout204.xml"/><Relationship Id="rId207" Type="http://schemas.openxmlformats.org/officeDocument/2006/relationships/slideLayout" Target="../slideLayouts/slideLayout218.xml"/><Relationship Id="rId228" Type="http://schemas.openxmlformats.org/officeDocument/2006/relationships/slideLayout" Target="../slideLayouts/slideLayout239.xml"/><Relationship Id="rId13" Type="http://schemas.openxmlformats.org/officeDocument/2006/relationships/slideLayout" Target="../slideLayouts/slideLayout24.xml"/><Relationship Id="rId109" Type="http://schemas.openxmlformats.org/officeDocument/2006/relationships/slideLayout" Target="../slideLayouts/slideLayout120.xml"/><Relationship Id="rId34" Type="http://schemas.openxmlformats.org/officeDocument/2006/relationships/slideLayout" Target="../slideLayouts/slideLayout45.xml"/><Relationship Id="rId55" Type="http://schemas.openxmlformats.org/officeDocument/2006/relationships/slideLayout" Target="../slideLayouts/slideLayout66.xml"/><Relationship Id="rId76" Type="http://schemas.openxmlformats.org/officeDocument/2006/relationships/slideLayout" Target="../slideLayouts/slideLayout87.xml"/><Relationship Id="rId97" Type="http://schemas.openxmlformats.org/officeDocument/2006/relationships/slideLayout" Target="../slideLayouts/slideLayout108.xml"/><Relationship Id="rId120" Type="http://schemas.openxmlformats.org/officeDocument/2006/relationships/slideLayout" Target="../slideLayouts/slideLayout131.xml"/><Relationship Id="rId141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8.xml"/><Relationship Id="rId162" Type="http://schemas.openxmlformats.org/officeDocument/2006/relationships/slideLayout" Target="../slideLayouts/slideLayout173.xml"/><Relationship Id="rId183" Type="http://schemas.openxmlformats.org/officeDocument/2006/relationships/slideLayout" Target="../slideLayouts/slideLayout194.xml"/><Relationship Id="rId218" Type="http://schemas.openxmlformats.org/officeDocument/2006/relationships/slideLayout" Target="../slideLayouts/slideLayout229.xml"/><Relationship Id="rId24" Type="http://schemas.openxmlformats.org/officeDocument/2006/relationships/slideLayout" Target="../slideLayouts/slideLayout35.xml"/><Relationship Id="rId45" Type="http://schemas.openxmlformats.org/officeDocument/2006/relationships/slideLayout" Target="../slideLayouts/slideLayout56.xml"/><Relationship Id="rId66" Type="http://schemas.openxmlformats.org/officeDocument/2006/relationships/slideLayout" Target="../slideLayouts/slideLayout77.xml"/><Relationship Id="rId87" Type="http://schemas.openxmlformats.org/officeDocument/2006/relationships/slideLayout" Target="../slideLayouts/slideLayout98.xml"/><Relationship Id="rId110" Type="http://schemas.openxmlformats.org/officeDocument/2006/relationships/slideLayout" Target="../slideLayouts/slideLayout121.xml"/><Relationship Id="rId131" Type="http://schemas.openxmlformats.org/officeDocument/2006/relationships/slideLayout" Target="../slideLayouts/slideLayout142.xml"/><Relationship Id="rId152" Type="http://schemas.openxmlformats.org/officeDocument/2006/relationships/slideLayout" Target="../slideLayouts/slideLayout163.xml"/><Relationship Id="rId173" Type="http://schemas.openxmlformats.org/officeDocument/2006/relationships/slideLayout" Target="../slideLayouts/slideLayout184.xml"/><Relationship Id="rId194" Type="http://schemas.openxmlformats.org/officeDocument/2006/relationships/slideLayout" Target="../slideLayouts/slideLayout205.xml"/><Relationship Id="rId208" Type="http://schemas.openxmlformats.org/officeDocument/2006/relationships/slideLayout" Target="../slideLayouts/slideLayout219.xml"/><Relationship Id="rId229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6.xml"/><Relationship Id="rId56" Type="http://schemas.openxmlformats.org/officeDocument/2006/relationships/slideLayout" Target="../slideLayouts/slideLayout67.xml"/><Relationship Id="rId77" Type="http://schemas.openxmlformats.org/officeDocument/2006/relationships/slideLayout" Target="../slideLayouts/slideLayout88.xml"/><Relationship Id="rId100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9.xml"/><Relationship Id="rId98" Type="http://schemas.openxmlformats.org/officeDocument/2006/relationships/slideLayout" Target="../slideLayouts/slideLayout109.xml"/><Relationship Id="rId121" Type="http://schemas.openxmlformats.org/officeDocument/2006/relationships/slideLayout" Target="../slideLayouts/slideLayout132.xml"/><Relationship Id="rId142" Type="http://schemas.openxmlformats.org/officeDocument/2006/relationships/slideLayout" Target="../slideLayouts/slideLayout153.xml"/><Relationship Id="rId163" Type="http://schemas.openxmlformats.org/officeDocument/2006/relationships/slideLayout" Target="../slideLayouts/slideLayout174.xml"/><Relationship Id="rId184" Type="http://schemas.openxmlformats.org/officeDocument/2006/relationships/slideLayout" Target="../slideLayouts/slideLayout195.xml"/><Relationship Id="rId219" Type="http://schemas.openxmlformats.org/officeDocument/2006/relationships/slideLayout" Target="../slideLayouts/slideLayout230.xml"/><Relationship Id="rId230" Type="http://schemas.openxmlformats.org/officeDocument/2006/relationships/slideLayout" Target="../slideLayouts/slideLayout241.xml"/><Relationship Id="rId25" Type="http://schemas.openxmlformats.org/officeDocument/2006/relationships/slideLayout" Target="../slideLayouts/slideLayout36.xml"/><Relationship Id="rId46" Type="http://schemas.openxmlformats.org/officeDocument/2006/relationships/slideLayout" Target="../slideLayouts/slideLayout57.xml"/><Relationship Id="rId67" Type="http://schemas.openxmlformats.org/officeDocument/2006/relationships/slideLayout" Target="../slideLayouts/slideLayout78.xml"/><Relationship Id="rId116" Type="http://schemas.openxmlformats.org/officeDocument/2006/relationships/slideLayout" Target="../slideLayouts/slideLayout127.xml"/><Relationship Id="rId137" Type="http://schemas.openxmlformats.org/officeDocument/2006/relationships/slideLayout" Target="../slideLayouts/slideLayout148.xml"/><Relationship Id="rId158" Type="http://schemas.openxmlformats.org/officeDocument/2006/relationships/slideLayout" Target="../slideLayouts/slideLayout169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62" Type="http://schemas.openxmlformats.org/officeDocument/2006/relationships/slideLayout" Target="../slideLayouts/slideLayout73.xml"/><Relationship Id="rId83" Type="http://schemas.openxmlformats.org/officeDocument/2006/relationships/slideLayout" Target="../slideLayouts/slideLayout94.xml"/><Relationship Id="rId88" Type="http://schemas.openxmlformats.org/officeDocument/2006/relationships/slideLayout" Target="../slideLayouts/slideLayout99.xml"/><Relationship Id="rId111" Type="http://schemas.openxmlformats.org/officeDocument/2006/relationships/slideLayout" Target="../slideLayouts/slideLayout122.xml"/><Relationship Id="rId132" Type="http://schemas.openxmlformats.org/officeDocument/2006/relationships/slideLayout" Target="../slideLayouts/slideLayout143.xml"/><Relationship Id="rId153" Type="http://schemas.openxmlformats.org/officeDocument/2006/relationships/slideLayout" Target="../slideLayouts/slideLayout164.xml"/><Relationship Id="rId174" Type="http://schemas.openxmlformats.org/officeDocument/2006/relationships/slideLayout" Target="../slideLayouts/slideLayout185.xml"/><Relationship Id="rId179" Type="http://schemas.openxmlformats.org/officeDocument/2006/relationships/slideLayout" Target="../slideLayouts/slideLayout190.xml"/><Relationship Id="rId195" Type="http://schemas.openxmlformats.org/officeDocument/2006/relationships/slideLayout" Target="../slideLayouts/slideLayout206.xml"/><Relationship Id="rId209" Type="http://schemas.openxmlformats.org/officeDocument/2006/relationships/slideLayout" Target="../slideLayouts/slideLayout220.xml"/><Relationship Id="rId190" Type="http://schemas.openxmlformats.org/officeDocument/2006/relationships/slideLayout" Target="../slideLayouts/slideLayout201.xml"/><Relationship Id="rId204" Type="http://schemas.openxmlformats.org/officeDocument/2006/relationships/slideLayout" Target="../slideLayouts/slideLayout215.xml"/><Relationship Id="rId220" Type="http://schemas.openxmlformats.org/officeDocument/2006/relationships/slideLayout" Target="../slideLayouts/slideLayout231.xml"/><Relationship Id="rId225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7.xml"/><Relationship Id="rId57" Type="http://schemas.openxmlformats.org/officeDocument/2006/relationships/slideLayout" Target="../slideLayouts/slideLayout68.xml"/><Relationship Id="rId106" Type="http://schemas.openxmlformats.org/officeDocument/2006/relationships/slideLayout" Target="../slideLayouts/slideLayout117.xml"/><Relationship Id="rId127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52" Type="http://schemas.openxmlformats.org/officeDocument/2006/relationships/slideLayout" Target="../slideLayouts/slideLayout63.xml"/><Relationship Id="rId73" Type="http://schemas.openxmlformats.org/officeDocument/2006/relationships/slideLayout" Target="../slideLayouts/slideLayout84.xml"/><Relationship Id="rId78" Type="http://schemas.openxmlformats.org/officeDocument/2006/relationships/slideLayout" Target="../slideLayouts/slideLayout89.xml"/><Relationship Id="rId94" Type="http://schemas.openxmlformats.org/officeDocument/2006/relationships/slideLayout" Target="../slideLayouts/slideLayout105.xml"/><Relationship Id="rId99" Type="http://schemas.openxmlformats.org/officeDocument/2006/relationships/slideLayout" Target="../slideLayouts/slideLayout110.xml"/><Relationship Id="rId101" Type="http://schemas.openxmlformats.org/officeDocument/2006/relationships/slideLayout" Target="../slideLayouts/slideLayout112.xml"/><Relationship Id="rId122" Type="http://schemas.openxmlformats.org/officeDocument/2006/relationships/slideLayout" Target="../slideLayouts/slideLayout133.xml"/><Relationship Id="rId143" Type="http://schemas.openxmlformats.org/officeDocument/2006/relationships/slideLayout" Target="../slideLayouts/slideLayout154.xml"/><Relationship Id="rId148" Type="http://schemas.openxmlformats.org/officeDocument/2006/relationships/slideLayout" Target="../slideLayouts/slideLayout159.xml"/><Relationship Id="rId164" Type="http://schemas.openxmlformats.org/officeDocument/2006/relationships/slideLayout" Target="../slideLayouts/slideLayout175.xml"/><Relationship Id="rId169" Type="http://schemas.openxmlformats.org/officeDocument/2006/relationships/slideLayout" Target="../slideLayouts/slideLayout180.xml"/><Relationship Id="rId185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80" Type="http://schemas.openxmlformats.org/officeDocument/2006/relationships/slideLayout" Target="../slideLayouts/slideLayout191.xml"/><Relationship Id="rId210" Type="http://schemas.openxmlformats.org/officeDocument/2006/relationships/slideLayout" Target="../slideLayouts/slideLayout221.xml"/><Relationship Id="rId215" Type="http://schemas.openxmlformats.org/officeDocument/2006/relationships/slideLayout" Target="../slideLayouts/slideLayout226.xml"/><Relationship Id="rId26" Type="http://schemas.openxmlformats.org/officeDocument/2006/relationships/slideLayout" Target="../slideLayouts/slideLayout37.xml"/><Relationship Id="rId231" Type="http://schemas.openxmlformats.org/officeDocument/2006/relationships/theme" Target="../theme/theme2.xml"/><Relationship Id="rId47" Type="http://schemas.openxmlformats.org/officeDocument/2006/relationships/slideLayout" Target="../slideLayouts/slideLayout58.xml"/><Relationship Id="rId68" Type="http://schemas.openxmlformats.org/officeDocument/2006/relationships/slideLayout" Target="../slideLayouts/slideLayout79.xml"/><Relationship Id="rId89" Type="http://schemas.openxmlformats.org/officeDocument/2006/relationships/slideLayout" Target="../slideLayouts/slideLayout100.xml"/><Relationship Id="rId112" Type="http://schemas.openxmlformats.org/officeDocument/2006/relationships/slideLayout" Target="../slideLayouts/slideLayout123.xml"/><Relationship Id="rId133" Type="http://schemas.openxmlformats.org/officeDocument/2006/relationships/slideLayout" Target="../slideLayouts/slideLayout144.xml"/><Relationship Id="rId154" Type="http://schemas.openxmlformats.org/officeDocument/2006/relationships/slideLayout" Target="../slideLayouts/slideLayout165.xml"/><Relationship Id="rId175" Type="http://schemas.openxmlformats.org/officeDocument/2006/relationships/slideLayout" Target="../slideLayouts/slideLayout186.xml"/><Relationship Id="rId196" Type="http://schemas.openxmlformats.org/officeDocument/2006/relationships/slideLayout" Target="../slideLayouts/slideLayout207.xml"/><Relationship Id="rId200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7.xml"/><Relationship Id="rId221" Type="http://schemas.openxmlformats.org/officeDocument/2006/relationships/slideLayout" Target="../slideLayouts/slideLayout232.xml"/><Relationship Id="rId37" Type="http://schemas.openxmlformats.org/officeDocument/2006/relationships/slideLayout" Target="../slideLayouts/slideLayout48.xml"/><Relationship Id="rId58" Type="http://schemas.openxmlformats.org/officeDocument/2006/relationships/slideLayout" Target="../slideLayouts/slideLayout69.xml"/><Relationship Id="rId79" Type="http://schemas.openxmlformats.org/officeDocument/2006/relationships/slideLayout" Target="../slideLayouts/slideLayout90.xml"/><Relationship Id="rId102" Type="http://schemas.openxmlformats.org/officeDocument/2006/relationships/slideLayout" Target="../slideLayouts/slideLayout113.xml"/><Relationship Id="rId123" Type="http://schemas.openxmlformats.org/officeDocument/2006/relationships/slideLayout" Target="../slideLayouts/slideLayout134.xml"/><Relationship Id="rId144" Type="http://schemas.openxmlformats.org/officeDocument/2006/relationships/slideLayout" Target="../slideLayouts/slideLayout155.xml"/><Relationship Id="rId90" Type="http://schemas.openxmlformats.org/officeDocument/2006/relationships/slideLayout" Target="../slideLayouts/slideLayout101.xml"/><Relationship Id="rId165" Type="http://schemas.openxmlformats.org/officeDocument/2006/relationships/slideLayout" Target="../slideLayouts/slideLayout176.xml"/><Relationship Id="rId186" Type="http://schemas.openxmlformats.org/officeDocument/2006/relationships/slideLayout" Target="../slideLayouts/slideLayout197.xml"/><Relationship Id="rId211" Type="http://schemas.openxmlformats.org/officeDocument/2006/relationships/slideLayout" Target="../slideLayouts/slideLayout222.xml"/><Relationship Id="rId27" Type="http://schemas.openxmlformats.org/officeDocument/2006/relationships/slideLayout" Target="../slideLayouts/slideLayout38.xml"/><Relationship Id="rId48" Type="http://schemas.openxmlformats.org/officeDocument/2006/relationships/slideLayout" Target="../slideLayouts/slideLayout59.xml"/><Relationship Id="rId69" Type="http://schemas.openxmlformats.org/officeDocument/2006/relationships/slideLayout" Target="../slideLayouts/slideLayout80.xml"/><Relationship Id="rId113" Type="http://schemas.openxmlformats.org/officeDocument/2006/relationships/slideLayout" Target="../slideLayouts/slideLayout124.xml"/><Relationship Id="rId134" Type="http://schemas.openxmlformats.org/officeDocument/2006/relationships/slideLayout" Target="../slideLayouts/slideLayout145.xml"/><Relationship Id="rId80" Type="http://schemas.openxmlformats.org/officeDocument/2006/relationships/slideLayout" Target="../slideLayouts/slideLayout91.xml"/><Relationship Id="rId155" Type="http://schemas.openxmlformats.org/officeDocument/2006/relationships/slideLayout" Target="../slideLayouts/slideLayout166.xml"/><Relationship Id="rId176" Type="http://schemas.openxmlformats.org/officeDocument/2006/relationships/slideLayout" Target="../slideLayouts/slideLayout187.xml"/><Relationship Id="rId197" Type="http://schemas.openxmlformats.org/officeDocument/2006/relationships/slideLayout" Target="../slideLayouts/slideLayout208.xml"/><Relationship Id="rId201" Type="http://schemas.openxmlformats.org/officeDocument/2006/relationships/slideLayout" Target="../slideLayouts/slideLayout212.xml"/><Relationship Id="rId222" Type="http://schemas.openxmlformats.org/officeDocument/2006/relationships/slideLayout" Target="../slideLayouts/slideLayout233.xml"/><Relationship Id="rId17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49.xml"/><Relationship Id="rId59" Type="http://schemas.openxmlformats.org/officeDocument/2006/relationships/slideLayout" Target="../slideLayouts/slideLayout70.xml"/><Relationship Id="rId103" Type="http://schemas.openxmlformats.org/officeDocument/2006/relationships/slideLayout" Target="../slideLayouts/slideLayout114.xml"/><Relationship Id="rId124" Type="http://schemas.openxmlformats.org/officeDocument/2006/relationships/slideLayout" Target="../slideLayouts/slideLayout135.xml"/><Relationship Id="rId70" Type="http://schemas.openxmlformats.org/officeDocument/2006/relationships/slideLayout" Target="../slideLayouts/slideLayout81.xml"/><Relationship Id="rId91" Type="http://schemas.openxmlformats.org/officeDocument/2006/relationships/slideLayout" Target="../slideLayouts/slideLayout102.xml"/><Relationship Id="rId145" Type="http://schemas.openxmlformats.org/officeDocument/2006/relationships/slideLayout" Target="../slideLayouts/slideLayout156.xml"/><Relationship Id="rId166" Type="http://schemas.openxmlformats.org/officeDocument/2006/relationships/slideLayout" Target="../slideLayouts/slideLayout177.xml"/><Relationship Id="rId187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2.xml"/><Relationship Id="rId212" Type="http://schemas.openxmlformats.org/officeDocument/2006/relationships/slideLayout" Target="../slideLayouts/slideLayout223.xml"/><Relationship Id="rId28" Type="http://schemas.openxmlformats.org/officeDocument/2006/relationships/slideLayout" Target="../slideLayouts/slideLayout39.xml"/><Relationship Id="rId49" Type="http://schemas.openxmlformats.org/officeDocument/2006/relationships/slideLayout" Target="../slideLayouts/slideLayout60.xml"/><Relationship Id="rId114" Type="http://schemas.openxmlformats.org/officeDocument/2006/relationships/slideLayout" Target="../slideLayouts/slideLayout125.xml"/><Relationship Id="rId60" Type="http://schemas.openxmlformats.org/officeDocument/2006/relationships/slideLayout" Target="../slideLayouts/slideLayout71.xml"/><Relationship Id="rId81" Type="http://schemas.openxmlformats.org/officeDocument/2006/relationships/slideLayout" Target="../slideLayouts/slideLayout92.xml"/><Relationship Id="rId135" Type="http://schemas.openxmlformats.org/officeDocument/2006/relationships/slideLayout" Target="../slideLayouts/slideLayout146.xml"/><Relationship Id="rId156" Type="http://schemas.openxmlformats.org/officeDocument/2006/relationships/slideLayout" Target="../slideLayouts/slideLayout167.xml"/><Relationship Id="rId177" Type="http://schemas.openxmlformats.org/officeDocument/2006/relationships/slideLayout" Target="../slideLayouts/slideLayout188.xml"/><Relationship Id="rId198" Type="http://schemas.openxmlformats.org/officeDocument/2006/relationships/slideLayout" Target="../slideLayouts/slideLayout209.xml"/><Relationship Id="rId202" Type="http://schemas.openxmlformats.org/officeDocument/2006/relationships/slideLayout" Target="../slideLayouts/slideLayout213.xml"/><Relationship Id="rId223" Type="http://schemas.openxmlformats.org/officeDocument/2006/relationships/slideLayout" Target="../slideLayouts/slideLayout23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61.xml"/><Relationship Id="rId104" Type="http://schemas.openxmlformats.org/officeDocument/2006/relationships/slideLayout" Target="../slideLayouts/slideLayout115.xml"/><Relationship Id="rId125" Type="http://schemas.openxmlformats.org/officeDocument/2006/relationships/slideLayout" Target="../slideLayouts/slideLayout136.xml"/><Relationship Id="rId146" Type="http://schemas.openxmlformats.org/officeDocument/2006/relationships/slideLayout" Target="../slideLayouts/slideLayout157.xml"/><Relationship Id="rId167" Type="http://schemas.openxmlformats.org/officeDocument/2006/relationships/slideLayout" Target="../slideLayouts/slideLayout178.xml"/><Relationship Id="rId188" Type="http://schemas.openxmlformats.org/officeDocument/2006/relationships/slideLayout" Target="../slideLayouts/slideLayout199.xml"/><Relationship Id="rId71" Type="http://schemas.openxmlformats.org/officeDocument/2006/relationships/slideLayout" Target="../slideLayouts/slideLayout82.xml"/><Relationship Id="rId92" Type="http://schemas.openxmlformats.org/officeDocument/2006/relationships/slideLayout" Target="../slideLayouts/slideLayout103.xml"/><Relationship Id="rId213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51.xml"/><Relationship Id="rId115" Type="http://schemas.openxmlformats.org/officeDocument/2006/relationships/slideLayout" Target="../slideLayouts/slideLayout126.xml"/><Relationship Id="rId136" Type="http://schemas.openxmlformats.org/officeDocument/2006/relationships/slideLayout" Target="../slideLayouts/slideLayout147.xml"/><Relationship Id="rId157" Type="http://schemas.openxmlformats.org/officeDocument/2006/relationships/slideLayout" Target="../slideLayouts/slideLayout168.xml"/><Relationship Id="rId178" Type="http://schemas.openxmlformats.org/officeDocument/2006/relationships/slideLayout" Target="../slideLayouts/slideLayout189.xml"/><Relationship Id="rId61" Type="http://schemas.openxmlformats.org/officeDocument/2006/relationships/slideLayout" Target="../slideLayouts/slideLayout72.xml"/><Relationship Id="rId82" Type="http://schemas.openxmlformats.org/officeDocument/2006/relationships/slideLayout" Target="../slideLayouts/slideLayout93.xml"/><Relationship Id="rId199" Type="http://schemas.openxmlformats.org/officeDocument/2006/relationships/slideLayout" Target="../slideLayouts/slideLayout210.xml"/><Relationship Id="rId203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30.xml"/><Relationship Id="rId224" Type="http://schemas.openxmlformats.org/officeDocument/2006/relationships/slideLayout" Target="../slideLayouts/slideLayout235.xml"/><Relationship Id="rId30" Type="http://schemas.openxmlformats.org/officeDocument/2006/relationships/slideLayout" Target="../slideLayouts/slideLayout41.xml"/><Relationship Id="rId105" Type="http://schemas.openxmlformats.org/officeDocument/2006/relationships/slideLayout" Target="../slideLayouts/slideLayout116.xml"/><Relationship Id="rId126" Type="http://schemas.openxmlformats.org/officeDocument/2006/relationships/slideLayout" Target="../slideLayouts/slideLayout137.xml"/><Relationship Id="rId147" Type="http://schemas.openxmlformats.org/officeDocument/2006/relationships/slideLayout" Target="../slideLayouts/slideLayout158.xml"/><Relationship Id="rId168" Type="http://schemas.openxmlformats.org/officeDocument/2006/relationships/slideLayout" Target="../slideLayouts/slideLayout179.xml"/><Relationship Id="rId51" Type="http://schemas.openxmlformats.org/officeDocument/2006/relationships/slideLayout" Target="../slideLayouts/slideLayout62.xml"/><Relationship Id="rId72" Type="http://schemas.openxmlformats.org/officeDocument/2006/relationships/slideLayout" Target="../slideLayouts/slideLayout83.xml"/><Relationship Id="rId93" Type="http://schemas.openxmlformats.org/officeDocument/2006/relationships/slideLayout" Target="../slideLayouts/slideLayout104.xml"/><Relationship Id="rId189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4.xml"/><Relationship Id="rId214" Type="http://schemas.openxmlformats.org/officeDocument/2006/relationships/slideLayout" Target="../slideLayouts/slideLayout2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33D101B-196A-94CE-4B49-CAB09768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E4B4D4-DBD2-C9EB-E9DE-7F5E08A36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532390-4498-7EC9-672A-E533DE67F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A210B-D734-4469-8EFC-2D7862C92331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433279-CACD-634D-5950-A1879C27E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260962-2FF2-9BBA-B12C-F9AAD1FFD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DC617-8B30-4406-920E-779FBCE7DDE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0862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87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  <p:sldLayoutId id="2147483799" r:id="rId139"/>
    <p:sldLayoutId id="2147483800" r:id="rId140"/>
    <p:sldLayoutId id="2147483801" r:id="rId141"/>
    <p:sldLayoutId id="2147483802" r:id="rId142"/>
    <p:sldLayoutId id="2147483803" r:id="rId143"/>
    <p:sldLayoutId id="2147483804" r:id="rId144"/>
    <p:sldLayoutId id="2147483805" r:id="rId145"/>
    <p:sldLayoutId id="2147483806" r:id="rId146"/>
    <p:sldLayoutId id="2147483807" r:id="rId147"/>
    <p:sldLayoutId id="2147483808" r:id="rId148"/>
    <p:sldLayoutId id="2147483809" r:id="rId149"/>
    <p:sldLayoutId id="2147483810" r:id="rId150"/>
    <p:sldLayoutId id="2147483811" r:id="rId151"/>
    <p:sldLayoutId id="2147483812" r:id="rId152"/>
    <p:sldLayoutId id="2147483813" r:id="rId153"/>
    <p:sldLayoutId id="2147483814" r:id="rId154"/>
    <p:sldLayoutId id="2147483815" r:id="rId155"/>
    <p:sldLayoutId id="2147483816" r:id="rId156"/>
    <p:sldLayoutId id="2147483817" r:id="rId157"/>
    <p:sldLayoutId id="2147483818" r:id="rId158"/>
    <p:sldLayoutId id="2147483819" r:id="rId159"/>
    <p:sldLayoutId id="2147483820" r:id="rId160"/>
    <p:sldLayoutId id="2147483821" r:id="rId161"/>
    <p:sldLayoutId id="2147483822" r:id="rId162"/>
    <p:sldLayoutId id="2147483823" r:id="rId163"/>
    <p:sldLayoutId id="2147483824" r:id="rId164"/>
    <p:sldLayoutId id="2147483825" r:id="rId165"/>
    <p:sldLayoutId id="2147483826" r:id="rId166"/>
    <p:sldLayoutId id="2147483827" r:id="rId167"/>
    <p:sldLayoutId id="2147483828" r:id="rId168"/>
    <p:sldLayoutId id="2147483829" r:id="rId169"/>
    <p:sldLayoutId id="2147483830" r:id="rId170"/>
    <p:sldLayoutId id="2147483831" r:id="rId171"/>
    <p:sldLayoutId id="2147483832" r:id="rId172"/>
    <p:sldLayoutId id="2147483833" r:id="rId173"/>
    <p:sldLayoutId id="2147483834" r:id="rId174"/>
    <p:sldLayoutId id="2147483835" r:id="rId175"/>
    <p:sldLayoutId id="2147483836" r:id="rId176"/>
    <p:sldLayoutId id="2147483837" r:id="rId177"/>
    <p:sldLayoutId id="2147483838" r:id="rId178"/>
    <p:sldLayoutId id="2147483839" r:id="rId179"/>
    <p:sldLayoutId id="2147483840" r:id="rId180"/>
    <p:sldLayoutId id="2147483841" r:id="rId181"/>
    <p:sldLayoutId id="2147483842" r:id="rId182"/>
    <p:sldLayoutId id="2147483843" r:id="rId183"/>
    <p:sldLayoutId id="2147483844" r:id="rId184"/>
    <p:sldLayoutId id="2147483845" r:id="rId185"/>
    <p:sldLayoutId id="2147483846" r:id="rId186"/>
    <p:sldLayoutId id="2147483847" r:id="rId187"/>
    <p:sldLayoutId id="2147483848" r:id="rId188"/>
    <p:sldLayoutId id="2147483849" r:id="rId189"/>
    <p:sldLayoutId id="2147483850" r:id="rId190"/>
    <p:sldLayoutId id="2147483851" r:id="rId191"/>
    <p:sldLayoutId id="2147483852" r:id="rId192"/>
    <p:sldLayoutId id="2147483853" r:id="rId193"/>
    <p:sldLayoutId id="2147483854" r:id="rId194"/>
    <p:sldLayoutId id="2147483855" r:id="rId195"/>
    <p:sldLayoutId id="2147483856" r:id="rId196"/>
    <p:sldLayoutId id="2147483857" r:id="rId197"/>
    <p:sldLayoutId id="2147483858" r:id="rId198"/>
    <p:sldLayoutId id="2147483859" r:id="rId199"/>
    <p:sldLayoutId id="2147483860" r:id="rId200"/>
    <p:sldLayoutId id="2147483861" r:id="rId201"/>
    <p:sldLayoutId id="2147483862" r:id="rId202"/>
    <p:sldLayoutId id="2147483863" r:id="rId203"/>
    <p:sldLayoutId id="2147483864" r:id="rId204"/>
    <p:sldLayoutId id="2147483865" r:id="rId205"/>
    <p:sldLayoutId id="2147483866" r:id="rId206"/>
    <p:sldLayoutId id="2147483867" r:id="rId207"/>
    <p:sldLayoutId id="2147483868" r:id="rId208"/>
    <p:sldLayoutId id="2147483869" r:id="rId209"/>
    <p:sldLayoutId id="2147483870" r:id="rId210"/>
    <p:sldLayoutId id="2147483871" r:id="rId211"/>
    <p:sldLayoutId id="2147483872" r:id="rId212"/>
    <p:sldLayoutId id="2147483873" r:id="rId213"/>
    <p:sldLayoutId id="2147483874" r:id="rId214"/>
    <p:sldLayoutId id="2147483875" r:id="rId215"/>
    <p:sldLayoutId id="2147483876" r:id="rId216"/>
    <p:sldLayoutId id="2147483877" r:id="rId217"/>
    <p:sldLayoutId id="2147483878" r:id="rId218"/>
    <p:sldLayoutId id="2147483879" r:id="rId219"/>
    <p:sldLayoutId id="2147483880" r:id="rId220"/>
    <p:sldLayoutId id="2147483881" r:id="rId221"/>
    <p:sldLayoutId id="2147483882" r:id="rId222"/>
    <p:sldLayoutId id="2147483883" r:id="rId223"/>
    <p:sldLayoutId id="2147483884" r:id="rId224"/>
    <p:sldLayoutId id="2147483885" r:id="rId225"/>
    <p:sldLayoutId id="2147483886" r:id="rId226"/>
    <p:sldLayoutId id="2147483887" r:id="rId227"/>
    <p:sldLayoutId id="2147483888" r:id="rId228"/>
    <p:sldLayoutId id="2147483889" r:id="rId229"/>
    <p:sldLayoutId id="2147483890" r:id="rId230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D21F8C7-12E0-4CE2-B2B4-3DEE3BB47035}"/>
              </a:ext>
            </a:extLst>
          </p:cNvPr>
          <p:cNvSpPr txBox="1"/>
          <p:nvPr/>
        </p:nvSpPr>
        <p:spPr>
          <a:xfrm>
            <a:off x="1680088" y="3646182"/>
            <a:ext cx="5612248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67" dirty="0">
                <a:solidFill>
                  <a:srgbClr val="B6B6BD"/>
                </a:solidFill>
                <a:latin typeface="Source Sans Pro"/>
              </a:rPr>
              <a:t>Wie verwaltet man Änderungen von vielen verschiedenen Entwicklern</a:t>
            </a:r>
            <a:endParaRPr kumimoji="0" lang="de-DE" sz="1867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57414-E1D7-4B68-AE57-2C22A4B1A300}"/>
              </a:ext>
            </a:extLst>
          </p:cNvPr>
          <p:cNvSpPr txBox="1"/>
          <p:nvPr/>
        </p:nvSpPr>
        <p:spPr>
          <a:xfrm>
            <a:off x="397566" y="2442940"/>
            <a:ext cx="6894770" cy="1118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Roboto Black" panose="02000000000000000000" pitchFamily="2" charset="0"/>
                <a:cs typeface="+mn-cs"/>
              </a:rPr>
              <a:t>GIT für Entwickler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 panose="020B0606020202050201" pitchFamily="34" charset="0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334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FF5355"/>
                    </a:gs>
                    <a:gs pos="100000">
                      <a:srgbClr val="CE59C4"/>
                    </a:gs>
                    <a:gs pos="1000">
                      <a:srgbClr val="FFC955"/>
                    </a:gs>
                  </a:gsLst>
                  <a:lin ang="8100000" scaled="0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Remote Repositorien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B051B-E820-4754-9C07-E245C0DA7850}"/>
              </a:ext>
            </a:extLst>
          </p:cNvPr>
          <p:cNvSpPr txBox="1"/>
          <p:nvPr/>
        </p:nvSpPr>
        <p:spPr>
          <a:xfrm>
            <a:off x="609600" y="6076279"/>
            <a:ext cx="26416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© 2023 Ben Coepp Publishing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DBB7B-0480-4D69-AB1A-CBC77C7904BB}"/>
              </a:ext>
            </a:extLst>
          </p:cNvPr>
          <p:cNvSpPr txBox="1"/>
          <p:nvPr/>
        </p:nvSpPr>
        <p:spPr>
          <a:xfrm>
            <a:off x="609600" y="40825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8B2DFD-0BD6-4013-8B00-B7D217A68CD6}"/>
              </a:ext>
            </a:extLst>
          </p:cNvPr>
          <p:cNvCxnSpPr>
            <a:cxnSpLocks/>
          </p:cNvCxnSpPr>
          <p:nvPr/>
        </p:nvCxnSpPr>
        <p:spPr>
          <a:xfrm>
            <a:off x="609600" y="6420523"/>
            <a:ext cx="2990490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90D2E-BA9E-4B34-9BC6-3A57DB73BB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-20531"/>
            <a:ext cx="4340351" cy="6858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67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10E2F-1ABB-4BD0-A32D-836CC0B8AB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109083D-E2F8-4D62-88DE-C70082648A7D}"/>
              </a:ext>
            </a:extLst>
          </p:cNvPr>
          <p:cNvSpPr/>
          <p:nvPr/>
        </p:nvSpPr>
        <p:spPr>
          <a:xfrm>
            <a:off x="0" y="0"/>
            <a:ext cx="2895600" cy="6858000"/>
          </a:xfrm>
          <a:custGeom>
            <a:avLst/>
            <a:gdLst>
              <a:gd name="connsiteX0" fmla="*/ 0 w 4343400"/>
              <a:gd name="connsiteY0" fmla="*/ 0 h 10287000"/>
              <a:gd name="connsiteX1" fmla="*/ 4343400 w 4343400"/>
              <a:gd name="connsiteY1" fmla="*/ 0 h 10287000"/>
              <a:gd name="connsiteX2" fmla="*/ 2057400 w 4343400"/>
              <a:gd name="connsiteY2" fmla="*/ 10287000 h 10287000"/>
              <a:gd name="connsiteX3" fmla="*/ 0 w 4343400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3400" h="10287000">
                <a:moveTo>
                  <a:pt x="0" y="0"/>
                </a:moveTo>
                <a:lnTo>
                  <a:pt x="4343400" y="0"/>
                </a:lnTo>
                <a:lnTo>
                  <a:pt x="2057400" y="10287000"/>
                </a:lnTo>
                <a:lnTo>
                  <a:pt x="0" y="10287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E334DF-B59D-46F2-B296-F211CF667F32}"/>
              </a:ext>
            </a:extLst>
          </p:cNvPr>
          <p:cNvSpPr txBox="1"/>
          <p:nvPr/>
        </p:nvSpPr>
        <p:spPr>
          <a:xfrm rot="16200000">
            <a:off x="-2131946" y="2705725"/>
            <a:ext cx="5997715" cy="1446550"/>
          </a:xfrm>
          <a:prstGeom prst="rect">
            <a:avLst/>
          </a:prstGeom>
          <a:noFill/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Remote Repositorien </a:t>
            </a: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Grundlagen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0BF81A-DC00-4BEE-96D1-61632F0B67E4}"/>
              </a:ext>
            </a:extLst>
          </p:cNvPr>
          <p:cNvSpPr txBox="1"/>
          <p:nvPr/>
        </p:nvSpPr>
        <p:spPr>
          <a:xfrm>
            <a:off x="7467600" y="1467800"/>
            <a:ext cx="3810001" cy="10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Synchronisieren von Objekten mit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Remotes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Branches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 verfolgen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FFDCEB-84AF-4EE8-A609-BB926F90B79B}"/>
              </a:ext>
            </a:extLst>
          </p:cNvPr>
          <p:cNvCxnSpPr>
            <a:cxnSpLocks/>
          </p:cNvCxnSpPr>
          <p:nvPr/>
        </p:nvCxnSpPr>
        <p:spPr>
          <a:xfrm>
            <a:off x="5759449" y="5588981"/>
            <a:ext cx="5518151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8432E4E-F536-4AF0-AA67-DA587EA3E023}"/>
              </a:ext>
            </a:extLst>
          </p:cNvPr>
          <p:cNvSpPr txBox="1"/>
          <p:nvPr/>
        </p:nvSpPr>
        <p:spPr>
          <a:xfrm>
            <a:off x="7213601" y="5054600"/>
            <a:ext cx="40640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von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Source Sans Pro Black" panose="020B0803030403020204" pitchFamily="34" charset="0"/>
                <a:cs typeface="+mn-cs"/>
              </a:rPr>
              <a:t> 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 Cöppicus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A56C5D-A638-42A1-BC23-1FFA8EAFFCC2}"/>
              </a:ext>
            </a:extLst>
          </p:cNvPr>
          <p:cNvSpPr txBox="1"/>
          <p:nvPr/>
        </p:nvSpPr>
        <p:spPr>
          <a:xfrm>
            <a:off x="6654801" y="5746214"/>
            <a:ext cx="46228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Tx/>
              <a:buNone/>
              <a:tabLst/>
              <a:defRPr/>
            </a:pPr>
            <a:r>
              <a:rPr kumimoji="0" lang="de-DE" sz="13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16.08.2023 @ </a:t>
            </a:r>
            <a:r>
              <a:rPr kumimoji="0" lang="de-DE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BenCoeppPublishing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83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Synchronisieren von Objekten mit </a:t>
            </a: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Remotes</a:t>
            </a:r>
            <a:endParaRPr kumimoji="0" lang="de-DE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4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68470" y="2063069"/>
            <a:ext cx="67387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Remote-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Repositories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in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sind Kopien eines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Git-Repositories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, die auf einem entfernten Server gehostet werden. Sie ermöglichen es mehreren Personen, an einem Projekt zusammenzuarbeiten, indem sie ihre Änderungen auf einem gemeinsamen Server teilen. Remote-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Repositories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sind ein zentraler Bestandteil der verteilten Natur von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und ermöglichen die effiziente Zusammenarbeit über das Internet.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99E75-A942-4785-87F6-968B84719648}"/>
              </a:ext>
            </a:extLst>
          </p:cNvPr>
          <p:cNvSpPr txBox="1"/>
          <p:nvPr/>
        </p:nvSpPr>
        <p:spPr>
          <a:xfrm>
            <a:off x="2133600" y="5479389"/>
            <a:ext cx="46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933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8766D0"/>
                    </a:gs>
                    <a:gs pos="100000">
                      <a:srgbClr val="6C9FF4"/>
                    </a:gs>
                  </a:gsLst>
                  <a:lin ang="5400000" scaled="1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Definition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8766D0"/>
                  </a:gs>
                  <a:gs pos="100000">
                    <a:srgbClr val="6C9FF4"/>
                  </a:gs>
                </a:gsLst>
                <a:lin ang="5400000" scaled="1"/>
              </a:gradFill>
              <a:effectLst/>
              <a:uLnTx/>
              <a:uFillTx/>
              <a:latin typeface="Source Sans Pro Black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67" b="1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Remote Repository</a:t>
            </a: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96F93CB8-B4EC-483C-9822-E7A778B4F1A0}"/>
              </a:ext>
            </a:extLst>
          </p:cNvPr>
          <p:cNvSpPr>
            <a:spLocks noEditPoints="1"/>
          </p:cNvSpPr>
          <p:nvPr/>
        </p:nvSpPr>
        <p:spPr bwMode="auto">
          <a:xfrm>
            <a:off x="6096000" y="1345113"/>
            <a:ext cx="578596" cy="540717"/>
          </a:xfrm>
          <a:custGeom>
            <a:avLst/>
            <a:gdLst>
              <a:gd name="T0" fmla="*/ 79 w 185"/>
              <a:gd name="T1" fmla="*/ 8 h 172"/>
              <a:gd name="T2" fmla="*/ 79 w 185"/>
              <a:gd name="T3" fmla="*/ 38 h 172"/>
              <a:gd name="T4" fmla="*/ 72 w 185"/>
              <a:gd name="T5" fmla="*/ 46 h 172"/>
              <a:gd name="T6" fmla="*/ 48 w 185"/>
              <a:gd name="T7" fmla="*/ 91 h 172"/>
              <a:gd name="T8" fmla="*/ 72 w 185"/>
              <a:gd name="T9" fmla="*/ 91 h 172"/>
              <a:gd name="T10" fmla="*/ 79 w 185"/>
              <a:gd name="T11" fmla="*/ 99 h 172"/>
              <a:gd name="T12" fmla="*/ 79 w 185"/>
              <a:gd name="T13" fmla="*/ 164 h 172"/>
              <a:gd name="T14" fmla="*/ 72 w 185"/>
              <a:gd name="T15" fmla="*/ 172 h 172"/>
              <a:gd name="T16" fmla="*/ 8 w 185"/>
              <a:gd name="T17" fmla="*/ 172 h 172"/>
              <a:gd name="T18" fmla="*/ 0 w 185"/>
              <a:gd name="T19" fmla="*/ 164 h 172"/>
              <a:gd name="T20" fmla="*/ 0 w 185"/>
              <a:gd name="T21" fmla="*/ 99 h 172"/>
              <a:gd name="T22" fmla="*/ 4 w 185"/>
              <a:gd name="T23" fmla="*/ 59 h 172"/>
              <a:gd name="T24" fmla="*/ 18 w 185"/>
              <a:gd name="T25" fmla="*/ 28 h 172"/>
              <a:gd name="T26" fmla="*/ 41 w 185"/>
              <a:gd name="T27" fmla="*/ 7 h 172"/>
              <a:gd name="T28" fmla="*/ 72 w 185"/>
              <a:gd name="T29" fmla="*/ 0 h 172"/>
              <a:gd name="T30" fmla="*/ 79 w 185"/>
              <a:gd name="T31" fmla="*/ 8 h 172"/>
              <a:gd name="T32" fmla="*/ 177 w 185"/>
              <a:gd name="T33" fmla="*/ 46 h 172"/>
              <a:gd name="T34" fmla="*/ 185 w 185"/>
              <a:gd name="T35" fmla="*/ 38 h 172"/>
              <a:gd name="T36" fmla="*/ 185 w 185"/>
              <a:gd name="T37" fmla="*/ 8 h 172"/>
              <a:gd name="T38" fmla="*/ 177 w 185"/>
              <a:gd name="T39" fmla="*/ 0 h 172"/>
              <a:gd name="T40" fmla="*/ 146 w 185"/>
              <a:gd name="T41" fmla="*/ 7 h 172"/>
              <a:gd name="T42" fmla="*/ 123 w 185"/>
              <a:gd name="T43" fmla="*/ 28 h 172"/>
              <a:gd name="T44" fmla="*/ 109 w 185"/>
              <a:gd name="T45" fmla="*/ 59 h 172"/>
              <a:gd name="T46" fmla="*/ 105 w 185"/>
              <a:gd name="T47" fmla="*/ 99 h 172"/>
              <a:gd name="T48" fmla="*/ 105 w 185"/>
              <a:gd name="T49" fmla="*/ 164 h 172"/>
              <a:gd name="T50" fmla="*/ 113 w 185"/>
              <a:gd name="T51" fmla="*/ 172 h 172"/>
              <a:gd name="T52" fmla="*/ 177 w 185"/>
              <a:gd name="T53" fmla="*/ 172 h 172"/>
              <a:gd name="T54" fmla="*/ 185 w 185"/>
              <a:gd name="T55" fmla="*/ 164 h 172"/>
              <a:gd name="T56" fmla="*/ 185 w 185"/>
              <a:gd name="T57" fmla="*/ 99 h 172"/>
              <a:gd name="T58" fmla="*/ 177 w 185"/>
              <a:gd name="T59" fmla="*/ 91 h 172"/>
              <a:gd name="T60" fmla="*/ 153 w 185"/>
              <a:gd name="T61" fmla="*/ 91 h 172"/>
              <a:gd name="T62" fmla="*/ 177 w 185"/>
              <a:gd name="T63" fmla="*/ 46 h 172"/>
              <a:gd name="T64" fmla="*/ 177 w 185"/>
              <a:gd name="T65" fmla="*/ 46 h 172"/>
              <a:gd name="T66" fmla="*/ 177 w 185"/>
              <a:gd name="T67" fmla="*/ 46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5" h="172">
                <a:moveTo>
                  <a:pt x="79" y="8"/>
                </a:moveTo>
                <a:cubicBezTo>
                  <a:pt x="79" y="38"/>
                  <a:pt x="79" y="38"/>
                  <a:pt x="79" y="38"/>
                </a:cubicBezTo>
                <a:cubicBezTo>
                  <a:pt x="79" y="43"/>
                  <a:pt x="76" y="46"/>
                  <a:pt x="72" y="46"/>
                </a:cubicBezTo>
                <a:cubicBezTo>
                  <a:pt x="57" y="46"/>
                  <a:pt x="49" y="61"/>
                  <a:pt x="48" y="91"/>
                </a:cubicBezTo>
                <a:cubicBezTo>
                  <a:pt x="72" y="91"/>
                  <a:pt x="72" y="91"/>
                  <a:pt x="72" y="91"/>
                </a:cubicBezTo>
                <a:cubicBezTo>
                  <a:pt x="76" y="91"/>
                  <a:pt x="79" y="95"/>
                  <a:pt x="79" y="99"/>
                </a:cubicBezTo>
                <a:cubicBezTo>
                  <a:pt x="79" y="164"/>
                  <a:pt x="79" y="164"/>
                  <a:pt x="79" y="164"/>
                </a:cubicBezTo>
                <a:cubicBezTo>
                  <a:pt x="79" y="168"/>
                  <a:pt x="76" y="172"/>
                  <a:pt x="72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3" y="172"/>
                  <a:pt x="0" y="168"/>
                  <a:pt x="0" y="164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84"/>
                  <a:pt x="1" y="71"/>
                  <a:pt x="4" y="59"/>
                </a:cubicBezTo>
                <a:cubicBezTo>
                  <a:pt x="7" y="47"/>
                  <a:pt x="12" y="37"/>
                  <a:pt x="18" y="28"/>
                </a:cubicBezTo>
                <a:cubicBezTo>
                  <a:pt x="24" y="19"/>
                  <a:pt x="32" y="12"/>
                  <a:pt x="41" y="7"/>
                </a:cubicBezTo>
                <a:cubicBezTo>
                  <a:pt x="50" y="2"/>
                  <a:pt x="60" y="0"/>
                  <a:pt x="72" y="0"/>
                </a:cubicBezTo>
                <a:cubicBezTo>
                  <a:pt x="76" y="0"/>
                  <a:pt x="79" y="3"/>
                  <a:pt x="79" y="8"/>
                </a:cubicBezTo>
                <a:close/>
                <a:moveTo>
                  <a:pt x="177" y="46"/>
                </a:moveTo>
                <a:cubicBezTo>
                  <a:pt x="181" y="46"/>
                  <a:pt x="185" y="43"/>
                  <a:pt x="185" y="38"/>
                </a:cubicBezTo>
                <a:cubicBezTo>
                  <a:pt x="185" y="8"/>
                  <a:pt x="185" y="8"/>
                  <a:pt x="185" y="8"/>
                </a:cubicBezTo>
                <a:cubicBezTo>
                  <a:pt x="185" y="3"/>
                  <a:pt x="181" y="0"/>
                  <a:pt x="177" y="0"/>
                </a:cubicBezTo>
                <a:cubicBezTo>
                  <a:pt x="165" y="0"/>
                  <a:pt x="155" y="2"/>
                  <a:pt x="146" y="7"/>
                </a:cubicBezTo>
                <a:cubicBezTo>
                  <a:pt x="137" y="12"/>
                  <a:pt x="129" y="19"/>
                  <a:pt x="123" y="28"/>
                </a:cubicBezTo>
                <a:cubicBezTo>
                  <a:pt x="117" y="37"/>
                  <a:pt x="112" y="47"/>
                  <a:pt x="109" y="59"/>
                </a:cubicBezTo>
                <a:cubicBezTo>
                  <a:pt x="107" y="71"/>
                  <a:pt x="105" y="84"/>
                  <a:pt x="105" y="99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5" y="168"/>
                  <a:pt x="108" y="172"/>
                  <a:pt x="113" y="172"/>
                </a:cubicBezTo>
                <a:cubicBezTo>
                  <a:pt x="177" y="172"/>
                  <a:pt x="177" y="172"/>
                  <a:pt x="177" y="172"/>
                </a:cubicBezTo>
                <a:cubicBezTo>
                  <a:pt x="181" y="172"/>
                  <a:pt x="185" y="168"/>
                  <a:pt x="185" y="164"/>
                </a:cubicBezTo>
                <a:cubicBezTo>
                  <a:pt x="185" y="99"/>
                  <a:pt x="185" y="99"/>
                  <a:pt x="185" y="99"/>
                </a:cubicBezTo>
                <a:cubicBezTo>
                  <a:pt x="185" y="95"/>
                  <a:pt x="181" y="91"/>
                  <a:pt x="177" y="91"/>
                </a:cubicBezTo>
                <a:cubicBezTo>
                  <a:pt x="153" y="91"/>
                  <a:pt x="153" y="91"/>
                  <a:pt x="153" y="91"/>
                </a:cubicBezTo>
                <a:cubicBezTo>
                  <a:pt x="154" y="61"/>
                  <a:pt x="162" y="46"/>
                  <a:pt x="177" y="46"/>
                </a:cubicBezTo>
                <a:close/>
                <a:moveTo>
                  <a:pt x="177" y="46"/>
                </a:moveTo>
                <a:cubicBezTo>
                  <a:pt x="177" y="46"/>
                  <a:pt x="177" y="46"/>
                  <a:pt x="177" y="46"/>
                </a:cubicBezTo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A9902F-3BFD-4917-9386-5632CF73AD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478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c 24">
            <a:extLst>
              <a:ext uri="{FF2B5EF4-FFF2-40B4-BE49-F238E27FC236}">
                <a16:creationId xmlns:a16="http://schemas.microsoft.com/office/drawing/2014/main" id="{C17E91A2-460A-46A8-9064-46DA30217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0" y="-3"/>
            <a:ext cx="12192000" cy="540529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007653-93A2-42D1-BDBA-904664473287}"/>
              </a:ext>
            </a:extLst>
          </p:cNvPr>
          <p:cNvSpPr/>
          <p:nvPr/>
        </p:nvSpPr>
        <p:spPr>
          <a:xfrm>
            <a:off x="6197600" y="1060053"/>
            <a:ext cx="4826000" cy="1066800"/>
          </a:xfrm>
          <a:prstGeom prst="round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8AD048-C5B7-4F52-8275-AB6BAA8F1863}"/>
              </a:ext>
            </a:extLst>
          </p:cNvPr>
          <p:cNvSpPr/>
          <p:nvPr/>
        </p:nvSpPr>
        <p:spPr>
          <a:xfrm>
            <a:off x="6197600" y="2289175"/>
            <a:ext cx="4826000" cy="1066800"/>
          </a:xfrm>
          <a:prstGeom prst="round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C9DC81-B70B-4B23-9DDE-3BEB6A9953CE}"/>
              </a:ext>
            </a:extLst>
          </p:cNvPr>
          <p:cNvSpPr/>
          <p:nvPr/>
        </p:nvSpPr>
        <p:spPr>
          <a:xfrm>
            <a:off x="6197600" y="3502025"/>
            <a:ext cx="4826000" cy="1066800"/>
          </a:xfrm>
          <a:prstGeom prst="round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CB510A-3562-45B2-B346-49568E2BC3FE}"/>
              </a:ext>
            </a:extLst>
          </p:cNvPr>
          <p:cNvSpPr/>
          <p:nvPr/>
        </p:nvSpPr>
        <p:spPr>
          <a:xfrm>
            <a:off x="6197600" y="4714875"/>
            <a:ext cx="4826000" cy="1066800"/>
          </a:xfrm>
          <a:prstGeom prst="round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pic>
        <p:nvPicPr>
          <p:cNvPr id="11" name="Graphic 10" descr="Boardroom">
            <a:extLst>
              <a:ext uri="{FF2B5EF4-FFF2-40B4-BE49-F238E27FC236}">
                <a16:creationId xmlns:a16="http://schemas.microsoft.com/office/drawing/2014/main" id="{829B5E26-BA3A-4530-B3AF-CC17EAF0B1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628770" y="3730669"/>
            <a:ext cx="584831" cy="584831"/>
          </a:xfrm>
          <a:prstGeom prst="rect">
            <a:avLst/>
          </a:prstGeom>
        </p:spPr>
      </p:pic>
      <p:pic>
        <p:nvPicPr>
          <p:cNvPr id="16" name="Graphic 15" descr="Ambulance with solid fill">
            <a:extLst>
              <a:ext uri="{FF2B5EF4-FFF2-40B4-BE49-F238E27FC236}">
                <a16:creationId xmlns:a16="http://schemas.microsoft.com/office/drawing/2014/main" id="{CD79E4A4-BB50-4710-88C0-7301B69F91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628770" y="4955860"/>
            <a:ext cx="584831" cy="584831"/>
          </a:xfrm>
          <a:prstGeom prst="rect">
            <a:avLst/>
          </a:prstGeom>
        </p:spPr>
      </p:pic>
      <p:pic>
        <p:nvPicPr>
          <p:cNvPr id="17" name="Graphic 16" descr="Bar chart with solid fill">
            <a:extLst>
              <a:ext uri="{FF2B5EF4-FFF2-40B4-BE49-F238E27FC236}">
                <a16:creationId xmlns:a16="http://schemas.microsoft.com/office/drawing/2014/main" id="{7E424560-D58F-4A8E-9D3D-159C1518DA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628770" y="2538727"/>
            <a:ext cx="584831" cy="584831"/>
          </a:xfrm>
          <a:prstGeom prst="rect">
            <a:avLst/>
          </a:prstGeom>
        </p:spPr>
      </p:pic>
      <p:pic>
        <p:nvPicPr>
          <p:cNvPr id="18" name="Graphic 17" descr="Bone with solid fill">
            <a:extLst>
              <a:ext uri="{FF2B5EF4-FFF2-40B4-BE49-F238E27FC236}">
                <a16:creationId xmlns:a16="http://schemas.microsoft.com/office/drawing/2014/main" id="{EB352981-3C2E-4499-9C40-08862CF445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628770" y="1320485"/>
            <a:ext cx="584831" cy="5848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ED394C7-2F8B-4FD4-B7D5-E53544D6610F}"/>
              </a:ext>
            </a:extLst>
          </p:cNvPr>
          <p:cNvSpPr txBox="1"/>
          <p:nvPr/>
        </p:nvSpPr>
        <p:spPr>
          <a:xfrm>
            <a:off x="7644771" y="1414801"/>
            <a:ext cx="30740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Kollaboration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383F9F-77C7-4A69-99D8-C81FEFF91744}"/>
              </a:ext>
            </a:extLst>
          </p:cNvPr>
          <p:cNvSpPr txBox="1"/>
          <p:nvPr/>
        </p:nvSpPr>
        <p:spPr>
          <a:xfrm>
            <a:off x="7644771" y="2627651"/>
            <a:ext cx="30740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Versionsverwaltung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3906E2-0A11-415E-A44C-97554B1C8B2C}"/>
              </a:ext>
            </a:extLst>
          </p:cNvPr>
          <p:cNvSpPr txBox="1"/>
          <p:nvPr/>
        </p:nvSpPr>
        <p:spPr>
          <a:xfrm>
            <a:off x="7644771" y="3828159"/>
            <a:ext cx="30740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Code Reviews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26B507-CF80-4FD0-9427-A60C856A3964}"/>
              </a:ext>
            </a:extLst>
          </p:cNvPr>
          <p:cNvSpPr txBox="1"/>
          <p:nvPr/>
        </p:nvSpPr>
        <p:spPr>
          <a:xfrm>
            <a:off x="7644771" y="5015442"/>
            <a:ext cx="30740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Zugriffskontrolle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0E875B-1A5C-4322-87D3-65B9CA30EDAF}"/>
              </a:ext>
            </a:extLst>
          </p:cNvPr>
          <p:cNvSpPr txBox="1"/>
          <p:nvPr/>
        </p:nvSpPr>
        <p:spPr>
          <a:xfrm>
            <a:off x="184638" y="1060053"/>
            <a:ext cx="5250963" cy="214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Ansible</a:t>
            </a: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86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Ziele eines Remote Repos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586EAB-05F2-498D-9372-3CE52B507141}"/>
              </a:ext>
            </a:extLst>
          </p:cNvPr>
          <p:cNvSpPr txBox="1"/>
          <p:nvPr/>
        </p:nvSpPr>
        <p:spPr>
          <a:xfrm>
            <a:off x="985447" y="3502026"/>
            <a:ext cx="4450154" cy="95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67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Source Sans Pro" panose="020B0503030403020204" pitchFamily="34" charset="0"/>
                <a:cs typeface="+mn-cs"/>
              </a:rPr>
              <a:t>Warum verwenden wir Remote Repos und warum sind diese in der modernen Entwicklung so wichtig.</a:t>
            </a:r>
          </a:p>
        </p:txBody>
      </p:sp>
    </p:spTree>
    <p:extLst>
      <p:ext uri="{BB962C8B-B14F-4D97-AF65-F5344CB8AC3E}">
        <p14:creationId xmlns:p14="http://schemas.microsoft.com/office/powerpoint/2010/main" val="40647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02-SHAPE">
            <a:extLst>
              <a:ext uri="{FF2B5EF4-FFF2-40B4-BE49-F238E27FC236}">
                <a16:creationId xmlns:a16="http://schemas.microsoft.com/office/drawing/2014/main" id="{F751672F-1526-471B-9C73-119F6EA78C9C}"/>
              </a:ext>
            </a:extLst>
          </p:cNvPr>
          <p:cNvSpPr/>
          <p:nvPr/>
        </p:nvSpPr>
        <p:spPr>
          <a:xfrm rot="10800000" flipH="1" flipV="1">
            <a:off x="761999" y="762000"/>
            <a:ext cx="10668002" cy="5334000"/>
          </a:xfrm>
          <a:prstGeom prst="roundRect">
            <a:avLst>
              <a:gd name="adj" fmla="val 1078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3" name="01-SHAPE">
            <a:extLst>
              <a:ext uri="{FF2B5EF4-FFF2-40B4-BE49-F238E27FC236}">
                <a16:creationId xmlns:a16="http://schemas.microsoft.com/office/drawing/2014/main" id="{C1AE8225-4276-4FE4-8A35-352AF38EE722}"/>
              </a:ext>
            </a:extLst>
          </p:cNvPr>
          <p:cNvSpPr/>
          <p:nvPr/>
        </p:nvSpPr>
        <p:spPr>
          <a:xfrm flipH="1">
            <a:off x="761998" y="762000"/>
            <a:ext cx="10668002" cy="1341120"/>
          </a:xfrm>
          <a:prstGeom prst="roundRect">
            <a:avLst>
              <a:gd name="adj" fmla="val 2059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33310-4B60-4AAB-A530-7E3FF7D4BEB5}"/>
              </a:ext>
            </a:extLst>
          </p:cNvPr>
          <p:cNvSpPr txBox="1"/>
          <p:nvPr/>
        </p:nvSpPr>
        <p:spPr>
          <a:xfrm>
            <a:off x="1168401" y="1032451"/>
            <a:ext cx="4580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Kollaboration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4516BE-F363-4A54-B419-FE256AC3242D}"/>
              </a:ext>
            </a:extLst>
          </p:cNvPr>
          <p:cNvSpPr txBox="1"/>
          <p:nvPr/>
        </p:nvSpPr>
        <p:spPr>
          <a:xfrm>
            <a:off x="6443332" y="1032451"/>
            <a:ext cx="4369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Mehrere Entwickler können gleichzeitig an einem Projekt arbeiten und ihre Änderungen mit dem Remote-Repository teilen.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6679C9-7591-40C9-A008-114F55922001}"/>
              </a:ext>
            </a:extLst>
          </p:cNvPr>
          <p:cNvSpPr txBox="1"/>
          <p:nvPr/>
        </p:nvSpPr>
        <p:spPr>
          <a:xfrm>
            <a:off x="761999" y="5025332"/>
            <a:ext cx="4986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Zugriffskontrolle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A6FE87-542E-433E-A3B5-DE34B4A4D40C}"/>
              </a:ext>
            </a:extLst>
          </p:cNvPr>
          <p:cNvSpPr txBox="1"/>
          <p:nvPr/>
        </p:nvSpPr>
        <p:spPr>
          <a:xfrm>
            <a:off x="6443332" y="4902221"/>
            <a:ext cx="43693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Remote-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Repositories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ermöglichen es, Zugriffsrechte auf bestimmte Personen oder Teams zu beschränken, um die Sicherheit zu gewährleisten.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62BEB-044F-4A66-A90B-3A470272DAF0}"/>
              </a:ext>
            </a:extLst>
          </p:cNvPr>
          <p:cNvSpPr txBox="1"/>
          <p:nvPr/>
        </p:nvSpPr>
        <p:spPr>
          <a:xfrm>
            <a:off x="854765" y="3694371"/>
            <a:ext cx="4893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Code Reviews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86D99A-4C01-4516-85F6-0962CD75F5B5}"/>
              </a:ext>
            </a:extLst>
          </p:cNvPr>
          <p:cNvSpPr txBox="1"/>
          <p:nvPr/>
        </p:nvSpPr>
        <p:spPr>
          <a:xfrm>
            <a:off x="6443332" y="3694371"/>
            <a:ext cx="43693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Plattformen wie GitHub und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GitLab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bieten Funktionen für Code-Reviews und Pull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Requests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, die eine effiziente Überprüfung von Änderungen ermöglichen.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1FFB63-E71B-471F-A50D-FDF16C340F3A}"/>
              </a:ext>
            </a:extLst>
          </p:cNvPr>
          <p:cNvSpPr txBox="1"/>
          <p:nvPr/>
        </p:nvSpPr>
        <p:spPr>
          <a:xfrm>
            <a:off x="1168401" y="2455742"/>
            <a:ext cx="4580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Versionsverwaltung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DE71A9-0952-4D9C-992D-DC1B21DFC30E}"/>
              </a:ext>
            </a:extLst>
          </p:cNvPr>
          <p:cNvSpPr txBox="1"/>
          <p:nvPr/>
        </p:nvSpPr>
        <p:spPr>
          <a:xfrm>
            <a:off x="6443332" y="2486521"/>
            <a:ext cx="4369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Remote-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Repositories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dienen als zentrale Datenbank für das Projekt, wodurch die gesamte Versionsverwaltung und Historie gesichert wird.</a:t>
            </a:r>
          </a:p>
        </p:txBody>
      </p:sp>
    </p:spTree>
    <p:extLst>
      <p:ext uri="{BB962C8B-B14F-4D97-AF65-F5344CB8AC3E}">
        <p14:creationId xmlns:p14="http://schemas.microsoft.com/office/powerpoint/2010/main" val="394135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02-SHAPE">
            <a:extLst>
              <a:ext uri="{FF2B5EF4-FFF2-40B4-BE49-F238E27FC236}">
                <a16:creationId xmlns:a16="http://schemas.microsoft.com/office/drawing/2014/main" id="{F751672F-1526-471B-9C73-119F6EA78C9C}"/>
              </a:ext>
            </a:extLst>
          </p:cNvPr>
          <p:cNvSpPr/>
          <p:nvPr/>
        </p:nvSpPr>
        <p:spPr>
          <a:xfrm rot="10800000" flipH="1" flipV="1">
            <a:off x="761999" y="762000"/>
            <a:ext cx="10668002" cy="5334000"/>
          </a:xfrm>
          <a:prstGeom prst="roundRect">
            <a:avLst>
              <a:gd name="adj" fmla="val 1078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30" name="01-SHAPE">
            <a:extLst>
              <a:ext uri="{FF2B5EF4-FFF2-40B4-BE49-F238E27FC236}">
                <a16:creationId xmlns:a16="http://schemas.microsoft.com/office/drawing/2014/main" id="{06BD3894-BB7E-4805-B7A2-77839958458E}"/>
              </a:ext>
            </a:extLst>
          </p:cNvPr>
          <p:cNvSpPr/>
          <p:nvPr/>
        </p:nvSpPr>
        <p:spPr>
          <a:xfrm flipH="1" flipV="1">
            <a:off x="761998" y="2092960"/>
            <a:ext cx="10668002" cy="1341120"/>
          </a:xfrm>
          <a:prstGeom prst="roundRect">
            <a:avLst>
              <a:gd name="adj" fmla="val 2059"/>
            </a:avLst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9C693F-5953-4D55-8B29-E603998D5D5A}"/>
              </a:ext>
            </a:extLst>
          </p:cNvPr>
          <p:cNvSpPr txBox="1"/>
          <p:nvPr/>
        </p:nvSpPr>
        <p:spPr>
          <a:xfrm>
            <a:off x="1168401" y="2455742"/>
            <a:ext cx="4580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Versionsverwaltung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33DDBF-3845-41F0-A25F-7858DFCD45DA}"/>
              </a:ext>
            </a:extLst>
          </p:cNvPr>
          <p:cNvSpPr txBox="1"/>
          <p:nvPr/>
        </p:nvSpPr>
        <p:spPr>
          <a:xfrm>
            <a:off x="6443332" y="2486521"/>
            <a:ext cx="4369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Remote-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Repositories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dienen als zentrale Datenbank für das Projekt, wodurch die gesamte Versionsverwaltung und Historie gesichert wird.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56D1A-5B5A-4EA0-B05F-441B9CD6B729}"/>
              </a:ext>
            </a:extLst>
          </p:cNvPr>
          <p:cNvSpPr txBox="1"/>
          <p:nvPr/>
        </p:nvSpPr>
        <p:spPr>
          <a:xfrm>
            <a:off x="761999" y="3694371"/>
            <a:ext cx="4986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7200" b="1">
                <a:solidFill>
                  <a:schemeClr val="bg1">
                    <a:alpha val="15000"/>
                  </a:schemeClr>
                </a:solidFill>
                <a:latin typeface="+mj-lt"/>
                <a:ea typeface="Roboto Black" panose="02000000000000000000" pitchFamily="2" charset="0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Code Reviews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543281-C08D-4844-83ED-CA26CD26B794}"/>
              </a:ext>
            </a:extLst>
          </p:cNvPr>
          <p:cNvSpPr txBox="1"/>
          <p:nvPr/>
        </p:nvSpPr>
        <p:spPr>
          <a:xfrm>
            <a:off x="6443332" y="3694371"/>
            <a:ext cx="43693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>
              <a:defRPr sz="2400">
                <a:solidFill>
                  <a:schemeClr val="bg1">
                    <a:alpha val="15000"/>
                  </a:schemeClr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Plattformen wie GitHub und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GitLab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bieten Funktionen für Code-Reviews und Pull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Requests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, die eine effiziente Überprüfung von Änderungen ermöglichen.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1559FE-0D14-49D5-96CA-13F994229820}"/>
              </a:ext>
            </a:extLst>
          </p:cNvPr>
          <p:cNvSpPr txBox="1"/>
          <p:nvPr/>
        </p:nvSpPr>
        <p:spPr>
          <a:xfrm>
            <a:off x="1168401" y="1032451"/>
            <a:ext cx="4580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7200" b="1">
                <a:solidFill>
                  <a:schemeClr val="bg1">
                    <a:alpha val="15000"/>
                  </a:schemeClr>
                </a:solidFill>
                <a:latin typeface="+mj-lt"/>
                <a:ea typeface="Roboto Black" panose="02000000000000000000" pitchFamily="2" charset="0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Kollaboration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64DF8A-60F9-4DA6-A0A4-DAB547ADA888}"/>
              </a:ext>
            </a:extLst>
          </p:cNvPr>
          <p:cNvSpPr txBox="1"/>
          <p:nvPr/>
        </p:nvSpPr>
        <p:spPr>
          <a:xfrm>
            <a:off x="6443332" y="1032451"/>
            <a:ext cx="4369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>
              <a:defRPr sz="2400">
                <a:solidFill>
                  <a:schemeClr val="bg1">
                    <a:alpha val="15000"/>
                  </a:schemeClr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Mehrere Entwickler können gleichzeitig an einem Projekt arbeiten und ihre Änderungen mit dem Remote-Repository teilen.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8E5D0B-199E-4CC7-AEC8-26C673AF71B6}"/>
              </a:ext>
            </a:extLst>
          </p:cNvPr>
          <p:cNvSpPr txBox="1"/>
          <p:nvPr/>
        </p:nvSpPr>
        <p:spPr>
          <a:xfrm>
            <a:off x="1168401" y="5025332"/>
            <a:ext cx="45802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7200" b="1">
                <a:solidFill>
                  <a:schemeClr val="bg1">
                    <a:alpha val="15000"/>
                  </a:schemeClr>
                </a:solidFill>
                <a:latin typeface="+mj-lt"/>
                <a:ea typeface="Roboto Black" panose="02000000000000000000" pitchFamily="2" charset="0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Zugriffskontrolle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EB0BE0-323A-43C0-8067-1F74FF4C92E0}"/>
              </a:ext>
            </a:extLst>
          </p:cNvPr>
          <p:cNvSpPr txBox="1"/>
          <p:nvPr/>
        </p:nvSpPr>
        <p:spPr>
          <a:xfrm>
            <a:off x="6443331" y="4871443"/>
            <a:ext cx="43693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>
              <a:defRPr sz="2400">
                <a:solidFill>
                  <a:schemeClr val="bg1">
                    <a:alpha val="15000"/>
                  </a:schemeClr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Remote-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Repositories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ermöglichen es, Zugriffsrechte auf bestimmte Personen oder Teams zu beschränken, um die Sicherheit zu gewährleisten.</a:t>
            </a:r>
          </a:p>
        </p:txBody>
      </p:sp>
    </p:spTree>
    <p:extLst>
      <p:ext uri="{BB962C8B-B14F-4D97-AF65-F5344CB8AC3E}">
        <p14:creationId xmlns:p14="http://schemas.microsoft.com/office/powerpoint/2010/main" val="5569923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02-SHAPE">
            <a:extLst>
              <a:ext uri="{FF2B5EF4-FFF2-40B4-BE49-F238E27FC236}">
                <a16:creationId xmlns:a16="http://schemas.microsoft.com/office/drawing/2014/main" id="{F751672F-1526-471B-9C73-119F6EA78C9C}"/>
              </a:ext>
            </a:extLst>
          </p:cNvPr>
          <p:cNvSpPr/>
          <p:nvPr/>
        </p:nvSpPr>
        <p:spPr>
          <a:xfrm rot="10800000" flipH="1" flipV="1">
            <a:off x="761999" y="762000"/>
            <a:ext cx="10668002" cy="5334000"/>
          </a:xfrm>
          <a:prstGeom prst="roundRect">
            <a:avLst>
              <a:gd name="adj" fmla="val 1078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34" name="01-SHAPE">
            <a:extLst>
              <a:ext uri="{FF2B5EF4-FFF2-40B4-BE49-F238E27FC236}">
                <a16:creationId xmlns:a16="http://schemas.microsoft.com/office/drawing/2014/main" id="{3924B7AB-5D11-4DEC-913F-965503468157}"/>
              </a:ext>
            </a:extLst>
          </p:cNvPr>
          <p:cNvSpPr/>
          <p:nvPr/>
        </p:nvSpPr>
        <p:spPr>
          <a:xfrm flipH="1">
            <a:off x="761998" y="3423920"/>
            <a:ext cx="10668002" cy="1341120"/>
          </a:xfrm>
          <a:prstGeom prst="roundRect">
            <a:avLst>
              <a:gd name="adj" fmla="val 2059"/>
            </a:avLst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0CF4B5-C393-4635-9777-E2890F27EFF8}"/>
              </a:ext>
            </a:extLst>
          </p:cNvPr>
          <p:cNvSpPr txBox="1"/>
          <p:nvPr/>
        </p:nvSpPr>
        <p:spPr>
          <a:xfrm>
            <a:off x="761997" y="3694371"/>
            <a:ext cx="4986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Code Reviews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410783-4D13-4589-8375-60B2F1325519}"/>
              </a:ext>
            </a:extLst>
          </p:cNvPr>
          <p:cNvSpPr txBox="1"/>
          <p:nvPr/>
        </p:nvSpPr>
        <p:spPr>
          <a:xfrm>
            <a:off x="6443332" y="3577810"/>
            <a:ext cx="43693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Plattformen wie GitHub und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GitLab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bieten Funktionen für Code-Reviews und Pull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Requests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, die eine effiziente Überprüfung von Änderungen ermöglichen.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38DC83-602F-44D9-A6A5-CFEE8A6F6933}"/>
              </a:ext>
            </a:extLst>
          </p:cNvPr>
          <p:cNvSpPr txBox="1"/>
          <p:nvPr/>
        </p:nvSpPr>
        <p:spPr>
          <a:xfrm>
            <a:off x="1168401" y="2455742"/>
            <a:ext cx="4580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7200" b="1">
                <a:solidFill>
                  <a:schemeClr val="bg1">
                    <a:alpha val="15000"/>
                  </a:schemeClr>
                </a:solidFill>
                <a:latin typeface="+mj-lt"/>
                <a:ea typeface="Roboto Black" panose="02000000000000000000" pitchFamily="2" charset="0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Versionsverwaltung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71C9C5-64BB-4E0B-9AAB-18C2E969D342}"/>
              </a:ext>
            </a:extLst>
          </p:cNvPr>
          <p:cNvSpPr txBox="1"/>
          <p:nvPr/>
        </p:nvSpPr>
        <p:spPr>
          <a:xfrm>
            <a:off x="6443332" y="2486521"/>
            <a:ext cx="4369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>
              <a:defRPr sz="2400">
                <a:solidFill>
                  <a:schemeClr val="bg1">
                    <a:alpha val="15000"/>
                  </a:schemeClr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Remote-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Repositories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dienen als zentrale Datenbank für das Projekt, wodurch die gesamte Versionsverwaltung und Historie gesichert wird.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53DBFC-97E5-4D3A-8514-54031A61C1AA}"/>
              </a:ext>
            </a:extLst>
          </p:cNvPr>
          <p:cNvSpPr txBox="1"/>
          <p:nvPr/>
        </p:nvSpPr>
        <p:spPr>
          <a:xfrm>
            <a:off x="1168401" y="1032451"/>
            <a:ext cx="4580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7200" b="1">
                <a:solidFill>
                  <a:schemeClr val="bg1">
                    <a:alpha val="15000"/>
                  </a:schemeClr>
                </a:solidFill>
                <a:latin typeface="+mj-lt"/>
                <a:ea typeface="Roboto Black" panose="02000000000000000000" pitchFamily="2" charset="0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Kollaboration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086311-70E1-4337-A31D-E87AEACC8441}"/>
              </a:ext>
            </a:extLst>
          </p:cNvPr>
          <p:cNvSpPr txBox="1"/>
          <p:nvPr/>
        </p:nvSpPr>
        <p:spPr>
          <a:xfrm>
            <a:off x="6443332" y="1032451"/>
            <a:ext cx="4369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>
              <a:defRPr sz="2400">
                <a:solidFill>
                  <a:schemeClr val="bg1">
                    <a:alpha val="15000"/>
                  </a:schemeClr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Mehrere Entwickler können gleichzeitig an einem Projekt arbeiten und ihre Änderungen mit dem Remote-Repository teilen.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BE3DDC-6019-4C7B-A9CA-B7A55DED085A}"/>
              </a:ext>
            </a:extLst>
          </p:cNvPr>
          <p:cNvSpPr txBox="1"/>
          <p:nvPr/>
        </p:nvSpPr>
        <p:spPr>
          <a:xfrm>
            <a:off x="1168401" y="5025332"/>
            <a:ext cx="45802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7200" b="1">
                <a:solidFill>
                  <a:schemeClr val="bg1">
                    <a:alpha val="15000"/>
                  </a:schemeClr>
                </a:solidFill>
                <a:latin typeface="+mj-lt"/>
                <a:ea typeface="Roboto Black" panose="02000000000000000000" pitchFamily="2" charset="0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Zugriffskontrolle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376F05-83B8-4770-BF01-1DFF37BFF317}"/>
              </a:ext>
            </a:extLst>
          </p:cNvPr>
          <p:cNvSpPr txBox="1"/>
          <p:nvPr/>
        </p:nvSpPr>
        <p:spPr>
          <a:xfrm>
            <a:off x="6443332" y="4902221"/>
            <a:ext cx="43693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>
              <a:defRPr sz="2400">
                <a:solidFill>
                  <a:schemeClr val="bg1">
                    <a:alpha val="15000"/>
                  </a:schemeClr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Remote-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Repositories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ermöglichen es, Zugriffsrechte auf bestimmte Personen oder Teams zu beschränken, um die Sicherheit zu gewährleisten.</a:t>
            </a:r>
          </a:p>
        </p:txBody>
      </p:sp>
    </p:spTree>
    <p:extLst>
      <p:ext uri="{BB962C8B-B14F-4D97-AF65-F5344CB8AC3E}">
        <p14:creationId xmlns:p14="http://schemas.microsoft.com/office/powerpoint/2010/main" val="35658030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02-SHAPE">
            <a:extLst>
              <a:ext uri="{FF2B5EF4-FFF2-40B4-BE49-F238E27FC236}">
                <a16:creationId xmlns:a16="http://schemas.microsoft.com/office/drawing/2014/main" id="{F751672F-1526-471B-9C73-119F6EA78C9C}"/>
              </a:ext>
            </a:extLst>
          </p:cNvPr>
          <p:cNvSpPr/>
          <p:nvPr/>
        </p:nvSpPr>
        <p:spPr>
          <a:xfrm rot="10800000" flipH="1" flipV="1">
            <a:off x="761999" y="762000"/>
            <a:ext cx="10668002" cy="5334000"/>
          </a:xfrm>
          <a:prstGeom prst="roundRect">
            <a:avLst>
              <a:gd name="adj" fmla="val 1078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38" name="01-SHAPE">
            <a:extLst>
              <a:ext uri="{FF2B5EF4-FFF2-40B4-BE49-F238E27FC236}">
                <a16:creationId xmlns:a16="http://schemas.microsoft.com/office/drawing/2014/main" id="{A655EC11-1C28-4FE3-A5AC-8593F46E8BA7}"/>
              </a:ext>
            </a:extLst>
          </p:cNvPr>
          <p:cNvSpPr/>
          <p:nvPr/>
        </p:nvSpPr>
        <p:spPr>
          <a:xfrm flipH="1" flipV="1">
            <a:off x="761998" y="4754881"/>
            <a:ext cx="10668002" cy="1341120"/>
          </a:xfrm>
          <a:prstGeom prst="roundRect">
            <a:avLst>
              <a:gd name="adj" fmla="val 2059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7C342B-E1B2-484B-B48B-7162E2BA672A}"/>
              </a:ext>
            </a:extLst>
          </p:cNvPr>
          <p:cNvSpPr txBox="1"/>
          <p:nvPr/>
        </p:nvSpPr>
        <p:spPr>
          <a:xfrm>
            <a:off x="1168401" y="5025332"/>
            <a:ext cx="45802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Zugriffskontrolle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1B95A6-6E2A-4E6D-9230-9A52A5702A69}"/>
              </a:ext>
            </a:extLst>
          </p:cNvPr>
          <p:cNvSpPr txBox="1"/>
          <p:nvPr/>
        </p:nvSpPr>
        <p:spPr>
          <a:xfrm>
            <a:off x="6443331" y="4886832"/>
            <a:ext cx="43693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Remote-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Repositories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ermöglichen es, Zugriffsrechte auf bestimmte Personen oder Teams zu beschränken, um die Sicherheit zu gewährleisten.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F1881B-966E-4DC3-880E-3938584B5B12}"/>
              </a:ext>
            </a:extLst>
          </p:cNvPr>
          <p:cNvSpPr txBox="1"/>
          <p:nvPr/>
        </p:nvSpPr>
        <p:spPr>
          <a:xfrm>
            <a:off x="1055076" y="2455742"/>
            <a:ext cx="4693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7200" b="1">
                <a:solidFill>
                  <a:schemeClr val="bg1">
                    <a:alpha val="15000"/>
                  </a:schemeClr>
                </a:solidFill>
                <a:latin typeface="+mj-lt"/>
                <a:ea typeface="Roboto Black" panose="02000000000000000000" pitchFamily="2" charset="0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Versionsverwaltung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913044-0EFC-4303-897E-F56627E65ECB}"/>
              </a:ext>
            </a:extLst>
          </p:cNvPr>
          <p:cNvSpPr txBox="1"/>
          <p:nvPr/>
        </p:nvSpPr>
        <p:spPr>
          <a:xfrm>
            <a:off x="6443331" y="2444521"/>
            <a:ext cx="4369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>
              <a:defRPr sz="2400">
                <a:solidFill>
                  <a:schemeClr val="bg1">
                    <a:alpha val="15000"/>
                  </a:schemeClr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Remote-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Repositories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dienen als zentrale Datenbank für das Projekt, wodurch die gesamte Versionsverwaltung und Historie gesichert wird.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8AB7F6-3F26-4EF4-B5BE-5D5D833F5A8B}"/>
              </a:ext>
            </a:extLst>
          </p:cNvPr>
          <p:cNvSpPr txBox="1"/>
          <p:nvPr/>
        </p:nvSpPr>
        <p:spPr>
          <a:xfrm>
            <a:off x="761997" y="3694371"/>
            <a:ext cx="4986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7200" b="1">
                <a:solidFill>
                  <a:schemeClr val="bg1">
                    <a:alpha val="15000"/>
                  </a:schemeClr>
                </a:solidFill>
                <a:latin typeface="+mj-lt"/>
                <a:ea typeface="Roboto Black" panose="02000000000000000000" pitchFamily="2" charset="0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Code Reviews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849D4F-7042-42D7-920F-5E6FB64A5DE6}"/>
              </a:ext>
            </a:extLst>
          </p:cNvPr>
          <p:cNvSpPr txBox="1"/>
          <p:nvPr/>
        </p:nvSpPr>
        <p:spPr>
          <a:xfrm>
            <a:off x="6443331" y="3582482"/>
            <a:ext cx="43693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>
              <a:defRPr sz="2400">
                <a:solidFill>
                  <a:schemeClr val="bg1">
                    <a:alpha val="15000"/>
                  </a:schemeClr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Plattformen wie GitHub und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GitLab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bieten Funktionen für Code-Reviews und Pull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Requests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, die eine effiziente Überprüfung von Änderungen ermöglichen.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33E2B-8AC6-4346-AE77-26BE1AEBDAAD}"/>
              </a:ext>
            </a:extLst>
          </p:cNvPr>
          <p:cNvSpPr txBox="1"/>
          <p:nvPr/>
        </p:nvSpPr>
        <p:spPr>
          <a:xfrm>
            <a:off x="1168401" y="1032451"/>
            <a:ext cx="4580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r">
              <a:defRPr sz="7200" b="1">
                <a:solidFill>
                  <a:schemeClr val="bg1">
                    <a:alpha val="15000"/>
                  </a:schemeClr>
                </a:solidFill>
                <a:latin typeface="+mj-lt"/>
                <a:ea typeface="Roboto Black" panose="02000000000000000000" pitchFamily="2" charset="0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 Black"/>
                <a:ea typeface="Roboto Black" panose="02000000000000000000" pitchFamily="2" charset="0"/>
                <a:cs typeface="+mn-cs"/>
              </a:rPr>
              <a:t>Kollaboration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DCA1EE-6F94-4482-AC4F-777749821BC9}"/>
              </a:ext>
            </a:extLst>
          </p:cNvPr>
          <p:cNvSpPr txBox="1"/>
          <p:nvPr/>
        </p:nvSpPr>
        <p:spPr>
          <a:xfrm>
            <a:off x="6443332" y="1032451"/>
            <a:ext cx="4369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>
              <a:defRPr sz="2400">
                <a:solidFill>
                  <a:schemeClr val="bg1">
                    <a:alpha val="15000"/>
                  </a:schemeClr>
                </a:solidFill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15000"/>
                  </a:srgbClr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Mehrere Entwickler können gleichzeitig an einem Projekt arbeiten und ihre Änderungen mit dem Remote-Repository teilen.</a:t>
            </a:r>
          </a:p>
        </p:txBody>
      </p:sp>
    </p:spTree>
    <p:extLst>
      <p:ext uri="{BB962C8B-B14F-4D97-AF65-F5344CB8AC3E}">
        <p14:creationId xmlns:p14="http://schemas.microsoft.com/office/powerpoint/2010/main" val="79668615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D415B99-998B-FF46-BCEB-F2D96F4A5973}"/>
              </a:ext>
            </a:extLst>
          </p:cNvPr>
          <p:cNvSpPr txBox="1"/>
          <p:nvPr/>
        </p:nvSpPr>
        <p:spPr>
          <a:xfrm>
            <a:off x="1387230" y="1736293"/>
            <a:ext cx="47752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Recherche Aufgabe</a:t>
            </a: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Finden Sie heraus wie Sie Ihren lokalen Stand mit einem remote Stand synchron halten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454B15-01F0-D149-B4D7-3EB7782D1709}"/>
              </a:ext>
            </a:extLst>
          </p:cNvPr>
          <p:cNvSpPr/>
          <p:nvPr/>
        </p:nvSpPr>
        <p:spPr>
          <a:xfrm>
            <a:off x="7010400" y="2057400"/>
            <a:ext cx="2743200" cy="2743200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DB8E6-E786-9547-AA89-EF86BE4DBCA4}"/>
              </a:ext>
            </a:extLst>
          </p:cNvPr>
          <p:cNvSpPr txBox="1"/>
          <p:nvPr/>
        </p:nvSpPr>
        <p:spPr>
          <a:xfrm>
            <a:off x="7264400" y="2172246"/>
            <a:ext cx="2235200" cy="254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34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?</a:t>
            </a:r>
            <a:endParaRPr kumimoji="0" lang="uk-UA" sz="15934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761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Branches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verfolgen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20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D415B99-998B-FF46-BCEB-F2D96F4A5973}"/>
              </a:ext>
            </a:extLst>
          </p:cNvPr>
          <p:cNvSpPr txBox="1"/>
          <p:nvPr/>
        </p:nvSpPr>
        <p:spPr>
          <a:xfrm>
            <a:off x="1457570" y="1736293"/>
            <a:ext cx="47752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Recherche Aufgabe</a:t>
            </a: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Suchen Sie 3 Möglichkeiten raus um Ihre Remote </a:t>
            </a:r>
            <a:r>
              <a:rPr kumimoji="0" lang="de-DE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Branches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sich ansehen zu können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454B15-01F0-D149-B4D7-3EB7782D1709}"/>
              </a:ext>
            </a:extLst>
          </p:cNvPr>
          <p:cNvSpPr/>
          <p:nvPr/>
        </p:nvSpPr>
        <p:spPr>
          <a:xfrm>
            <a:off x="7010400" y="2057400"/>
            <a:ext cx="2743200" cy="2743200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DB8E6-E786-9547-AA89-EF86BE4DBCA4}"/>
              </a:ext>
            </a:extLst>
          </p:cNvPr>
          <p:cNvSpPr txBox="1"/>
          <p:nvPr/>
        </p:nvSpPr>
        <p:spPr>
          <a:xfrm>
            <a:off x="7264400" y="2172246"/>
            <a:ext cx="2235200" cy="254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34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?</a:t>
            </a:r>
            <a:endParaRPr kumimoji="0" lang="uk-UA" sz="15934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782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NARAL LAYOUTS">
  <a:themeElements>
    <a:clrScheme name="VIVID21-00-Default">
      <a:dk1>
        <a:srgbClr val="171C30"/>
      </a:dk1>
      <a:lt1>
        <a:srgbClr val="FFFFFF"/>
      </a:lt1>
      <a:dk2>
        <a:srgbClr val="B6B6BD"/>
      </a:dk2>
      <a:lt2>
        <a:srgbClr val="F2F2F5"/>
      </a:lt2>
      <a:accent1>
        <a:srgbClr val="FFC955"/>
      </a:accent1>
      <a:accent2>
        <a:srgbClr val="FF5355"/>
      </a:accent2>
      <a:accent3>
        <a:srgbClr val="CE59C4"/>
      </a:accent3>
      <a:accent4>
        <a:srgbClr val="8766D0"/>
      </a:accent4>
      <a:accent5>
        <a:srgbClr val="6C9FF4"/>
      </a:accent5>
      <a:accent6>
        <a:srgbClr val="5BC9B0"/>
      </a:accent6>
      <a:hlink>
        <a:srgbClr val="6C9FF4"/>
      </a:hlink>
      <a:folHlink>
        <a:srgbClr val="5BC9B0"/>
      </a:folHlink>
    </a:clrScheme>
    <a:fontScheme name="Source Pro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 cap="sq">
          <a:solidFill>
            <a:schemeClr val="accent4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</Words>
  <Application>Microsoft Office PowerPoint</Application>
  <PresentationFormat>Breitbild</PresentationFormat>
  <Paragraphs>67</Paragraphs>
  <Slides>12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12</vt:i4>
      </vt:variant>
    </vt:vector>
  </HeadingPairs>
  <TitlesOfParts>
    <vt:vector size="21" baseType="lpstr">
      <vt:lpstr>Arial</vt:lpstr>
      <vt:lpstr>Bebas Neue</vt:lpstr>
      <vt:lpstr>Calibri</vt:lpstr>
      <vt:lpstr>Calibri Light</vt:lpstr>
      <vt:lpstr>Montserrat</vt:lpstr>
      <vt:lpstr>Source Sans Pro</vt:lpstr>
      <vt:lpstr>Source Sans Pro Black</vt:lpstr>
      <vt:lpstr>Office</vt:lpstr>
      <vt:lpstr>GENARAL LAYOUTS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Ben Cöppicus</dc:creator>
  <cp:lastModifiedBy>Ben Cöppicus</cp:lastModifiedBy>
  <cp:revision>14</cp:revision>
  <dcterms:created xsi:type="dcterms:W3CDTF">2023-08-16T17:23:53Z</dcterms:created>
  <dcterms:modified xsi:type="dcterms:W3CDTF">2023-08-24T12:38:18Z</dcterms:modified>
</cp:coreProperties>
</file>