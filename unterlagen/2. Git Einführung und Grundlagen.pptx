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24"/>
  </p:notesMasterIdLst>
  <p:sldIdLst>
    <p:sldId id="4932" r:id="rId3"/>
    <p:sldId id="4687" r:id="rId4"/>
    <p:sldId id="4698" r:id="rId5"/>
    <p:sldId id="7899" r:id="rId6"/>
    <p:sldId id="7897" r:id="rId7"/>
    <p:sldId id="2863" r:id="rId8"/>
    <p:sldId id="2864" r:id="rId9"/>
    <p:sldId id="4933" r:id="rId10"/>
    <p:sldId id="2774" r:id="rId11"/>
    <p:sldId id="9032" r:id="rId12"/>
    <p:sldId id="4934" r:id="rId13"/>
    <p:sldId id="9034" r:id="rId14"/>
    <p:sldId id="9036" r:id="rId15"/>
    <p:sldId id="9033" r:id="rId16"/>
    <p:sldId id="9035" r:id="rId17"/>
    <p:sldId id="9038" r:id="rId18"/>
    <p:sldId id="9037" r:id="rId19"/>
    <p:sldId id="9039" r:id="rId20"/>
    <p:sldId id="9040" r:id="rId21"/>
    <p:sldId id="4935" r:id="rId22"/>
    <p:sldId id="9041" r:id="rId23"/>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5" d="100"/>
          <a:sy n="115" d="100"/>
        </p:scale>
        <p:origin x="2429"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7498EE4-FD61-4EDF-B7BF-7FA11D77859D}" type="datetimeFigureOut">
              <a:rPr lang="de-DE" smtClean="0"/>
              <a:t>21.08.2023</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65135A-3DE3-44EA-BCAC-CF5E85F70D44}" type="slidenum">
              <a:rPr lang="de-DE" smtClean="0"/>
              <a:t>‹Nr.›</a:t>
            </a:fld>
            <a:endParaRPr lang="de-DE"/>
          </a:p>
        </p:txBody>
      </p:sp>
    </p:spTree>
    <p:extLst>
      <p:ext uri="{BB962C8B-B14F-4D97-AF65-F5344CB8AC3E}">
        <p14:creationId xmlns:p14="http://schemas.microsoft.com/office/powerpoint/2010/main" val="40848794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de-DE" b="1" i="0" dirty="0">
                <a:effectLst/>
                <a:latin typeface="Söhne"/>
              </a:rPr>
              <a:t>Subversion (SVN):</a:t>
            </a:r>
          </a:p>
          <a:p>
            <a:r>
              <a:rPr lang="de-DE" b="1" i="0" dirty="0" err="1">
                <a:effectLst/>
                <a:latin typeface="Söhne"/>
              </a:rPr>
              <a:t>Mercurial</a:t>
            </a:r>
            <a:endParaRPr lang="de-DE" b="1" i="0" dirty="0">
              <a:effectLst/>
              <a:latin typeface="Söhne"/>
            </a:endParaRPr>
          </a:p>
          <a:p>
            <a:r>
              <a:rPr lang="de-DE" b="1" i="0" dirty="0" err="1">
                <a:effectLst/>
                <a:latin typeface="Söhne"/>
              </a:rPr>
              <a:t>Perforce</a:t>
            </a:r>
            <a:endParaRPr lang="de-DE" b="1" i="0" dirty="0">
              <a:effectLst/>
              <a:latin typeface="Söhne"/>
            </a:endParaRPr>
          </a:p>
          <a:p>
            <a:r>
              <a:rPr lang="de-DE" b="1" i="0" dirty="0">
                <a:effectLst/>
                <a:latin typeface="Söhne"/>
              </a:rPr>
              <a:t>Bazaar</a:t>
            </a:r>
          </a:p>
          <a:p>
            <a:r>
              <a:rPr lang="de-DE" b="1" i="0" dirty="0">
                <a:effectLst/>
                <a:latin typeface="Söhne"/>
              </a:rPr>
              <a:t>Fossil</a:t>
            </a:r>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295328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453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31253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C02B74E-863F-41FF-8AFD-571F49C07FF8}" type="slidenum">
              <a:rPr kumimoji="0" lang="de-DE"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de-DE"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807146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7020C9-AD77-B3A7-EDE4-7CEF1ABB8CD1}"/>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817EA0D7-8086-FDA0-A156-BC7842FD864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387088CB-B729-015F-1D75-CA8FA6238A74}"/>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5" name="Fußzeilenplatzhalter 4">
            <a:extLst>
              <a:ext uri="{FF2B5EF4-FFF2-40B4-BE49-F238E27FC236}">
                <a16:creationId xmlns:a16="http://schemas.microsoft.com/office/drawing/2014/main" id="{71FCD439-7A09-0DF0-8830-3CCD326D1746}"/>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9F4EA0A5-E3E9-B41F-12A7-000839874DA6}"/>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16728904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770D77B-3E61-5905-3DC2-7A018458DD94}"/>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5209EF45-6B47-AC67-3EEF-BAFF4547ECA0}"/>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70A92AE0-1EA4-035E-67FE-A7F72AB4FFC1}"/>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5" name="Fußzeilenplatzhalter 4">
            <a:extLst>
              <a:ext uri="{FF2B5EF4-FFF2-40B4-BE49-F238E27FC236}">
                <a16:creationId xmlns:a16="http://schemas.microsoft.com/office/drawing/2014/main" id="{A4E7F935-59D0-60A1-62D2-FF76A70847BC}"/>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2DEA5CFA-17EB-2599-9BEB-414DA3288354}"/>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15170085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EA4F7B0-6726-A37E-6988-3CBC50A07527}"/>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3ADE90E2-CF31-87E0-F37C-8B494743188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4FC8CCF9-C8B9-83E9-2D46-A43898B5E197}"/>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5" name="Fußzeilenplatzhalter 4">
            <a:extLst>
              <a:ext uri="{FF2B5EF4-FFF2-40B4-BE49-F238E27FC236}">
                <a16:creationId xmlns:a16="http://schemas.microsoft.com/office/drawing/2014/main" id="{7605176F-F5C1-F110-27CF-0848C8ABCACE}"/>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7A938012-22C3-69BF-20F9-4A23C9454AA1}"/>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2090833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C464E4-AD54-790B-D4E4-DE1D6E3D14F9}"/>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D544EE7F-D6B4-063E-318E-4E4AF55785B9}"/>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1065EBE0-E240-9AA9-34F4-E14F53CB78C4}"/>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4EB91B6E-F12E-4E47-77DC-940C75E91574}"/>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6" name="Fußzeilenplatzhalter 5">
            <a:extLst>
              <a:ext uri="{FF2B5EF4-FFF2-40B4-BE49-F238E27FC236}">
                <a16:creationId xmlns:a16="http://schemas.microsoft.com/office/drawing/2014/main" id="{8B1DF338-3388-1341-AB7C-36C3D281FCE7}"/>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AECFD819-17FC-7D8B-65C6-9EEC0DDB959F}"/>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1331772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75C877B-2347-4C77-7BDE-E60289B7165A}"/>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5CE0A2E2-12D3-30C6-4C62-CF5C0EF351C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CED8C110-A275-BFC8-A91E-4E6D0FE43551}"/>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7255A947-54E4-F537-D46A-1791115E3E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C09AD187-29BA-A15D-92F4-1384D67E07CC}"/>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D4E039DB-05D6-ED55-5AB8-1E02BC9A7440}"/>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8" name="Fußzeilenplatzhalter 7">
            <a:extLst>
              <a:ext uri="{FF2B5EF4-FFF2-40B4-BE49-F238E27FC236}">
                <a16:creationId xmlns:a16="http://schemas.microsoft.com/office/drawing/2014/main" id="{8EBE2D0F-1E56-3EA1-07F6-5667842FDCD5}"/>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8B2D444F-347A-37E1-139D-84E48047345C}"/>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26140902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D9D5177-AF77-AAFA-519C-07BDE1713282}"/>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778B0409-4AC6-A975-E810-5307B141FF86}"/>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4" name="Fußzeilenplatzhalter 3">
            <a:extLst>
              <a:ext uri="{FF2B5EF4-FFF2-40B4-BE49-F238E27FC236}">
                <a16:creationId xmlns:a16="http://schemas.microsoft.com/office/drawing/2014/main" id="{686D757C-FC08-16C3-343B-919F534B67DA}"/>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BBB71EE6-CCAB-D0DD-C551-ECFF738EAB7F}"/>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9631082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F2F73B27-0749-DDD3-92A0-91A4241DDB5C}"/>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3" name="Fußzeilenplatzhalter 2">
            <a:extLst>
              <a:ext uri="{FF2B5EF4-FFF2-40B4-BE49-F238E27FC236}">
                <a16:creationId xmlns:a16="http://schemas.microsoft.com/office/drawing/2014/main" id="{E75B3E70-4892-0314-ACEF-D26732FBC018}"/>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5A68CE21-A428-AFE8-48C0-C18C76D9E1D4}"/>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200097616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A6F4A01-0C76-33FA-8E78-FE16432CAB20}"/>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84F6318B-3E94-80B3-0668-1C10B4F38F6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49942855-121F-38D1-4081-98E57F1745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E4005491-A1C5-F690-3E90-B2672AA98168}"/>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6" name="Fußzeilenplatzhalter 5">
            <a:extLst>
              <a:ext uri="{FF2B5EF4-FFF2-40B4-BE49-F238E27FC236}">
                <a16:creationId xmlns:a16="http://schemas.microsoft.com/office/drawing/2014/main" id="{EECC9E28-B24E-9DEA-BB5A-481E61D33EC6}"/>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DD4336EC-448E-EF73-11C6-15F108F582DA}"/>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30588468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B6438FB-C977-0299-B7A3-592325891462}"/>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967663ED-9BA7-2CE4-AF99-1579EA3338D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0ED487DA-9A57-9D05-F6F3-244FCDF00D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7F618E5C-F62B-90CF-1AA9-899E64D409AD}"/>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6" name="Fußzeilenplatzhalter 5">
            <a:extLst>
              <a:ext uri="{FF2B5EF4-FFF2-40B4-BE49-F238E27FC236}">
                <a16:creationId xmlns:a16="http://schemas.microsoft.com/office/drawing/2014/main" id="{D4029B80-889C-2715-8E37-56B2CB51D738}"/>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D3E6C0E-ECC0-1D28-F304-118EE7338344}"/>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21601868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5B0E149-91F2-9B54-384E-E53F52E69DB0}"/>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BF490581-C5E6-0D6D-1C13-C81D06B050CF}"/>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8AABFA23-722D-BFDE-593E-D0241629B1C0}"/>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5" name="Fußzeilenplatzhalter 4">
            <a:extLst>
              <a:ext uri="{FF2B5EF4-FFF2-40B4-BE49-F238E27FC236}">
                <a16:creationId xmlns:a16="http://schemas.microsoft.com/office/drawing/2014/main" id="{8E9C0F53-8C0B-5931-E25F-329519BDEBF3}"/>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03280558-391A-2C1F-0248-B124A1C817A1}"/>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1172697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2E33E5D7-850A-8F3F-E08A-C787D8C94EB4}"/>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5183FE20-B3FB-11EC-1400-28419B302B27}"/>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3F19E0C5-9430-FE87-8750-78C38358A1AC}"/>
              </a:ext>
            </a:extLst>
          </p:cNvPr>
          <p:cNvSpPr>
            <a:spLocks noGrp="1"/>
          </p:cNvSpPr>
          <p:nvPr>
            <p:ph type="dt" sz="half" idx="10"/>
          </p:nvPr>
        </p:nvSpPr>
        <p:spPr/>
        <p:txBody>
          <a:bodyPr/>
          <a:lstStyle/>
          <a:p>
            <a:fld id="{013FD1A1-132B-4CF7-9160-ED2AD6896377}" type="datetimeFigureOut">
              <a:rPr lang="de-DE" smtClean="0"/>
              <a:t>21.08.2023</a:t>
            </a:fld>
            <a:endParaRPr lang="de-DE"/>
          </a:p>
        </p:txBody>
      </p:sp>
      <p:sp>
        <p:nvSpPr>
          <p:cNvPr id="5" name="Fußzeilenplatzhalter 4">
            <a:extLst>
              <a:ext uri="{FF2B5EF4-FFF2-40B4-BE49-F238E27FC236}">
                <a16:creationId xmlns:a16="http://schemas.microsoft.com/office/drawing/2014/main" id="{EF0E5FD0-6014-0FE8-4701-6A56094961E2}"/>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E3C2FCC-EE4D-BB46-2CA2-2EF52567EFD4}"/>
              </a:ext>
            </a:extLst>
          </p:cNvPr>
          <p:cNvSpPr>
            <a:spLocks noGrp="1"/>
          </p:cNvSpPr>
          <p:nvPr>
            <p:ph type="sldNum" sz="quarter" idx="12"/>
          </p:nvPr>
        </p:nvSpPr>
        <p:spPr/>
        <p:txBody>
          <a:bodyPr/>
          <a:lstStyle/>
          <a:p>
            <a:fld id="{1CF54EAF-10D1-48C1-9612-A215EE220E14}" type="slidenum">
              <a:rPr lang="de-DE" smtClean="0"/>
              <a:t>‹Nr.›</a:t>
            </a:fld>
            <a:endParaRPr lang="de-DE"/>
          </a:p>
        </p:txBody>
      </p:sp>
    </p:spTree>
    <p:extLst>
      <p:ext uri="{BB962C8B-B14F-4D97-AF65-F5344CB8AC3E}">
        <p14:creationId xmlns:p14="http://schemas.microsoft.com/office/powerpoint/2010/main" val="26731705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BLANK Layout">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474439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4800" dirty="0">
                <a:gradFill>
                  <a:gsLst>
                    <a:gs pos="75000">
                      <a:schemeClr val="accent4"/>
                    </a:gs>
                    <a:gs pos="25000">
                      <a:schemeClr val="accent2"/>
                    </a:gs>
                    <a:gs pos="100000">
                      <a:schemeClr val="accent5"/>
                    </a:gs>
                    <a:gs pos="50000">
                      <a:schemeClr val="accent3"/>
                    </a:gs>
                    <a:gs pos="1000">
                      <a:schemeClr val="accent1"/>
                    </a:gs>
                  </a:gsLst>
                  <a:lin ang="9000000" scaled="0"/>
                </a:gradFill>
                <a:ea typeface="+mn-ea"/>
                <a:cs typeface="+mn-cs"/>
              </a:defRPr>
            </a:lvl1pPr>
          </a:lstStyle>
          <a:p>
            <a:pPr lvl="0" algn="ctr"/>
            <a:r>
              <a:rPr lang="en-US" dirty="0"/>
              <a:t>BREAKER TITLE</a:t>
            </a:r>
          </a:p>
        </p:txBody>
      </p:sp>
    </p:spTree>
    <p:extLst>
      <p:ext uri="{BB962C8B-B14F-4D97-AF65-F5344CB8AC3E}">
        <p14:creationId xmlns:p14="http://schemas.microsoft.com/office/powerpoint/2010/main" val="87860454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BREAK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326091"/>
          </a:xfrm>
          <a:prstGeom prst="rect">
            <a:avLst/>
          </a:prstGeom>
        </p:spPr>
        <p:txBody>
          <a:bodyPr anchor="ctr"/>
          <a:lstStyle>
            <a:lvl1pPr algn="ctr">
              <a:defRPr lang="en-US" sz="7200">
                <a:gradFill>
                  <a:gsLst>
                    <a:gs pos="25000">
                      <a:schemeClr val="accent2"/>
                    </a:gs>
                    <a:gs pos="75000">
                      <a:schemeClr val="accent4"/>
                    </a:gs>
                    <a:gs pos="50000">
                      <a:schemeClr val="accent3"/>
                    </a:gs>
                    <a:gs pos="0">
                      <a:schemeClr val="accent1"/>
                    </a:gs>
                    <a:gs pos="100000">
                      <a:schemeClr val="accent5"/>
                    </a:gs>
                  </a:gsLst>
                  <a:lin ang="8100000" scaled="0"/>
                </a:gradFill>
                <a:ea typeface="+mn-ea"/>
                <a:cs typeface="+mn-cs"/>
              </a:defRPr>
            </a:lvl1pPr>
          </a:lstStyle>
          <a:p>
            <a:pPr marL="0" lvl="0" indent="0" algn="ctr">
              <a:spcBef>
                <a:spcPts val="1000"/>
              </a:spcBef>
              <a:buFont typeface="Arial" panose="020B0604020202020204" pitchFamily="34" charset="0"/>
            </a:pPr>
            <a:r>
              <a:rPr lang="en-US" dirty="0"/>
              <a:t>BREAKER TITLE</a:t>
            </a:r>
          </a:p>
        </p:txBody>
      </p:sp>
    </p:spTree>
    <p:extLst>
      <p:ext uri="{BB962C8B-B14F-4D97-AF65-F5344CB8AC3E}">
        <p14:creationId xmlns:p14="http://schemas.microsoft.com/office/powerpoint/2010/main" val="1902837541"/>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BREAK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F67B5C-981D-4EB5-9AD9-A7105E565435}"/>
              </a:ext>
            </a:extLst>
          </p:cNvPr>
          <p:cNvSpPr/>
          <p:nvPr userDrawn="1"/>
        </p:nvSpPr>
        <p:spPr>
          <a:xfrm>
            <a:off x="0" y="3429000"/>
            <a:ext cx="12192000" cy="3429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2" name="Title 1">
            <a:extLst>
              <a:ext uri="{FF2B5EF4-FFF2-40B4-BE49-F238E27FC236}">
                <a16:creationId xmlns:a16="http://schemas.microsoft.com/office/drawing/2014/main" id="{2A4CA0ED-0001-4A53-A070-4D90F4DD00E4}"/>
              </a:ext>
            </a:extLst>
          </p:cNvPr>
          <p:cNvSpPr>
            <a:spLocks noGrp="1"/>
          </p:cNvSpPr>
          <p:nvPr>
            <p:ph type="title" hasCustomPrompt="1"/>
          </p:nvPr>
        </p:nvSpPr>
        <p:spPr>
          <a:xfrm>
            <a:off x="838200" y="2765955"/>
            <a:ext cx="10515600" cy="1625125"/>
          </a:xfrm>
          <a:prstGeom prst="rect">
            <a:avLst/>
          </a:prstGeom>
          <a:noFill/>
        </p:spPr>
        <p:txBody>
          <a:bodyPr wrap="square" rtlCol="0">
            <a:spAutoFit/>
          </a:bodyPr>
          <a:lstStyle>
            <a:lvl1pPr algn="ctr">
              <a:defRPr lang="en-US" sz="11067" dirty="0">
                <a:gradFill>
                  <a:gsLst>
                    <a:gs pos="100000">
                      <a:schemeClr val="accent4"/>
                    </a:gs>
                    <a:gs pos="66000">
                      <a:schemeClr val="accent3"/>
                    </a:gs>
                    <a:gs pos="33000">
                      <a:schemeClr val="accent2"/>
                    </a:gs>
                    <a:gs pos="1000">
                      <a:schemeClr val="accent1"/>
                    </a:gs>
                  </a:gsLst>
                  <a:lin ang="9000000" scaled="0"/>
                </a:gradFill>
                <a:ea typeface="+mn-ea"/>
                <a:cs typeface="+mn-cs"/>
              </a:defRPr>
            </a:lvl1pPr>
          </a:lstStyle>
          <a:p>
            <a:pPr marL="0" lvl="0" algn="ctr"/>
            <a:r>
              <a:rPr lang="en-US" dirty="0"/>
              <a:t>SECTION TITLE</a:t>
            </a:r>
          </a:p>
        </p:txBody>
      </p:sp>
    </p:spTree>
    <p:extLst>
      <p:ext uri="{BB962C8B-B14F-4D97-AF65-F5344CB8AC3E}">
        <p14:creationId xmlns:p14="http://schemas.microsoft.com/office/powerpoint/2010/main" val="2654500518"/>
      </p:ext>
    </p:extLst>
  </p:cSld>
  <p:clrMapOvr>
    <a:masterClrMapping/>
  </p:clrMapOvr>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EFAULT-1">
    <p:bg>
      <p:bgPr>
        <a:solidFill>
          <a:schemeClr val="tx1"/>
        </a:solid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5308499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EFAULT-2">
    <p:bg>
      <p:bgPr>
        <a:solidFill>
          <a:schemeClr val="tx1"/>
        </a:solidFill>
        <a:effectLst/>
      </p:bgPr>
    </p:bg>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56E02EB8-4CBB-4C97-AC85-6BAEE43B152F}"/>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itle 4">
            <a:extLst>
              <a:ext uri="{FF2B5EF4-FFF2-40B4-BE49-F238E27FC236}">
                <a16:creationId xmlns:a16="http://schemas.microsoft.com/office/drawing/2014/main" id="{292FCD7B-4632-432C-AE09-A03957113A6F}"/>
              </a:ext>
            </a:extLst>
          </p:cNvPr>
          <p:cNvSpPr>
            <a:spLocks noGrp="1"/>
          </p:cNvSpPr>
          <p:nvPr>
            <p:ph type="title" hasCustomPrompt="1"/>
          </p:nvPr>
        </p:nvSpPr>
        <p:spPr>
          <a:xfrm>
            <a:off x="914400" y="204824"/>
            <a:ext cx="10363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40641136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EFAULT-3">
    <p:bg>
      <p:bgPr>
        <a:solidFill>
          <a:schemeClr val="tx1"/>
        </a:solidFill>
        <a:effectLst/>
      </p:bgPr>
    </p:bg>
    <p:spTree>
      <p:nvGrpSpPr>
        <p:cNvPr id="1" name=""/>
        <p:cNvGrpSpPr/>
        <p:nvPr/>
      </p:nvGrpSpPr>
      <p:grpSpPr>
        <a:xfrm>
          <a:off x="0" y="0"/>
          <a:ext cx="0" cy="0"/>
          <a:chOff x="0" y="0"/>
          <a:chExt cx="0" cy="0"/>
        </a:xfrm>
      </p:grpSpPr>
      <p:sp>
        <p:nvSpPr>
          <p:cNvPr id="8" name="Rectangle: Rounded Corners 7">
            <a:extLst>
              <a:ext uri="{FF2B5EF4-FFF2-40B4-BE49-F238E27FC236}">
                <a16:creationId xmlns:a16="http://schemas.microsoft.com/office/drawing/2014/main" id="{5147E30C-C464-44C9-84B9-C651C1BC1DF9}"/>
              </a:ext>
            </a:extLst>
          </p:cNvPr>
          <p:cNvSpPr/>
          <p:nvPr userDrawn="1"/>
        </p:nvSpPr>
        <p:spPr>
          <a:xfrm rot="10800000" flipH="1" flipV="1">
            <a:off x="0" y="6426198"/>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7" name="Rectangle: Rounded Corners 6">
            <a:extLst>
              <a:ext uri="{FF2B5EF4-FFF2-40B4-BE49-F238E27FC236}">
                <a16:creationId xmlns:a16="http://schemas.microsoft.com/office/drawing/2014/main" id="{94694606-ABEA-4095-8D53-FF83E07C48AB}"/>
              </a:ext>
            </a:extLst>
          </p:cNvPr>
          <p:cNvSpPr/>
          <p:nvPr userDrawn="1"/>
        </p:nvSpPr>
        <p:spPr>
          <a:xfrm rot="10800000" flipH="1" flipV="1">
            <a:off x="0" y="-1"/>
            <a:ext cx="12192000" cy="431801"/>
          </a:xfrm>
          <a:prstGeom prst="roundRect">
            <a:avLst>
              <a:gd name="adj" fmla="val 0"/>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dirty="0"/>
          </a:p>
        </p:txBody>
      </p:sp>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06234647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EFAULT-4">
    <p:bg>
      <p:bgPr>
        <a:solidFill>
          <a:schemeClr val="tx1"/>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D5D7004-F5FA-4A63-BC13-01C888C4B4C4}"/>
              </a:ext>
            </a:extLst>
          </p:cNvPr>
          <p:cNvSpPr txBox="1"/>
          <p:nvPr userDrawn="1"/>
        </p:nvSpPr>
        <p:spPr>
          <a:xfrm>
            <a:off x="5702300" y="6210754"/>
            <a:ext cx="5575300" cy="461665"/>
          </a:xfrm>
          <a:prstGeom prst="rect">
            <a:avLst/>
          </a:prstGeom>
          <a:noFill/>
        </p:spPr>
        <p:txBody>
          <a:bodyPr wrap="square" rtlCol="0">
            <a:spAutoFit/>
          </a:bodyPr>
          <a:lstStyle/>
          <a:p>
            <a:pPr algn="r"/>
            <a:r>
              <a:rPr lang="en-US" sz="2400" dirty="0">
                <a:solidFill>
                  <a:schemeClr val="bg1">
                    <a:lumMod val="75000"/>
                  </a:schemeClr>
                </a:solidFill>
                <a:latin typeface="+mn-lt"/>
                <a:ea typeface="Roboto Thin" pitchFamily="2" charset="0"/>
              </a:rPr>
              <a:t>www.company.com</a:t>
            </a:r>
            <a:endParaRPr lang="uk-UA" sz="2400" dirty="0">
              <a:solidFill>
                <a:schemeClr val="bg1">
                  <a:lumMod val="75000"/>
                </a:schemeClr>
              </a:solidFill>
              <a:latin typeface="+mn-lt"/>
              <a:ea typeface="Roboto Thin" pitchFamily="2" charset="0"/>
            </a:endParaRPr>
          </a:p>
        </p:txBody>
      </p:sp>
      <p:sp>
        <p:nvSpPr>
          <p:cNvPr id="6" name="Title 4">
            <a:extLst>
              <a:ext uri="{FF2B5EF4-FFF2-40B4-BE49-F238E27FC236}">
                <a16:creationId xmlns:a16="http://schemas.microsoft.com/office/drawing/2014/main" id="{C3C9C03B-2E3C-47D9-845E-A2FC81AECB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8115082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IMAGE-Layout-0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204138980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IMAGE-Layout-0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021644BE-9EF6-4F34-8C65-8690D6878534}"/>
              </a:ext>
            </a:extLst>
          </p:cNvPr>
          <p:cNvSpPr>
            <a:spLocks noGrp="1"/>
          </p:cNvSpPr>
          <p:nvPr>
            <p:ph type="pic" sz="quarter" idx="10"/>
          </p:nvPr>
        </p:nvSpPr>
        <p:spPr>
          <a:xfrm>
            <a:off x="914400" y="914400"/>
            <a:ext cx="10363200" cy="5029200"/>
          </a:xfrm>
          <a:prstGeom prst="roundRect">
            <a:avLst>
              <a:gd name="adj" fmla="val 2021"/>
            </a:avLst>
          </a:prstGeom>
          <a:solidFill>
            <a:schemeClr val="bg2">
              <a:lumMod val="25000"/>
            </a:schemeClr>
          </a:solidFill>
        </p:spPr>
        <p:txBody>
          <a:bodyPr/>
          <a:lstStyle>
            <a:lvl1pPr>
              <a:defRPr lang="uk-UA"/>
            </a:lvl1pPr>
          </a:lstStyle>
          <a:p>
            <a:pPr lvl="0"/>
            <a:endParaRPr lang="uk-UA"/>
          </a:p>
        </p:txBody>
      </p:sp>
      <p:sp>
        <p:nvSpPr>
          <p:cNvPr id="5" name="Title 4">
            <a:extLst>
              <a:ext uri="{FF2B5EF4-FFF2-40B4-BE49-F238E27FC236}">
                <a16:creationId xmlns:a16="http://schemas.microsoft.com/office/drawing/2014/main" id="{3815914F-FDB1-440C-9E18-D27D5868B53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79834613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IMAGE-Layout-03">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2426"/>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9DE83458-DC7C-4F50-8CDD-14D91D0DDC9D}"/>
              </a:ext>
            </a:extLst>
          </p:cNvPr>
          <p:cNvSpPr>
            <a:spLocks noGrp="1"/>
          </p:cNvSpPr>
          <p:nvPr>
            <p:ph type="title" hasCustomPrompt="1"/>
          </p:nvPr>
        </p:nvSpPr>
        <p:spPr>
          <a:xfrm>
            <a:off x="1803400" y="204824"/>
            <a:ext cx="8585200" cy="535531"/>
          </a:xfrm>
          <a:prstGeom prst="rect">
            <a:avLst/>
          </a:prstGeom>
          <a:noFill/>
        </p:spPr>
        <p:txBody>
          <a:bodyPr wrap="square" rtlCol="0">
            <a:spAutoFit/>
          </a:bodyPr>
          <a:lstStyle>
            <a:lvl1pPr algn="ct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010986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IMAGE-Layout-0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914400"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7B5DA946-38B7-47EF-BA99-1AF3686155B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83385154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IMAGE-Layout-05">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572B4464-F622-4D59-B0EB-837A7D569281}"/>
              </a:ext>
            </a:extLst>
          </p:cNvPr>
          <p:cNvSpPr>
            <a:spLocks noGrp="1"/>
          </p:cNvSpPr>
          <p:nvPr>
            <p:ph type="pic" sz="quarter" idx="10"/>
          </p:nvPr>
        </p:nvSpPr>
        <p:spPr>
          <a:xfrm>
            <a:off x="2969342" y="914400"/>
            <a:ext cx="8308258" cy="5029200"/>
          </a:xfrm>
          <a:prstGeom prst="rect">
            <a:avLst/>
          </a:prstGeom>
          <a:solidFill>
            <a:schemeClr val="bg2">
              <a:lumMod val="25000"/>
            </a:schemeClr>
          </a:solidFill>
        </p:spPr>
        <p:txBody>
          <a:bodyPr/>
          <a:lstStyle>
            <a:lvl1pPr>
              <a:defRPr lang="en-US"/>
            </a:lvl1pPr>
          </a:lstStyle>
          <a:p>
            <a:pPr lvl="0"/>
            <a:endParaRPr lang="en-US"/>
          </a:p>
        </p:txBody>
      </p:sp>
      <p:sp>
        <p:nvSpPr>
          <p:cNvPr id="3" name="Title 4">
            <a:extLst>
              <a:ext uri="{FF2B5EF4-FFF2-40B4-BE49-F238E27FC236}">
                <a16:creationId xmlns:a16="http://schemas.microsoft.com/office/drawing/2014/main" id="{ED6D72D2-9BCC-45A6-A342-781349144284}"/>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7342803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Layout-0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DB9D0DDD-5F06-4A50-8692-CADC5FD00B29}"/>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1759786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IMAGE-Layout-0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389671889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IMAGE-Layout-08">
    <p:bg>
      <p:bgPr>
        <a:solidFill>
          <a:schemeClr val="tx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p:spPr>
        <p:txBody>
          <a:bodyPr/>
          <a:lstStyle>
            <a:lvl1pPr>
              <a:defRPr lang="uk-UA"/>
            </a:lvl1pPr>
          </a:lstStyle>
          <a:p>
            <a:pPr lvl="0"/>
            <a:endParaRPr lang="uk-UA"/>
          </a:p>
        </p:txBody>
      </p:sp>
      <p:sp>
        <p:nvSpPr>
          <p:cNvPr id="4" name="Title 4">
            <a:extLst>
              <a:ext uri="{FF2B5EF4-FFF2-40B4-BE49-F238E27FC236}">
                <a16:creationId xmlns:a16="http://schemas.microsoft.com/office/drawing/2014/main" id="{8C1C4CB0-E103-4518-BF7B-6A1458F43F0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13912477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IMAGE-Layout-09">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B2F39605-129A-48D8-8833-9A1C4446F59B}"/>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36269684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IMAGE-Layout-1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068000" y="0"/>
            <a:ext cx="405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193462721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IMAGE-Layout-1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p:spPr>
        <p:txBody>
          <a:bodyPr/>
          <a:lstStyle>
            <a:lvl1pPr>
              <a:defRPr lang="uk-UA"/>
            </a:lvl1pPr>
          </a:lstStyle>
          <a:p>
            <a:pPr lvl="0"/>
            <a:endParaRPr lang="uk-UA"/>
          </a:p>
        </p:txBody>
      </p:sp>
      <p:sp>
        <p:nvSpPr>
          <p:cNvPr id="3" name="Title 4">
            <a:extLst>
              <a:ext uri="{FF2B5EF4-FFF2-40B4-BE49-F238E27FC236}">
                <a16:creationId xmlns:a16="http://schemas.microsoft.com/office/drawing/2014/main" id="{C8AEAFCC-E5E5-4450-A2D9-6267133D820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28875070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IMAGE-Layout-12">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05600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298333170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IMAGE-Layout-13">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81360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29490317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IMAGE-Layout-14">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51270332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IMAGE-Layout-15">
    <p:bg>
      <p:bgPr>
        <a:solidFill>
          <a:schemeClr val="tx1"/>
        </a:solidFill>
        <a:effectLst/>
      </p:bgPr>
    </p:bg>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87900" y="0"/>
            <a:ext cx="7404100" cy="6858000"/>
          </a:xfrm>
          <a:prstGeom prst="rect">
            <a:avLst/>
          </a:prstGeom>
          <a:solidFill>
            <a:schemeClr val="bg2">
              <a:lumMod val="25000"/>
            </a:schemeClr>
          </a:solidFill>
        </p:spPr>
        <p:txBody>
          <a:bodyPr/>
          <a:lstStyle>
            <a:lvl1pPr>
              <a:defRPr lang="uk-UA"/>
            </a:lvl1pPr>
          </a:lstStyle>
          <a:p>
            <a:pPr lvl="0"/>
            <a:endParaRPr lang="uk-UA"/>
          </a:p>
        </p:txBody>
      </p:sp>
    </p:spTree>
    <p:extLst>
      <p:ext uri="{BB962C8B-B14F-4D97-AF65-F5344CB8AC3E}">
        <p14:creationId xmlns:p14="http://schemas.microsoft.com/office/powerpoint/2010/main" val="58058329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IMAGE-Layout-16">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321751310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IMAGE-Layout-1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42926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527718935"/>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IMAGE-Layout-1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420257316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MAGE-Layout-19">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394802353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Layout-20">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0"/>
            <a:ext cx="6096000"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6096000" y="3429000"/>
            <a:ext cx="6096000"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232149074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IMAGE-Layout-21">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p:spPr>
        <p:txBody>
          <a:bodyPr/>
          <a:lstStyle>
            <a:lvl1pPr>
              <a:defRPr lang="en-US"/>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4080780499"/>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IMAGE-Layout-22">
    <p:bg>
      <p:bgPr>
        <a:solidFill>
          <a:schemeClr val="tx1"/>
        </a:solidFill>
        <a:effectLst/>
      </p:bgPr>
    </p:bg>
    <p:spTree>
      <p:nvGrpSpPr>
        <p:cNvPr id="1" name=""/>
        <p:cNvGrpSpPr/>
        <p:nvPr/>
      </p:nvGrpSpPr>
      <p:grpSpPr>
        <a:xfrm>
          <a:off x="0" y="0"/>
          <a:ext cx="0" cy="0"/>
          <a:chOff x="0" y="0"/>
          <a:chExt cx="0" cy="0"/>
        </a:xfrm>
      </p:grpSpPr>
      <p:sp>
        <p:nvSpPr>
          <p:cNvPr id="3" name="Picture Placeholder 6">
            <a:extLst>
              <a:ext uri="{FF2B5EF4-FFF2-40B4-BE49-F238E27FC236}">
                <a16:creationId xmlns:a16="http://schemas.microsoft.com/office/drawing/2014/main" id="{CEB6E739-39F9-4E42-B265-0E28996ABE27}"/>
              </a:ext>
            </a:extLst>
          </p:cNvPr>
          <p:cNvSpPr>
            <a:spLocks noGrp="1"/>
          </p:cNvSpPr>
          <p:nvPr>
            <p:ph type="pic" sz="quarter" idx="11"/>
          </p:nvPr>
        </p:nvSpPr>
        <p:spPr>
          <a:xfrm>
            <a:off x="0" y="3429000"/>
            <a:ext cx="3355915" cy="3429000"/>
          </a:xfrm>
          <a:prstGeom prst="rect">
            <a:avLst/>
          </a:prstGeom>
          <a:solidFill>
            <a:schemeClr val="bg2">
              <a:lumMod val="25000"/>
            </a:schemeClr>
          </a:solidFill>
        </p:spPr>
        <p:txBody>
          <a:bodyPr/>
          <a:lstStyle>
            <a:lvl1pPr>
              <a:defRPr lang="en-US" dirty="0"/>
            </a:lvl1pPr>
          </a:lstStyle>
          <a:p>
            <a:pPr lvl="0"/>
            <a:endParaRPr lang="en-US" dirty="0"/>
          </a:p>
        </p:txBody>
      </p:sp>
    </p:spTree>
    <p:extLst>
      <p:ext uri="{BB962C8B-B14F-4D97-AF65-F5344CB8AC3E}">
        <p14:creationId xmlns:p14="http://schemas.microsoft.com/office/powerpoint/2010/main" val="350537836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IMAGE-Layout-23">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914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E614D36E-ECF9-42A6-B627-4D2F5657214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8438795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IMAGE-Layout-24">
    <p:bg>
      <p:bgPr>
        <a:solidFill>
          <a:schemeClr val="tx1"/>
        </a:solidFill>
        <a:effectLst/>
      </p:bgPr>
    </p:bg>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0038A9B6-0CC9-46A8-8325-AC97DD01FA72}"/>
              </a:ext>
            </a:extLst>
          </p:cNvPr>
          <p:cNvSpPr>
            <a:spLocks noGrp="1"/>
          </p:cNvSpPr>
          <p:nvPr>
            <p:ph type="pic" sz="quarter" idx="10"/>
          </p:nvPr>
        </p:nvSpPr>
        <p:spPr>
          <a:xfrm>
            <a:off x="4250400" y="914400"/>
            <a:ext cx="7027200" cy="5029200"/>
          </a:xfrm>
          <a:prstGeom prst="roundRect">
            <a:avLst>
              <a:gd name="adj" fmla="val 0"/>
            </a:avLst>
          </a:prstGeom>
          <a:solidFill>
            <a:schemeClr val="bg2">
              <a:lumMod val="25000"/>
            </a:schemeClr>
          </a:solidFill>
        </p:spPr>
        <p:txBody>
          <a:bodyPr/>
          <a:lstStyle/>
          <a:p>
            <a:endParaRPr lang="en-US"/>
          </a:p>
        </p:txBody>
      </p:sp>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79359489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IMAGE-Layout-25">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15DD993-0F59-40B2-8E5D-FE7EF97F652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
        <p:nvSpPr>
          <p:cNvPr id="4" name="Picture Placeholder 6">
            <a:extLst>
              <a:ext uri="{FF2B5EF4-FFF2-40B4-BE49-F238E27FC236}">
                <a16:creationId xmlns:a16="http://schemas.microsoft.com/office/drawing/2014/main" id="{C46AC66E-831B-481E-9DCA-6F38FC2799A1}"/>
              </a:ext>
            </a:extLst>
          </p:cNvPr>
          <p:cNvSpPr>
            <a:spLocks noGrp="1"/>
          </p:cNvSpPr>
          <p:nvPr>
            <p:ph type="pic" sz="quarter" idx="10"/>
          </p:nvPr>
        </p:nvSpPr>
        <p:spPr>
          <a:xfrm>
            <a:off x="6096000" y="914400"/>
            <a:ext cx="5181600" cy="5029200"/>
          </a:xfrm>
          <a:prstGeom prst="roundRect">
            <a:avLst>
              <a:gd name="adj" fmla="val 0"/>
            </a:avLst>
          </a:prstGeom>
          <a:solidFill>
            <a:schemeClr val="bg2">
              <a:lumMod val="25000"/>
            </a:schemeClr>
          </a:solidFill>
        </p:spPr>
        <p:txBody>
          <a:bodyPr/>
          <a:lstStyle>
            <a:lvl1pPr>
              <a:defRPr lang="en-US"/>
            </a:lvl1pPr>
          </a:lstStyle>
          <a:p>
            <a:pPr lvl="0"/>
            <a:endParaRPr lang="en-US"/>
          </a:p>
        </p:txBody>
      </p:sp>
    </p:spTree>
    <p:extLst>
      <p:ext uri="{BB962C8B-B14F-4D97-AF65-F5344CB8AC3E}">
        <p14:creationId xmlns:p14="http://schemas.microsoft.com/office/powerpoint/2010/main" val="44806537"/>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MAGE-Layout-26">
    <p:bg>
      <p:bgPr>
        <a:solidFill>
          <a:schemeClr val="tx1"/>
        </a:solidFill>
        <a:effectLst/>
      </p:bgPr>
    </p:bg>
    <p:spTree>
      <p:nvGrpSpPr>
        <p:cNvPr id="1" name=""/>
        <p:cNvGrpSpPr/>
        <p:nvPr/>
      </p:nvGrpSpPr>
      <p:grpSpPr>
        <a:xfrm>
          <a:off x="0" y="0"/>
          <a:ext cx="0" cy="0"/>
          <a:chOff x="0" y="0"/>
          <a:chExt cx="0" cy="0"/>
        </a:xfrm>
      </p:grpSpPr>
      <p:sp>
        <p:nvSpPr>
          <p:cNvPr id="3" name="Title 4">
            <a:extLst>
              <a:ext uri="{FF2B5EF4-FFF2-40B4-BE49-F238E27FC236}">
                <a16:creationId xmlns:a16="http://schemas.microsoft.com/office/drawing/2014/main" id="{A3D589A9-0690-4D70-AC6B-7E02C990809B}"/>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
        <p:nvSpPr>
          <p:cNvPr id="5" name="Picture Placeholder 2">
            <a:extLst>
              <a:ext uri="{FF2B5EF4-FFF2-40B4-BE49-F238E27FC236}">
                <a16:creationId xmlns:a16="http://schemas.microsoft.com/office/drawing/2014/main" id="{1D032E74-E98C-4A65-8348-308DC5A57330}"/>
              </a:ext>
            </a:extLst>
          </p:cNvPr>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sz="1867">
                <a:solidFill>
                  <a:schemeClr val="bg1"/>
                </a:solidFill>
              </a:defRPr>
            </a:lvl1pPr>
          </a:lstStyle>
          <a:p>
            <a:endParaRPr lang="uk-UA"/>
          </a:p>
        </p:txBody>
      </p:sp>
    </p:spTree>
    <p:extLst>
      <p:ext uri="{BB962C8B-B14F-4D97-AF65-F5344CB8AC3E}">
        <p14:creationId xmlns:p14="http://schemas.microsoft.com/office/powerpoint/2010/main" val="250542348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MAGE-Layout-2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Title 4">
            <a:extLst>
              <a:ext uri="{FF2B5EF4-FFF2-40B4-BE49-F238E27FC236}">
                <a16:creationId xmlns:a16="http://schemas.microsoft.com/office/drawing/2014/main" id="{051B3C81-37F1-45BE-8A36-6F5B922614F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88458669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MAGE-Layout-2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BDE31C0E-ED7D-4FBC-B3FC-8850A717228D}"/>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14033336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MAGE-Layout-29">
    <p:bg>
      <p:bgPr>
        <a:solidFill>
          <a:schemeClr val="tx1"/>
        </a:solidFill>
        <a:effectLst/>
      </p:bgPr>
    </p:bg>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A01E19A8-58F0-4680-BA37-243AA8D2479B}"/>
              </a:ext>
            </a:extLst>
          </p:cNvPr>
          <p:cNvSpPr>
            <a:spLocks noGrp="1"/>
          </p:cNvSpPr>
          <p:nvPr>
            <p:ph type="pic" sz="quarter" idx="10"/>
          </p:nvPr>
        </p:nvSpPr>
        <p:spPr>
          <a:xfrm>
            <a:off x="9144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6E3EE0B-F4D7-4A15-858C-7B64D9236F77}"/>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63595785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IMAGE-Layout-30">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B8E2D95-DBF1-4838-AC3D-96F341E8EC32}"/>
              </a:ext>
            </a:extLst>
          </p:cNvPr>
          <p:cNvSpPr>
            <a:spLocks noGrp="1"/>
          </p:cNvSpPr>
          <p:nvPr>
            <p:ph type="pic" sz="quarter" idx="11"/>
          </p:nvPr>
        </p:nvSpPr>
        <p:spPr>
          <a:xfrm>
            <a:off x="6522720"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Picture Placeholder 3">
            <a:extLst>
              <a:ext uri="{FF2B5EF4-FFF2-40B4-BE49-F238E27FC236}">
                <a16:creationId xmlns:a16="http://schemas.microsoft.com/office/drawing/2014/main" id="{90CB9292-A56B-4AF1-9C57-80C7BB9D0850}"/>
              </a:ext>
            </a:extLst>
          </p:cNvPr>
          <p:cNvSpPr>
            <a:spLocks noGrp="1"/>
          </p:cNvSpPr>
          <p:nvPr>
            <p:ph type="pic" sz="quarter" idx="10"/>
          </p:nvPr>
        </p:nvSpPr>
        <p:spPr>
          <a:xfrm>
            <a:off x="4035552" y="1688785"/>
            <a:ext cx="1633728" cy="1633728"/>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4">
            <a:extLst>
              <a:ext uri="{FF2B5EF4-FFF2-40B4-BE49-F238E27FC236}">
                <a16:creationId xmlns:a16="http://schemas.microsoft.com/office/drawing/2014/main" id="{3EC904EB-B2A2-479C-9B2E-50DCB0CD54D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98688681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IMAGE-Layout-31">
    <p:bg>
      <p:bgPr>
        <a:solidFill>
          <a:schemeClr val="tx1"/>
        </a:solidFill>
        <a:effectLst/>
      </p:bgPr>
    </p:bg>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25D926C8-134F-4B4E-AFA6-422CF4396A99}"/>
              </a:ext>
            </a:extLst>
          </p:cNvPr>
          <p:cNvSpPr>
            <a:spLocks noGrp="1"/>
          </p:cNvSpPr>
          <p:nvPr>
            <p:ph type="pic" sz="quarter" idx="12"/>
          </p:nvPr>
        </p:nvSpPr>
        <p:spPr>
          <a:xfrm>
            <a:off x="3927933"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2">
            <a:extLst>
              <a:ext uri="{FF2B5EF4-FFF2-40B4-BE49-F238E27FC236}">
                <a16:creationId xmlns:a16="http://schemas.microsoft.com/office/drawing/2014/main" id="{E7A03C44-8D2E-4BFD-9CA2-776A82F3D046}"/>
              </a:ext>
            </a:extLst>
          </p:cNvPr>
          <p:cNvSpPr>
            <a:spLocks noGrp="1"/>
          </p:cNvSpPr>
          <p:nvPr>
            <p:ph type="pic" sz="quarter" idx="13"/>
          </p:nvPr>
        </p:nvSpPr>
        <p:spPr>
          <a:xfrm>
            <a:off x="6484267"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5" name="Picture Placeholder 2">
            <a:extLst>
              <a:ext uri="{FF2B5EF4-FFF2-40B4-BE49-F238E27FC236}">
                <a16:creationId xmlns:a16="http://schemas.microsoft.com/office/drawing/2014/main" id="{F4B1582B-7009-4058-8A5C-E13B6D711671}"/>
              </a:ext>
            </a:extLst>
          </p:cNvPr>
          <p:cNvSpPr>
            <a:spLocks noGrp="1"/>
          </p:cNvSpPr>
          <p:nvPr>
            <p:ph type="pic" sz="quarter" idx="14"/>
          </p:nvPr>
        </p:nvSpPr>
        <p:spPr>
          <a:xfrm>
            <a:off x="9040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Picture Placeholder 2">
            <a:extLst>
              <a:ext uri="{FF2B5EF4-FFF2-40B4-BE49-F238E27FC236}">
                <a16:creationId xmlns:a16="http://schemas.microsoft.com/office/drawing/2014/main" id="{ECE65DF2-591D-4F3E-B1AE-7D36BDC98605}"/>
              </a:ext>
            </a:extLst>
          </p:cNvPr>
          <p:cNvSpPr>
            <a:spLocks noGrp="1"/>
          </p:cNvSpPr>
          <p:nvPr>
            <p:ph type="pic" sz="quarter" idx="11"/>
          </p:nvPr>
        </p:nvSpPr>
        <p:spPr>
          <a:xfrm>
            <a:off x="13716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6763516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IMAGE-Layout-32">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9362819E-B2B5-455B-AA2D-A8DAF1066AC6}"/>
              </a:ext>
            </a:extLst>
          </p:cNvPr>
          <p:cNvSpPr>
            <a:spLocks noGrp="1"/>
          </p:cNvSpPr>
          <p:nvPr>
            <p:ph type="title" hasCustomPrompt="1"/>
          </p:nvPr>
        </p:nvSpPr>
        <p:spPr>
          <a:xfrm>
            <a:off x="2692400" y="204824"/>
            <a:ext cx="8585200" cy="535531"/>
          </a:xfrm>
          <a:prstGeom prst="rect">
            <a:avLst/>
          </a:prstGeom>
          <a:noFill/>
        </p:spPr>
        <p:txBody>
          <a:bodyPr wrap="square" rtlCol="0">
            <a:spAutoFit/>
          </a:bodyPr>
          <a:lstStyle>
            <a:lvl1pPr algn="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61099373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IMAGE-Layout-33">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3">
            <a:extLst>
              <a:ext uri="{FF2B5EF4-FFF2-40B4-BE49-F238E27FC236}">
                <a16:creationId xmlns:a16="http://schemas.microsoft.com/office/drawing/2014/main" id="{4D6CAF51-6BDC-498B-A477-237F7A227F5F}"/>
              </a:ext>
            </a:extLst>
          </p:cNvPr>
          <p:cNvSpPr>
            <a:spLocks noGrp="1"/>
          </p:cNvSpPr>
          <p:nvPr>
            <p:ph type="pic" sz="quarter" idx="11"/>
          </p:nvPr>
        </p:nvSpPr>
        <p:spPr>
          <a:xfrm>
            <a:off x="259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3">
            <a:extLst>
              <a:ext uri="{FF2B5EF4-FFF2-40B4-BE49-F238E27FC236}">
                <a16:creationId xmlns:a16="http://schemas.microsoft.com/office/drawing/2014/main" id="{90441955-A97F-4CDA-9F8E-65C8BCEFD3D4}"/>
              </a:ext>
            </a:extLst>
          </p:cNvPr>
          <p:cNvSpPr>
            <a:spLocks noGrp="1"/>
          </p:cNvSpPr>
          <p:nvPr>
            <p:ph type="pic" sz="quarter" idx="12"/>
          </p:nvPr>
        </p:nvSpPr>
        <p:spPr>
          <a:xfrm>
            <a:off x="4274400" y="914399"/>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3">
            <a:extLst>
              <a:ext uri="{FF2B5EF4-FFF2-40B4-BE49-F238E27FC236}">
                <a16:creationId xmlns:a16="http://schemas.microsoft.com/office/drawing/2014/main" id="{34091CEE-A618-459D-8440-5B817743F9C9}"/>
              </a:ext>
            </a:extLst>
          </p:cNvPr>
          <p:cNvSpPr>
            <a:spLocks noGrp="1"/>
          </p:cNvSpPr>
          <p:nvPr>
            <p:ph type="pic" sz="quarter" idx="13"/>
          </p:nvPr>
        </p:nvSpPr>
        <p:spPr>
          <a:xfrm>
            <a:off x="91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3">
            <a:extLst>
              <a:ext uri="{FF2B5EF4-FFF2-40B4-BE49-F238E27FC236}">
                <a16:creationId xmlns:a16="http://schemas.microsoft.com/office/drawing/2014/main" id="{6A2A6811-5688-499E-AFFE-209FF0846F7B}"/>
              </a:ext>
            </a:extLst>
          </p:cNvPr>
          <p:cNvSpPr>
            <a:spLocks noGrp="1"/>
          </p:cNvSpPr>
          <p:nvPr>
            <p:ph type="pic" sz="quarter" idx="14"/>
          </p:nvPr>
        </p:nvSpPr>
        <p:spPr>
          <a:xfrm>
            <a:off x="259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3">
            <a:extLst>
              <a:ext uri="{FF2B5EF4-FFF2-40B4-BE49-F238E27FC236}">
                <a16:creationId xmlns:a16="http://schemas.microsoft.com/office/drawing/2014/main" id="{6816AFA0-6B0E-411B-A44B-9433003B1E60}"/>
              </a:ext>
            </a:extLst>
          </p:cNvPr>
          <p:cNvSpPr>
            <a:spLocks noGrp="1"/>
          </p:cNvSpPr>
          <p:nvPr>
            <p:ph type="pic" sz="quarter" idx="15"/>
          </p:nvPr>
        </p:nvSpPr>
        <p:spPr>
          <a:xfrm>
            <a:off x="4274400" y="259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9" name="Picture Placeholder 3">
            <a:extLst>
              <a:ext uri="{FF2B5EF4-FFF2-40B4-BE49-F238E27FC236}">
                <a16:creationId xmlns:a16="http://schemas.microsoft.com/office/drawing/2014/main" id="{F33CACAB-EFD3-4423-A56F-67BF87122A24}"/>
              </a:ext>
            </a:extLst>
          </p:cNvPr>
          <p:cNvSpPr>
            <a:spLocks noGrp="1"/>
          </p:cNvSpPr>
          <p:nvPr>
            <p:ph type="pic" sz="quarter" idx="16"/>
          </p:nvPr>
        </p:nvSpPr>
        <p:spPr>
          <a:xfrm>
            <a:off x="91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0" name="Picture Placeholder 3">
            <a:extLst>
              <a:ext uri="{FF2B5EF4-FFF2-40B4-BE49-F238E27FC236}">
                <a16:creationId xmlns:a16="http://schemas.microsoft.com/office/drawing/2014/main" id="{454B9E96-3F41-4112-B2F2-7C91659C962B}"/>
              </a:ext>
            </a:extLst>
          </p:cNvPr>
          <p:cNvSpPr>
            <a:spLocks noGrp="1"/>
          </p:cNvSpPr>
          <p:nvPr>
            <p:ph type="pic" sz="quarter" idx="17"/>
          </p:nvPr>
        </p:nvSpPr>
        <p:spPr>
          <a:xfrm>
            <a:off x="259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31" name="Picture Placeholder 3">
            <a:extLst>
              <a:ext uri="{FF2B5EF4-FFF2-40B4-BE49-F238E27FC236}">
                <a16:creationId xmlns:a16="http://schemas.microsoft.com/office/drawing/2014/main" id="{BC02999A-F922-4A21-97D6-ACA30F81B716}"/>
              </a:ext>
            </a:extLst>
          </p:cNvPr>
          <p:cNvSpPr>
            <a:spLocks noGrp="1"/>
          </p:cNvSpPr>
          <p:nvPr>
            <p:ph type="pic" sz="quarter" idx="18"/>
          </p:nvPr>
        </p:nvSpPr>
        <p:spPr>
          <a:xfrm>
            <a:off x="4274400" y="4274400"/>
            <a:ext cx="1680000" cy="16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07ABEAF5-F661-4B13-AA84-91E5DCACEE8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85083236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IMAGE-Layout-34">
    <p:bg>
      <p:bgPr>
        <a:solidFill>
          <a:schemeClr val="tx1"/>
        </a:solidFill>
        <a:effectLst/>
      </p:bgPr>
    </p:bg>
    <p:spTree>
      <p:nvGrpSpPr>
        <p:cNvPr id="1" name=""/>
        <p:cNvGrpSpPr/>
        <p:nvPr/>
      </p:nvGrpSpPr>
      <p:grpSpPr>
        <a:xfrm>
          <a:off x="0" y="0"/>
          <a:ext cx="0" cy="0"/>
          <a:chOff x="0" y="0"/>
          <a:chExt cx="0" cy="0"/>
        </a:xfrm>
      </p:grpSpPr>
      <p:sp>
        <p:nvSpPr>
          <p:cNvPr id="20" name="Picture Placeholder 3">
            <a:extLst>
              <a:ext uri="{FF2B5EF4-FFF2-40B4-BE49-F238E27FC236}">
                <a16:creationId xmlns:a16="http://schemas.microsoft.com/office/drawing/2014/main" id="{DB359F9B-D09D-41FC-A8A3-34B107216361}"/>
              </a:ext>
            </a:extLst>
          </p:cNvPr>
          <p:cNvSpPr>
            <a:spLocks noGrp="1"/>
          </p:cNvSpPr>
          <p:nvPr>
            <p:ph type="pic" sz="quarter" idx="11"/>
          </p:nvPr>
        </p:nvSpPr>
        <p:spPr>
          <a:xfrm>
            <a:off x="3657600"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3">
            <a:extLst>
              <a:ext uri="{FF2B5EF4-FFF2-40B4-BE49-F238E27FC236}">
                <a16:creationId xmlns:a16="http://schemas.microsoft.com/office/drawing/2014/main" id="{30340115-791E-436C-B1D2-4BA0EF313DD6}"/>
              </a:ext>
            </a:extLst>
          </p:cNvPr>
          <p:cNvSpPr>
            <a:spLocks noGrp="1"/>
          </p:cNvSpPr>
          <p:nvPr>
            <p:ph type="pic" sz="quarter" idx="12"/>
          </p:nvPr>
        </p:nvSpPr>
        <p:spPr>
          <a:xfrm>
            <a:off x="3657600"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3">
            <a:extLst>
              <a:ext uri="{FF2B5EF4-FFF2-40B4-BE49-F238E27FC236}">
                <a16:creationId xmlns:a16="http://schemas.microsoft.com/office/drawing/2014/main" id="{A7AFE5EF-FFAF-44D0-AE52-53409201E332}"/>
              </a:ext>
            </a:extLst>
          </p:cNvPr>
          <p:cNvSpPr>
            <a:spLocks noGrp="1"/>
          </p:cNvSpPr>
          <p:nvPr>
            <p:ph type="pic" sz="quarter" idx="13"/>
          </p:nvPr>
        </p:nvSpPr>
        <p:spPr>
          <a:xfrm>
            <a:off x="1259225" y="35814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259225" y="1244601"/>
            <a:ext cx="2093576" cy="15189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66796E9-17FF-4B7C-BBAB-43BCEA9CC3F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83514078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IMAGE-Layout-35">
    <p:bg>
      <p:bgPr>
        <a:solidFill>
          <a:schemeClr val="tx1"/>
        </a:solidFill>
        <a:effectLst/>
      </p:bgPr>
    </p:bg>
    <p:spTree>
      <p:nvGrpSpPr>
        <p:cNvPr id="1" name=""/>
        <p:cNvGrpSpPr/>
        <p:nvPr/>
      </p:nvGrpSpPr>
      <p:grpSpPr>
        <a:xfrm>
          <a:off x="0" y="0"/>
          <a:ext cx="0" cy="0"/>
          <a:chOff x="0" y="0"/>
          <a:chExt cx="0" cy="0"/>
        </a:xfrm>
      </p:grpSpPr>
      <p:sp>
        <p:nvSpPr>
          <p:cNvPr id="18" name="Picture Placeholder 3">
            <a:extLst>
              <a:ext uri="{FF2B5EF4-FFF2-40B4-BE49-F238E27FC236}">
                <a16:creationId xmlns:a16="http://schemas.microsoft.com/office/drawing/2014/main" id="{4F61D5AC-6B9A-4E76-9528-AC060A579713}"/>
              </a:ext>
            </a:extLst>
          </p:cNvPr>
          <p:cNvSpPr>
            <a:spLocks noGrp="1"/>
          </p:cNvSpPr>
          <p:nvPr>
            <p:ph type="pic" sz="quarter" idx="10"/>
          </p:nvPr>
        </p:nvSpPr>
        <p:spPr>
          <a:xfrm>
            <a:off x="4986454" y="1430453"/>
            <a:ext cx="1109547" cy="1109547"/>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9" name="Picture Placeholder 3">
            <a:extLst>
              <a:ext uri="{FF2B5EF4-FFF2-40B4-BE49-F238E27FC236}">
                <a16:creationId xmlns:a16="http://schemas.microsoft.com/office/drawing/2014/main" id="{182EF3E6-2533-4B75-8BBE-37A72D1F9537}"/>
              </a:ext>
            </a:extLst>
          </p:cNvPr>
          <p:cNvSpPr>
            <a:spLocks noGrp="1"/>
          </p:cNvSpPr>
          <p:nvPr>
            <p:ph type="pic" sz="quarter" idx="11"/>
          </p:nvPr>
        </p:nvSpPr>
        <p:spPr>
          <a:xfrm>
            <a:off x="4986454"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0" name="Picture Placeholder 3">
            <a:extLst>
              <a:ext uri="{FF2B5EF4-FFF2-40B4-BE49-F238E27FC236}">
                <a16:creationId xmlns:a16="http://schemas.microsoft.com/office/drawing/2014/main" id="{39BDB5CE-3845-49A2-B1DD-B21BA2398B5E}"/>
              </a:ext>
            </a:extLst>
          </p:cNvPr>
          <p:cNvSpPr>
            <a:spLocks noGrp="1"/>
          </p:cNvSpPr>
          <p:nvPr>
            <p:ph type="pic" sz="quarter" idx="12"/>
          </p:nvPr>
        </p:nvSpPr>
        <p:spPr>
          <a:xfrm>
            <a:off x="4986454"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1" name="Picture Placeholder 3">
            <a:extLst>
              <a:ext uri="{FF2B5EF4-FFF2-40B4-BE49-F238E27FC236}">
                <a16:creationId xmlns:a16="http://schemas.microsoft.com/office/drawing/2014/main" id="{87177F30-49A0-43D7-9750-F6537569BC0C}"/>
              </a:ext>
            </a:extLst>
          </p:cNvPr>
          <p:cNvSpPr>
            <a:spLocks noGrp="1"/>
          </p:cNvSpPr>
          <p:nvPr>
            <p:ph type="pic" sz="quarter" idx="13"/>
          </p:nvPr>
        </p:nvSpPr>
        <p:spPr>
          <a:xfrm>
            <a:off x="64850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2" name="Picture Placeholder 3">
            <a:extLst>
              <a:ext uri="{FF2B5EF4-FFF2-40B4-BE49-F238E27FC236}">
                <a16:creationId xmlns:a16="http://schemas.microsoft.com/office/drawing/2014/main" id="{A4D7A181-BF2B-4E2C-8DC6-9E9F93789422}"/>
              </a:ext>
            </a:extLst>
          </p:cNvPr>
          <p:cNvSpPr>
            <a:spLocks noGrp="1"/>
          </p:cNvSpPr>
          <p:nvPr>
            <p:ph type="pic" sz="quarter" idx="14"/>
          </p:nvPr>
        </p:nvSpPr>
        <p:spPr>
          <a:xfrm>
            <a:off x="64850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3" name="Picture Placeholder 3">
            <a:extLst>
              <a:ext uri="{FF2B5EF4-FFF2-40B4-BE49-F238E27FC236}">
                <a16:creationId xmlns:a16="http://schemas.microsoft.com/office/drawing/2014/main" id="{5656422B-2BD1-4349-AEF4-549C487EBAF9}"/>
              </a:ext>
            </a:extLst>
          </p:cNvPr>
          <p:cNvSpPr>
            <a:spLocks noGrp="1"/>
          </p:cNvSpPr>
          <p:nvPr>
            <p:ph type="pic" sz="quarter" idx="15"/>
          </p:nvPr>
        </p:nvSpPr>
        <p:spPr>
          <a:xfrm>
            <a:off x="64850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4" name="Picture Placeholder 3">
            <a:extLst>
              <a:ext uri="{FF2B5EF4-FFF2-40B4-BE49-F238E27FC236}">
                <a16:creationId xmlns:a16="http://schemas.microsoft.com/office/drawing/2014/main" id="{F5BEF3CE-BE91-482E-9A1D-F323D666EC82}"/>
              </a:ext>
            </a:extLst>
          </p:cNvPr>
          <p:cNvSpPr>
            <a:spLocks noGrp="1"/>
          </p:cNvSpPr>
          <p:nvPr>
            <p:ph type="pic" sz="quarter" idx="16"/>
          </p:nvPr>
        </p:nvSpPr>
        <p:spPr>
          <a:xfrm>
            <a:off x="79836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5" name="Picture Placeholder 3">
            <a:extLst>
              <a:ext uri="{FF2B5EF4-FFF2-40B4-BE49-F238E27FC236}">
                <a16:creationId xmlns:a16="http://schemas.microsoft.com/office/drawing/2014/main" id="{94CA472E-95A8-43F9-BA68-D9D29CFA582C}"/>
              </a:ext>
            </a:extLst>
          </p:cNvPr>
          <p:cNvSpPr>
            <a:spLocks noGrp="1"/>
          </p:cNvSpPr>
          <p:nvPr>
            <p:ph type="pic" sz="quarter" idx="17"/>
          </p:nvPr>
        </p:nvSpPr>
        <p:spPr>
          <a:xfrm>
            <a:off x="79836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6" name="Picture Placeholder 3">
            <a:extLst>
              <a:ext uri="{FF2B5EF4-FFF2-40B4-BE49-F238E27FC236}">
                <a16:creationId xmlns:a16="http://schemas.microsoft.com/office/drawing/2014/main" id="{B76B9EDF-B9FA-4D55-9CD3-DC606A762809}"/>
              </a:ext>
            </a:extLst>
          </p:cNvPr>
          <p:cNvSpPr>
            <a:spLocks noGrp="1"/>
          </p:cNvSpPr>
          <p:nvPr>
            <p:ph type="pic" sz="quarter" idx="18"/>
          </p:nvPr>
        </p:nvSpPr>
        <p:spPr>
          <a:xfrm>
            <a:off x="79836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7" name="Picture Placeholder 3">
            <a:extLst>
              <a:ext uri="{FF2B5EF4-FFF2-40B4-BE49-F238E27FC236}">
                <a16:creationId xmlns:a16="http://schemas.microsoft.com/office/drawing/2014/main" id="{338378F8-9586-4B0C-A232-3B726BB5670E}"/>
              </a:ext>
            </a:extLst>
          </p:cNvPr>
          <p:cNvSpPr>
            <a:spLocks noGrp="1"/>
          </p:cNvSpPr>
          <p:nvPr>
            <p:ph type="pic" sz="quarter" idx="19"/>
          </p:nvPr>
        </p:nvSpPr>
        <p:spPr>
          <a:xfrm>
            <a:off x="9482253" y="1430453"/>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
        <p:nvSpPr>
          <p:cNvPr id="28" name="Picture Placeholder 3">
            <a:extLst>
              <a:ext uri="{FF2B5EF4-FFF2-40B4-BE49-F238E27FC236}">
                <a16:creationId xmlns:a16="http://schemas.microsoft.com/office/drawing/2014/main" id="{DBAA4A7E-83F0-4DE1-8058-727D0D550AE8}"/>
              </a:ext>
            </a:extLst>
          </p:cNvPr>
          <p:cNvSpPr>
            <a:spLocks noGrp="1"/>
          </p:cNvSpPr>
          <p:nvPr>
            <p:ph type="pic" sz="quarter" idx="20"/>
          </p:nvPr>
        </p:nvSpPr>
        <p:spPr>
          <a:xfrm>
            <a:off x="9482253" y="2874227"/>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29" name="Picture Placeholder 3">
            <a:extLst>
              <a:ext uri="{FF2B5EF4-FFF2-40B4-BE49-F238E27FC236}">
                <a16:creationId xmlns:a16="http://schemas.microsoft.com/office/drawing/2014/main" id="{2D3DF732-700F-4626-B6E5-D4FE7CA7F750}"/>
              </a:ext>
            </a:extLst>
          </p:cNvPr>
          <p:cNvSpPr>
            <a:spLocks noGrp="1"/>
          </p:cNvSpPr>
          <p:nvPr>
            <p:ph type="pic" sz="quarter" idx="21"/>
          </p:nvPr>
        </p:nvSpPr>
        <p:spPr>
          <a:xfrm>
            <a:off x="9482253" y="4318000"/>
            <a:ext cx="1109547" cy="1109547"/>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dirty="0"/>
          </a:p>
        </p:txBody>
      </p:sp>
    </p:spTree>
    <p:extLst>
      <p:ext uri="{BB962C8B-B14F-4D97-AF65-F5344CB8AC3E}">
        <p14:creationId xmlns:p14="http://schemas.microsoft.com/office/powerpoint/2010/main" val="54733832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IMAGE-Layout-36">
    <p:bg>
      <p:bgPr>
        <a:solidFill>
          <a:schemeClr val="tx1"/>
        </a:solidFill>
        <a:effectLst/>
      </p:bgPr>
    </p:bg>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9DE22400-4DFB-4070-BD11-796979D44517}"/>
              </a:ext>
            </a:extLst>
          </p:cNvPr>
          <p:cNvSpPr>
            <a:spLocks noGrp="1"/>
          </p:cNvSpPr>
          <p:nvPr>
            <p:ph type="pic" sz="quarter" idx="11"/>
          </p:nvPr>
        </p:nvSpPr>
        <p:spPr>
          <a:xfrm>
            <a:off x="3048001"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F6B20438-F6EA-44E8-AE9B-E1D8927EDD45}"/>
              </a:ext>
            </a:extLst>
          </p:cNvPr>
          <p:cNvSpPr>
            <a:spLocks noGrp="1"/>
          </p:cNvSpPr>
          <p:nvPr>
            <p:ph type="pic" sz="quarter" idx="12"/>
          </p:nvPr>
        </p:nvSpPr>
        <p:spPr>
          <a:xfrm>
            <a:off x="7944153" y="3522134"/>
            <a:ext cx="1199847" cy="1199847"/>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685782250"/>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IMAGE-Layout-37">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4167C466-06CA-4316-837F-DE41C6D25BBE}"/>
              </a:ext>
            </a:extLst>
          </p:cNvPr>
          <p:cNvSpPr>
            <a:spLocks noGrp="1"/>
          </p:cNvSpPr>
          <p:nvPr>
            <p:ph type="pic" sz="quarter" idx="12"/>
          </p:nvPr>
        </p:nvSpPr>
        <p:spPr>
          <a:xfrm>
            <a:off x="56304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BEF702DF-314A-48F1-973E-85A0F00953B2}"/>
              </a:ext>
            </a:extLst>
          </p:cNvPr>
          <p:cNvSpPr>
            <a:spLocks noGrp="1"/>
          </p:cNvSpPr>
          <p:nvPr>
            <p:ph type="pic" sz="quarter" idx="13"/>
          </p:nvPr>
        </p:nvSpPr>
        <p:spPr>
          <a:xfrm>
            <a:off x="91440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498764A-68F6-42A7-8513-24CEA7D01CDF}"/>
              </a:ext>
            </a:extLst>
          </p:cNvPr>
          <p:cNvSpPr>
            <a:spLocks noGrp="1"/>
          </p:cNvSpPr>
          <p:nvPr>
            <p:ph type="pic" sz="quarter" idx="11"/>
          </p:nvPr>
        </p:nvSpPr>
        <p:spPr>
          <a:xfrm>
            <a:off x="2116800" y="4754290"/>
            <a:ext cx="931200" cy="931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8836497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IMAGE-Layout-3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C2276A54-15F6-49F8-8236-5D53CB303591}"/>
              </a:ext>
            </a:extLst>
          </p:cNvPr>
          <p:cNvSpPr>
            <a:spLocks noGrp="1"/>
          </p:cNvSpPr>
          <p:nvPr>
            <p:ph type="pic" sz="quarter" idx="11"/>
          </p:nvPr>
        </p:nvSpPr>
        <p:spPr>
          <a:xfrm>
            <a:off x="6139201" y="914400"/>
            <a:ext cx="5138399"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504360640"/>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Layout-39">
    <p:bg>
      <p:bgPr>
        <a:solidFill>
          <a:schemeClr val="tx1"/>
        </a:solidFill>
        <a:effectLst/>
      </p:bgPr>
    </p:bg>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90FCA33D-2064-4B79-A05B-33E02F45CC00}"/>
              </a:ext>
            </a:extLst>
          </p:cNvPr>
          <p:cNvSpPr>
            <a:spLocks noGrp="1"/>
          </p:cNvSpPr>
          <p:nvPr>
            <p:ph type="pic" sz="quarter" idx="10"/>
          </p:nvPr>
        </p:nvSpPr>
        <p:spPr>
          <a:xfrm>
            <a:off x="914400" y="914400"/>
            <a:ext cx="6577781"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B3F2EB52-6437-443D-83F2-470160C639DE}"/>
              </a:ext>
            </a:extLst>
          </p:cNvPr>
          <p:cNvSpPr>
            <a:spLocks noGrp="1"/>
          </p:cNvSpPr>
          <p:nvPr>
            <p:ph type="pic" sz="quarter" idx="13"/>
          </p:nvPr>
        </p:nvSpPr>
        <p:spPr>
          <a:xfrm>
            <a:off x="914400" y="3471598"/>
            <a:ext cx="6577781" cy="2472001"/>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544925772"/>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IMAGE-Layout-40">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F5D57908-4AFF-424F-A126-737853EA3FE9}"/>
              </a:ext>
            </a:extLst>
          </p:cNvPr>
          <p:cNvSpPr>
            <a:spLocks noGrp="1"/>
          </p:cNvSpPr>
          <p:nvPr>
            <p:ph type="pic" sz="quarter" idx="10"/>
          </p:nvPr>
        </p:nvSpPr>
        <p:spPr>
          <a:xfrm>
            <a:off x="914400" y="914400"/>
            <a:ext cx="2568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Picture Placeholder 3">
            <a:extLst>
              <a:ext uri="{FF2B5EF4-FFF2-40B4-BE49-F238E27FC236}">
                <a16:creationId xmlns:a16="http://schemas.microsoft.com/office/drawing/2014/main" id="{9E22C849-BA60-407D-AF15-5F2874C1B427}"/>
              </a:ext>
            </a:extLst>
          </p:cNvPr>
          <p:cNvSpPr>
            <a:spLocks noGrp="1"/>
          </p:cNvSpPr>
          <p:nvPr>
            <p:ph type="pic" sz="quarter" idx="13"/>
          </p:nvPr>
        </p:nvSpPr>
        <p:spPr>
          <a:xfrm>
            <a:off x="3528000" y="3452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6EA590BF-BEF4-4611-8EE4-786523DD517B}"/>
              </a:ext>
            </a:extLst>
          </p:cNvPr>
          <p:cNvSpPr>
            <a:spLocks noGrp="1"/>
          </p:cNvSpPr>
          <p:nvPr>
            <p:ph type="pic" sz="quarter" idx="14"/>
          </p:nvPr>
        </p:nvSpPr>
        <p:spPr>
          <a:xfrm>
            <a:off x="3528000" y="914400"/>
            <a:ext cx="2570400" cy="249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51331652"/>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IMAGE-Layout-41">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57030164-06EA-4D37-9C6D-49853C2FD302}"/>
              </a:ext>
            </a:extLst>
          </p:cNvPr>
          <p:cNvSpPr>
            <a:spLocks noGrp="1"/>
          </p:cNvSpPr>
          <p:nvPr>
            <p:ph type="pic" sz="quarter" idx="13"/>
          </p:nvPr>
        </p:nvSpPr>
        <p:spPr>
          <a:xfrm>
            <a:off x="914400" y="3452400"/>
            <a:ext cx="700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C00E378F-86E7-4993-B91B-1784EE997AAF}"/>
              </a:ext>
            </a:extLst>
          </p:cNvPr>
          <p:cNvSpPr>
            <a:spLocks noGrp="1"/>
          </p:cNvSpPr>
          <p:nvPr>
            <p:ph type="pic" sz="quarter" idx="14"/>
          </p:nvPr>
        </p:nvSpPr>
        <p:spPr>
          <a:xfrm>
            <a:off x="7965600" y="914400"/>
            <a:ext cx="3312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1EC91ED1-A8F9-42ED-8B48-4C358265977D}"/>
              </a:ext>
            </a:extLst>
          </p:cNvPr>
          <p:cNvSpPr>
            <a:spLocks noGrp="1"/>
          </p:cNvSpPr>
          <p:nvPr>
            <p:ph type="pic" sz="quarter" idx="15"/>
          </p:nvPr>
        </p:nvSpPr>
        <p:spPr>
          <a:xfrm>
            <a:off x="914399" y="914400"/>
            <a:ext cx="3487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47B720D8-3A04-4E2B-8D9E-02FDA88BF576}"/>
              </a:ext>
            </a:extLst>
          </p:cNvPr>
          <p:cNvSpPr>
            <a:spLocks noGrp="1"/>
          </p:cNvSpPr>
          <p:nvPr>
            <p:ph type="pic" sz="quarter" idx="16"/>
          </p:nvPr>
        </p:nvSpPr>
        <p:spPr>
          <a:xfrm>
            <a:off x="4452000" y="914400"/>
            <a:ext cx="3463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21316424"/>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IMAGE-Layout-42">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3429601" y="3452400"/>
            <a:ext cx="78480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1" name="Picture Placeholder 3">
            <a:extLst>
              <a:ext uri="{FF2B5EF4-FFF2-40B4-BE49-F238E27FC236}">
                <a16:creationId xmlns:a16="http://schemas.microsoft.com/office/drawing/2014/main" id="{D49F64A6-006D-4964-ADA8-191336165E77}"/>
              </a:ext>
            </a:extLst>
          </p:cNvPr>
          <p:cNvSpPr>
            <a:spLocks noGrp="1"/>
          </p:cNvSpPr>
          <p:nvPr>
            <p:ph type="pic" sz="quarter" idx="15"/>
          </p:nvPr>
        </p:nvSpPr>
        <p:spPr>
          <a:xfrm>
            <a:off x="914400" y="3452400"/>
            <a:ext cx="25152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4" name="Picture Placeholder 3">
            <a:extLst>
              <a:ext uri="{FF2B5EF4-FFF2-40B4-BE49-F238E27FC236}">
                <a16:creationId xmlns:a16="http://schemas.microsoft.com/office/drawing/2014/main" id="{4E1F1C57-80A2-45AD-980A-D7B8D6595E8C}"/>
              </a:ext>
            </a:extLst>
          </p:cNvPr>
          <p:cNvSpPr>
            <a:spLocks noGrp="1"/>
          </p:cNvSpPr>
          <p:nvPr>
            <p:ph type="pic" sz="quarter" idx="18"/>
          </p:nvPr>
        </p:nvSpPr>
        <p:spPr>
          <a:xfrm>
            <a:off x="914399" y="914400"/>
            <a:ext cx="5308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63658827"/>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IMAGE-Layout-43">
    <p:bg>
      <p:bgPr>
        <a:solidFill>
          <a:schemeClr val="tx1"/>
        </a:solidFill>
        <a:effectLst/>
      </p:bgPr>
    </p:bg>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E6195AC3-CE2F-4B7C-9152-7B81DB7FCAD2}"/>
              </a:ext>
            </a:extLst>
          </p:cNvPr>
          <p:cNvSpPr>
            <a:spLocks noGrp="1"/>
          </p:cNvSpPr>
          <p:nvPr>
            <p:ph type="pic" sz="quarter" idx="13"/>
          </p:nvPr>
        </p:nvSpPr>
        <p:spPr>
          <a:xfrm>
            <a:off x="914399" y="2456565"/>
            <a:ext cx="4216800" cy="2491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3">
            <a:extLst>
              <a:ext uri="{FF2B5EF4-FFF2-40B4-BE49-F238E27FC236}">
                <a16:creationId xmlns:a16="http://schemas.microsoft.com/office/drawing/2014/main" id="{8EAB607D-A34C-4A17-ACEF-CD3480C6BB11}"/>
              </a:ext>
            </a:extLst>
          </p:cNvPr>
          <p:cNvSpPr>
            <a:spLocks noGrp="1"/>
          </p:cNvSpPr>
          <p:nvPr>
            <p:ph type="pic" sz="quarter" idx="14"/>
          </p:nvPr>
        </p:nvSpPr>
        <p:spPr>
          <a:xfrm>
            <a:off x="5179199" y="914400"/>
            <a:ext cx="6098400" cy="4033365"/>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5BB50CE9-A1AB-4ED4-8678-11C119D84DFB}"/>
              </a:ext>
            </a:extLst>
          </p:cNvPr>
          <p:cNvSpPr>
            <a:spLocks noGrp="1"/>
          </p:cNvSpPr>
          <p:nvPr>
            <p:ph type="pic" sz="quarter" idx="15"/>
          </p:nvPr>
        </p:nvSpPr>
        <p:spPr>
          <a:xfrm>
            <a:off x="914399" y="914400"/>
            <a:ext cx="2097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3">
            <a:extLst>
              <a:ext uri="{FF2B5EF4-FFF2-40B4-BE49-F238E27FC236}">
                <a16:creationId xmlns:a16="http://schemas.microsoft.com/office/drawing/2014/main" id="{D9B87A15-EFFB-4AFD-B17A-2D9576F8DB71}"/>
              </a:ext>
            </a:extLst>
          </p:cNvPr>
          <p:cNvSpPr>
            <a:spLocks noGrp="1"/>
          </p:cNvSpPr>
          <p:nvPr>
            <p:ph type="pic" sz="quarter" idx="16"/>
          </p:nvPr>
        </p:nvSpPr>
        <p:spPr>
          <a:xfrm>
            <a:off x="3070799" y="914400"/>
            <a:ext cx="2049600" cy="1471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60756758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IMAGE-Layout-44">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5138397"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Picture Placeholder 3">
            <a:extLst>
              <a:ext uri="{FF2B5EF4-FFF2-40B4-BE49-F238E27FC236}">
                <a16:creationId xmlns:a16="http://schemas.microsoft.com/office/drawing/2014/main" id="{28CC71D8-1B64-4A1A-A2BC-928D2CD5DEE4}"/>
              </a:ext>
            </a:extLst>
          </p:cNvPr>
          <p:cNvSpPr>
            <a:spLocks noGrp="1"/>
          </p:cNvSpPr>
          <p:nvPr>
            <p:ph type="pic" sz="quarter" idx="11"/>
          </p:nvPr>
        </p:nvSpPr>
        <p:spPr>
          <a:xfrm>
            <a:off x="6139201" y="3471597"/>
            <a:ext cx="5138399" cy="2472003"/>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9D389867-A538-4B05-B3E9-D87EEAE66B5A}"/>
              </a:ext>
            </a:extLst>
          </p:cNvPr>
          <p:cNvSpPr>
            <a:spLocks noGrp="1"/>
          </p:cNvSpPr>
          <p:nvPr>
            <p:ph type="pic" sz="quarter" idx="12"/>
          </p:nvPr>
        </p:nvSpPr>
        <p:spPr>
          <a:xfrm>
            <a:off x="6139201" y="914400"/>
            <a:ext cx="5138399" cy="2472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0" y="3471598"/>
            <a:ext cx="5138397" cy="2472002"/>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402166644"/>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IMAGE-Layout-45">
    <p:bg>
      <p:bgPr>
        <a:solidFill>
          <a:schemeClr val="tx1"/>
        </a:solidFill>
        <a:effectLst/>
      </p:bgPr>
    </p:bg>
    <p:spTree>
      <p:nvGrpSpPr>
        <p:cNvPr id="1" name=""/>
        <p:cNvGrpSpPr/>
        <p:nvPr/>
      </p:nvGrpSpPr>
      <p:grpSpPr>
        <a:xfrm>
          <a:off x="0" y="0"/>
          <a:ext cx="0" cy="0"/>
          <a:chOff x="0" y="0"/>
          <a:chExt cx="0" cy="0"/>
        </a:xfrm>
      </p:grpSpPr>
      <p:sp>
        <p:nvSpPr>
          <p:cNvPr id="13" name="Picture Placeholder 3">
            <a:extLst>
              <a:ext uri="{FF2B5EF4-FFF2-40B4-BE49-F238E27FC236}">
                <a16:creationId xmlns:a16="http://schemas.microsoft.com/office/drawing/2014/main" id="{35F7524D-A316-4A4B-928A-66679129A8AC}"/>
              </a:ext>
            </a:extLst>
          </p:cNvPr>
          <p:cNvSpPr>
            <a:spLocks noGrp="1"/>
          </p:cNvSpPr>
          <p:nvPr>
            <p:ph type="pic" sz="quarter" idx="11"/>
          </p:nvPr>
        </p:nvSpPr>
        <p:spPr>
          <a:xfrm>
            <a:off x="6143201"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3F19A66A-71A3-45B9-B802-F3CD6C788920}"/>
              </a:ext>
            </a:extLst>
          </p:cNvPr>
          <p:cNvSpPr>
            <a:spLocks noGrp="1"/>
          </p:cNvSpPr>
          <p:nvPr>
            <p:ph type="pic" sz="quarter" idx="12"/>
          </p:nvPr>
        </p:nvSpPr>
        <p:spPr>
          <a:xfrm>
            <a:off x="6143201"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F34BF67E-4A08-4158-AB88-CA7B07B054DE}"/>
              </a:ext>
            </a:extLst>
          </p:cNvPr>
          <p:cNvSpPr>
            <a:spLocks noGrp="1"/>
          </p:cNvSpPr>
          <p:nvPr>
            <p:ph type="pic" sz="quarter" idx="13"/>
          </p:nvPr>
        </p:nvSpPr>
        <p:spPr>
          <a:xfrm>
            <a:off x="914400"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D51E2876-E8C8-423C-9494-4CEF2FF3A976}"/>
              </a:ext>
            </a:extLst>
          </p:cNvPr>
          <p:cNvSpPr>
            <a:spLocks noGrp="1"/>
          </p:cNvSpPr>
          <p:nvPr>
            <p:ph type="pic" sz="quarter" idx="14"/>
          </p:nvPr>
        </p:nvSpPr>
        <p:spPr>
          <a:xfrm>
            <a:off x="3528799"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BEA9705-624D-467C-AF97-F2C06F54CF58}"/>
              </a:ext>
            </a:extLst>
          </p:cNvPr>
          <p:cNvSpPr>
            <a:spLocks noGrp="1"/>
          </p:cNvSpPr>
          <p:nvPr>
            <p:ph type="pic" sz="quarter" idx="15"/>
          </p:nvPr>
        </p:nvSpPr>
        <p:spPr>
          <a:xfrm>
            <a:off x="3528799" y="3471599"/>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52E7B9-C3A8-480E-B89A-1D9E52E70D05}"/>
              </a:ext>
            </a:extLst>
          </p:cNvPr>
          <p:cNvSpPr>
            <a:spLocks noGrp="1"/>
          </p:cNvSpPr>
          <p:nvPr>
            <p:ph type="pic" sz="quarter" idx="16"/>
          </p:nvPr>
        </p:nvSpPr>
        <p:spPr>
          <a:xfrm>
            <a:off x="8757600" y="914401"/>
            <a:ext cx="2520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943633770"/>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IMAGE-Layout-4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914400" y="914400"/>
            <a:ext cx="11277600" cy="5943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9B6E5E6E-DD3D-4F05-B4F6-C317A8A5C5A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612137216"/>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IMAGE-Layout-47">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6990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3">
            <a:extLst>
              <a:ext uri="{FF2B5EF4-FFF2-40B4-BE49-F238E27FC236}">
                <a16:creationId xmlns:a16="http://schemas.microsoft.com/office/drawing/2014/main" id="{69BEAD33-76BE-4CAF-B375-E999A680F839}"/>
              </a:ext>
            </a:extLst>
          </p:cNvPr>
          <p:cNvSpPr>
            <a:spLocks noGrp="1"/>
          </p:cNvSpPr>
          <p:nvPr>
            <p:ph type="pic" sz="quarter" idx="11"/>
          </p:nvPr>
        </p:nvSpPr>
        <p:spPr>
          <a:xfrm>
            <a:off x="6959600" y="914400"/>
            <a:ext cx="20574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FC5AF0A1-D71D-4DD2-A802-8F21C1EDDD04}"/>
              </a:ext>
            </a:extLst>
          </p:cNvPr>
          <p:cNvSpPr>
            <a:spLocks noGrp="1"/>
          </p:cNvSpPr>
          <p:nvPr>
            <p:ph type="pic" sz="quarter" idx="12"/>
          </p:nvPr>
        </p:nvSpPr>
        <p:spPr>
          <a:xfrm>
            <a:off x="9220200" y="914400"/>
            <a:ext cx="20574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94522817"/>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IMAGE-Layout-48">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3336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947768296"/>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IMAGE-Layout-49">
    <p:bg>
      <p:bgPr>
        <a:solidFill>
          <a:schemeClr val="tx1"/>
        </a:solidFill>
        <a:effectLst/>
      </p:bgPr>
    </p:bg>
    <p:spTree>
      <p:nvGrpSpPr>
        <p:cNvPr id="1" name=""/>
        <p:cNvGrpSpPr/>
        <p:nvPr/>
      </p:nvGrpSpPr>
      <p:grpSpPr>
        <a:xfrm>
          <a:off x="0" y="0"/>
          <a:ext cx="0" cy="0"/>
          <a:chOff x="0" y="0"/>
          <a:chExt cx="0" cy="0"/>
        </a:xfrm>
      </p:grpSpPr>
      <p:sp>
        <p:nvSpPr>
          <p:cNvPr id="11" name="Picture Placeholder 3">
            <a:extLst>
              <a:ext uri="{FF2B5EF4-FFF2-40B4-BE49-F238E27FC236}">
                <a16:creationId xmlns:a16="http://schemas.microsoft.com/office/drawing/2014/main" id="{D2742DDA-BD5D-4F67-A96E-7DB1DBD7D7C3}"/>
              </a:ext>
            </a:extLst>
          </p:cNvPr>
          <p:cNvSpPr>
            <a:spLocks noGrp="1"/>
          </p:cNvSpPr>
          <p:nvPr>
            <p:ph type="pic" sz="quarter" idx="10"/>
          </p:nvPr>
        </p:nvSpPr>
        <p:spPr>
          <a:xfrm>
            <a:off x="9144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2" name="Picture Placeholder 3">
            <a:extLst>
              <a:ext uri="{FF2B5EF4-FFF2-40B4-BE49-F238E27FC236}">
                <a16:creationId xmlns:a16="http://schemas.microsoft.com/office/drawing/2014/main" id="{0C2BEC9C-F7F4-45F2-BE52-C02716CCE40A}"/>
              </a:ext>
            </a:extLst>
          </p:cNvPr>
          <p:cNvSpPr>
            <a:spLocks noGrp="1"/>
          </p:cNvSpPr>
          <p:nvPr>
            <p:ph type="pic" sz="quarter" idx="11"/>
          </p:nvPr>
        </p:nvSpPr>
        <p:spPr>
          <a:xfrm>
            <a:off x="43980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3" name="Picture Placeholder 3">
            <a:extLst>
              <a:ext uri="{FF2B5EF4-FFF2-40B4-BE49-F238E27FC236}">
                <a16:creationId xmlns:a16="http://schemas.microsoft.com/office/drawing/2014/main" id="{5AD3325F-8DD8-4D2F-B33D-278CDFB34443}"/>
              </a:ext>
            </a:extLst>
          </p:cNvPr>
          <p:cNvSpPr>
            <a:spLocks noGrp="1"/>
          </p:cNvSpPr>
          <p:nvPr>
            <p:ph type="pic" sz="quarter" idx="12"/>
          </p:nvPr>
        </p:nvSpPr>
        <p:spPr>
          <a:xfrm>
            <a:off x="7881600" y="914400"/>
            <a:ext cx="3396000" cy="5029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85506763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IMAGE-Layout-50">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5029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74540094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IMAGE-Layout-51">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3">
            <a:extLst>
              <a:ext uri="{FF2B5EF4-FFF2-40B4-BE49-F238E27FC236}">
                <a16:creationId xmlns:a16="http://schemas.microsoft.com/office/drawing/2014/main" id="{E32D31ED-4C21-4996-B1F6-2801D562DEBA}"/>
              </a:ext>
            </a:extLst>
          </p:cNvPr>
          <p:cNvSpPr>
            <a:spLocks noGrp="1"/>
          </p:cNvSpPr>
          <p:nvPr>
            <p:ph type="pic" sz="quarter" idx="11"/>
          </p:nvPr>
        </p:nvSpPr>
        <p:spPr>
          <a:xfrm>
            <a:off x="8757600"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3">
            <a:extLst>
              <a:ext uri="{FF2B5EF4-FFF2-40B4-BE49-F238E27FC236}">
                <a16:creationId xmlns:a16="http://schemas.microsoft.com/office/drawing/2014/main" id="{871AC328-6CDC-43DA-B810-E2F4FA4B78C0}"/>
              </a:ext>
            </a:extLst>
          </p:cNvPr>
          <p:cNvSpPr>
            <a:spLocks noGrp="1"/>
          </p:cNvSpPr>
          <p:nvPr>
            <p:ph type="pic" sz="quarter" idx="12"/>
          </p:nvPr>
        </p:nvSpPr>
        <p:spPr>
          <a:xfrm>
            <a:off x="6143201"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3BA56443-CF18-4C38-9575-5E1710AAB668}"/>
              </a:ext>
            </a:extLst>
          </p:cNvPr>
          <p:cNvSpPr>
            <a:spLocks noGrp="1"/>
          </p:cNvSpPr>
          <p:nvPr>
            <p:ph type="pic" sz="quarter" idx="13"/>
          </p:nvPr>
        </p:nvSpPr>
        <p:spPr>
          <a:xfrm>
            <a:off x="3528799" y="914400"/>
            <a:ext cx="2520000" cy="252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411084976"/>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IMAGE-Layout-52">
    <p:bg>
      <p:bgPr>
        <a:solidFill>
          <a:schemeClr val="tx1"/>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144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3">
            <a:extLst>
              <a:ext uri="{FF2B5EF4-FFF2-40B4-BE49-F238E27FC236}">
                <a16:creationId xmlns:a16="http://schemas.microsoft.com/office/drawing/2014/main" id="{9DDCC9E0-60A8-460E-B271-38AA5BD31AB6}"/>
              </a:ext>
            </a:extLst>
          </p:cNvPr>
          <p:cNvSpPr>
            <a:spLocks noGrp="1"/>
          </p:cNvSpPr>
          <p:nvPr>
            <p:ph type="pic" sz="quarter" idx="11"/>
          </p:nvPr>
        </p:nvSpPr>
        <p:spPr>
          <a:xfrm>
            <a:off x="43980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3">
            <a:extLst>
              <a:ext uri="{FF2B5EF4-FFF2-40B4-BE49-F238E27FC236}">
                <a16:creationId xmlns:a16="http://schemas.microsoft.com/office/drawing/2014/main" id="{078D1A29-CD71-43A6-99D6-836B5EBFDE5A}"/>
              </a:ext>
            </a:extLst>
          </p:cNvPr>
          <p:cNvSpPr>
            <a:spLocks noGrp="1"/>
          </p:cNvSpPr>
          <p:nvPr>
            <p:ph type="pic" sz="quarter" idx="12"/>
          </p:nvPr>
        </p:nvSpPr>
        <p:spPr>
          <a:xfrm>
            <a:off x="7881600" y="914400"/>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6" name="Picture Placeholder 3">
            <a:extLst>
              <a:ext uri="{FF2B5EF4-FFF2-40B4-BE49-F238E27FC236}">
                <a16:creationId xmlns:a16="http://schemas.microsoft.com/office/drawing/2014/main" id="{15A66BDF-7867-487E-BD05-90820D1AE42F}"/>
              </a:ext>
            </a:extLst>
          </p:cNvPr>
          <p:cNvSpPr>
            <a:spLocks noGrp="1"/>
          </p:cNvSpPr>
          <p:nvPr>
            <p:ph type="pic" sz="quarter" idx="13"/>
          </p:nvPr>
        </p:nvSpPr>
        <p:spPr>
          <a:xfrm>
            <a:off x="9144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7" name="Picture Placeholder 3">
            <a:extLst>
              <a:ext uri="{FF2B5EF4-FFF2-40B4-BE49-F238E27FC236}">
                <a16:creationId xmlns:a16="http://schemas.microsoft.com/office/drawing/2014/main" id="{8505305E-90B1-4FC8-841C-CA5C48C9CA6F}"/>
              </a:ext>
            </a:extLst>
          </p:cNvPr>
          <p:cNvSpPr>
            <a:spLocks noGrp="1"/>
          </p:cNvSpPr>
          <p:nvPr>
            <p:ph type="pic" sz="quarter" idx="14"/>
          </p:nvPr>
        </p:nvSpPr>
        <p:spPr>
          <a:xfrm>
            <a:off x="43980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3">
            <a:extLst>
              <a:ext uri="{FF2B5EF4-FFF2-40B4-BE49-F238E27FC236}">
                <a16:creationId xmlns:a16="http://schemas.microsoft.com/office/drawing/2014/main" id="{7CDA6529-604C-4B16-9E5D-87D4CD114D94}"/>
              </a:ext>
            </a:extLst>
          </p:cNvPr>
          <p:cNvSpPr>
            <a:spLocks noGrp="1"/>
          </p:cNvSpPr>
          <p:nvPr>
            <p:ph type="pic" sz="quarter" idx="15"/>
          </p:nvPr>
        </p:nvSpPr>
        <p:spPr>
          <a:xfrm>
            <a:off x="7881600" y="3471599"/>
            <a:ext cx="3396000" cy="2472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876879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IMAGE-Layout-53">
    <p:bg>
      <p:bgPr>
        <a:solidFill>
          <a:schemeClr val="tx1"/>
        </a:solidFill>
        <a:effectLst/>
      </p:bgPr>
    </p:bg>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62DC44A5-0817-457C-9553-79307753C2B7}"/>
              </a:ext>
            </a:extLst>
          </p:cNvPr>
          <p:cNvSpPr>
            <a:spLocks noGrp="1"/>
          </p:cNvSpPr>
          <p:nvPr>
            <p:ph type="pic" sz="quarter" idx="13"/>
          </p:nvPr>
        </p:nvSpPr>
        <p:spPr>
          <a:xfrm>
            <a:off x="914401" y="91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0" name="Picture Placeholder 3">
            <a:extLst>
              <a:ext uri="{FF2B5EF4-FFF2-40B4-BE49-F238E27FC236}">
                <a16:creationId xmlns:a16="http://schemas.microsoft.com/office/drawing/2014/main" id="{9AA3B0D7-8EEE-40CB-9A33-9F9360474B55}"/>
              </a:ext>
            </a:extLst>
          </p:cNvPr>
          <p:cNvSpPr>
            <a:spLocks noGrp="1"/>
          </p:cNvSpPr>
          <p:nvPr>
            <p:ph type="pic" sz="quarter" idx="14"/>
          </p:nvPr>
        </p:nvSpPr>
        <p:spPr>
          <a:xfrm>
            <a:off x="6860420" y="914400"/>
            <a:ext cx="4417181" cy="40800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C4AB4514-60E6-454B-8051-E8C2CD922934}"/>
              </a:ext>
            </a:extLst>
          </p:cNvPr>
          <p:cNvSpPr>
            <a:spLocks noGrp="1"/>
          </p:cNvSpPr>
          <p:nvPr>
            <p:ph type="pic" sz="quarter" idx="15"/>
          </p:nvPr>
        </p:nvSpPr>
        <p:spPr>
          <a:xfrm>
            <a:off x="914401" y="2954400"/>
            <a:ext cx="5946019" cy="2040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464660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userDrawn="1">
  <p:cSld name="IMAGE-Layout-54">
    <p:bg>
      <p:bgPr>
        <a:solidFill>
          <a:schemeClr val="tx1"/>
        </a:solidFill>
        <a:effectLst/>
      </p:bgPr>
    </p:bg>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4267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584582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userDrawn="1">
  <p:cSld name="IMAGE-Layout-55">
    <p:spTree>
      <p:nvGrpSpPr>
        <p:cNvPr id="1" name=""/>
        <p:cNvGrpSpPr/>
        <p:nvPr/>
      </p:nvGrpSpPr>
      <p:grpSpPr>
        <a:xfrm>
          <a:off x="0" y="0"/>
          <a:ext cx="0" cy="0"/>
          <a:chOff x="0" y="0"/>
          <a:chExt cx="0" cy="0"/>
        </a:xfrm>
      </p:grpSpPr>
      <p:sp>
        <p:nvSpPr>
          <p:cNvPr id="7" name="Picture Placeholder 6"/>
          <p:cNvSpPr>
            <a:spLocks noGrp="1"/>
          </p:cNvSpPr>
          <p:nvPr>
            <p:ph type="pic" sz="quarter" idx="15"/>
          </p:nvPr>
        </p:nvSpPr>
        <p:spPr>
          <a:xfrm>
            <a:off x="0" y="0"/>
            <a:ext cx="12192000" cy="2870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5859524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userDrawn="1">
  <p:cSld name="IMAGE-Layout-56">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518400" y="0"/>
            <a:ext cx="467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2091192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userDrawn="1">
  <p:cSld name="IMAGE-Layout-57">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7112000" y="1600200"/>
            <a:ext cx="3505200" cy="3657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3965764870"/>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userDrawn="1">
  <p:cSld name="IMAGE-Layout-58">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2997200" y="1685925"/>
            <a:ext cx="6197600" cy="348615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251160227"/>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userDrawn="1">
  <p:cSld name="IMAGE-Layout-5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543338090"/>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userDrawn="1">
  <p:cSld name="IMAGE-Layout-6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467871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userDrawn="1">
  <p:cSld name="IMAGE-Layout-6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0683443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userDrawn="1">
  <p:cSld name="IMAGE-Layout-6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332458020"/>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IMAGE-Layout-6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80000" y="479400"/>
            <a:ext cx="11232000" cy="5899200"/>
          </a:xfrm>
          <a:prstGeom prst="roundRect">
            <a:avLst>
              <a:gd name="adj" fmla="val 223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24216605"/>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IMAGE-Layout-6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1549400"/>
            <a:ext cx="8331200" cy="53086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1475156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IMAGE-Layout-6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64008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97548849"/>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userDrawn="1">
  <p:cSld name="IMAGE-Layout-66">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0" y="0"/>
            <a:ext cx="7874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70529909"/>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userDrawn="1">
  <p:cSld name="IMAGE-Layout-67">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12192000" cy="51562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13483976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userDrawn="1">
  <p:cSld name="IMAGE-Layout-68">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029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452170473"/>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userDrawn="1">
  <p:cSld name="IMAGE-Layout-69">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654800" y="0"/>
            <a:ext cx="5537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07541516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userDrawn="1">
  <p:cSld name="IMAGE-Layout-70">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689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52115991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userDrawn="1">
  <p:cSld name="IMAGE-Layout-71">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556000" y="433400"/>
            <a:ext cx="8175600" cy="5991200"/>
          </a:xfrm>
          <a:prstGeom prst="parallelogram">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2179873855"/>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userDrawn="1">
  <p:cSld name="IMAGE-Layout-72">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86080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01166060"/>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userDrawn="1">
  <p:cSld name="IMAGE-Layout-73">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83312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292545247"/>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IMAGE-Layout-74">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978400" y="0"/>
            <a:ext cx="7213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777842120"/>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userDrawn="1">
  <p:cSld name="IMAGE-Layout-75">
    <p:bg>
      <p:bgPr>
        <a:solidFill>
          <a:schemeClr val="tx1"/>
        </a:solidFill>
        <a:effectLst/>
      </p:bgPr>
    </p:bg>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3454400" y="0"/>
            <a:ext cx="873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349791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userDrawn="1">
  <p:cSld name="IMAGE-Layout-7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47244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23726516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userDrawn="1">
  <p:cSld name="IMAGE-Layout-77">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30480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51556198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IMAGE-Layout-7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371601" y="0"/>
            <a:ext cx="6095999" cy="6858000"/>
          </a:xfrm>
          <a:prstGeom prst="parallelogram">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020793864"/>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userDrawn="1">
  <p:cSld name="IMAGE-Layout-79">
    <p:spTree>
      <p:nvGrpSpPr>
        <p:cNvPr id="1" name=""/>
        <p:cNvGrpSpPr/>
        <p:nvPr/>
      </p:nvGrpSpPr>
      <p:grpSpPr>
        <a:xfrm>
          <a:off x="0" y="0"/>
          <a:ext cx="0" cy="0"/>
          <a:chOff x="0" y="0"/>
          <a:chExt cx="0" cy="0"/>
        </a:xfrm>
      </p:grpSpPr>
      <p:sp>
        <p:nvSpPr>
          <p:cNvPr id="3" name="Picture Placeholder 2"/>
          <p:cNvSpPr>
            <a:spLocks noGrp="1"/>
          </p:cNvSpPr>
          <p:nvPr>
            <p:ph type="pic" sz="quarter" idx="12"/>
          </p:nvPr>
        </p:nvSpPr>
        <p:spPr>
          <a:xfrm>
            <a:off x="6096000" y="0"/>
            <a:ext cx="609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23320464"/>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userDrawn="1">
  <p:cSld name="IMAGE-Layout-80">
    <p:spTree>
      <p:nvGrpSpPr>
        <p:cNvPr id="1" name=""/>
        <p:cNvGrpSpPr/>
        <p:nvPr/>
      </p:nvGrpSpPr>
      <p:grpSpPr>
        <a:xfrm>
          <a:off x="0" y="0"/>
          <a:ext cx="0" cy="0"/>
          <a:chOff x="0" y="0"/>
          <a:chExt cx="0" cy="0"/>
        </a:xfrm>
      </p:grpSpPr>
      <p:sp>
        <p:nvSpPr>
          <p:cNvPr id="4" name="Picture Placeholder 6">
            <a:extLst>
              <a:ext uri="{FF2B5EF4-FFF2-40B4-BE49-F238E27FC236}">
                <a16:creationId xmlns:a16="http://schemas.microsoft.com/office/drawing/2014/main" id="{6473A6D7-DE33-354E-BEC6-4712BD5E04DE}"/>
              </a:ext>
            </a:extLst>
          </p:cNvPr>
          <p:cNvSpPr>
            <a:spLocks noGrp="1"/>
          </p:cNvSpPr>
          <p:nvPr>
            <p:ph type="pic" sz="quarter" idx="11"/>
          </p:nvPr>
        </p:nvSpPr>
        <p:spPr>
          <a:xfrm>
            <a:off x="609600" y="624840"/>
            <a:ext cx="7332000" cy="5608320"/>
          </a:xfrm>
          <a:prstGeom prst="roundRect">
            <a:avLst>
              <a:gd name="adj" fmla="val 0"/>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1683364103"/>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userDrawn="1">
  <p:cSld name="IMAGE-Layout-81">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096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750340903"/>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userDrawn="1">
  <p:cSld name="IMAGE-Layout-8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054234F-206C-4002-95BE-53DC4A1649FB}"/>
              </a:ext>
            </a:extLst>
          </p:cNvPr>
          <p:cNvSpPr>
            <a:spLocks noGrp="1"/>
          </p:cNvSpPr>
          <p:nvPr>
            <p:ph type="pic" sz="quarter" idx="11"/>
          </p:nvPr>
        </p:nvSpPr>
        <p:spPr>
          <a:xfrm>
            <a:off x="8136000" y="627888"/>
            <a:ext cx="3444240" cy="5614416"/>
          </a:xfrm>
          <a:prstGeom prst="roundRect">
            <a:avLst>
              <a:gd name="adj" fmla="val 413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14058227"/>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userDrawn="1">
  <p:cSld name="IMAGE-Layout-83">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753112204"/>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userDrawn="1">
  <p:cSld name="IMAGE-Layout-8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6959600" y="0"/>
            <a:ext cx="52324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70590199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userDrawn="1">
  <p:cSld name="IMAGE-Layout-8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646644412"/>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userDrawn="1">
  <p:cSld name="IMAGE-Layout-86">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2054790319"/>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userDrawn="1">
  <p:cSld name="IMAGE-Layout-87">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609600" y="627888"/>
            <a:ext cx="10972800" cy="280416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693624797"/>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IMAGE-Layout-8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91113677"/>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userDrawn="1">
  <p:cSld name="IMAGE-Layout-8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23611941"/>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userDrawn="1">
  <p:cSld name="IMAGE-Layout-90">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828800" y="2133600"/>
            <a:ext cx="2590800" cy="2590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5782416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userDrawn="1">
  <p:cSld name="IMAGE-Layout-91">
    <p:spTree>
      <p:nvGrpSpPr>
        <p:cNvPr id="1" name=""/>
        <p:cNvGrpSpPr/>
        <p:nvPr/>
      </p:nvGrpSpPr>
      <p:grpSpPr>
        <a:xfrm>
          <a:off x="0" y="0"/>
          <a:ext cx="0" cy="0"/>
          <a:chOff x="0" y="0"/>
          <a:chExt cx="0" cy="0"/>
        </a:xfrm>
      </p:grpSpPr>
      <p:sp>
        <p:nvSpPr>
          <p:cNvPr id="11" name="Picture Placeholder 5"/>
          <p:cNvSpPr>
            <a:spLocks noGrp="1"/>
          </p:cNvSpPr>
          <p:nvPr>
            <p:ph type="pic" sz="quarter" idx="11"/>
          </p:nvPr>
        </p:nvSpPr>
        <p:spPr>
          <a:xfrm>
            <a:off x="4876800" y="993648"/>
            <a:ext cx="2438400" cy="24384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050568779"/>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userDrawn="1">
  <p:cSld name="IMAGE-Layout-92">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7772400"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1649015"/>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IMAGE-Layout-93">
    <p:spTree>
      <p:nvGrpSpPr>
        <p:cNvPr id="1" name=""/>
        <p:cNvGrpSpPr/>
        <p:nvPr/>
      </p:nvGrpSpPr>
      <p:grpSpPr>
        <a:xfrm>
          <a:off x="0" y="0"/>
          <a:ext cx="0" cy="0"/>
          <a:chOff x="0" y="0"/>
          <a:chExt cx="0" cy="0"/>
        </a:xfrm>
      </p:grpSpPr>
      <p:sp>
        <p:nvSpPr>
          <p:cNvPr id="45" name="Picture Placeholder 2">
            <a:extLst>
              <a:ext uri="{FF2B5EF4-FFF2-40B4-BE49-F238E27FC236}">
                <a16:creationId xmlns:a16="http://schemas.microsoft.com/office/drawing/2014/main" id="{128F5896-9AFD-42E8-BB51-39D5D95DA270}"/>
              </a:ext>
            </a:extLst>
          </p:cNvPr>
          <p:cNvSpPr>
            <a:spLocks noGrp="1"/>
          </p:cNvSpPr>
          <p:nvPr>
            <p:ph type="pic" sz="quarter" idx="11"/>
          </p:nvPr>
        </p:nvSpPr>
        <p:spPr>
          <a:xfrm flipH="1">
            <a:off x="7851649"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332434943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IMAGE-Layout-94">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340351" cy="6858000"/>
          </a:xfrm>
          <a:custGeom>
            <a:avLst/>
            <a:gdLst>
              <a:gd name="connsiteX0" fmla="*/ 0 w 6208775"/>
              <a:gd name="connsiteY0" fmla="*/ 0 h 10287000"/>
              <a:gd name="connsiteX1" fmla="*/ 6208775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3393004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0 h 10287000"/>
              <a:gd name="connsiteX1" fmla="*/ 4900870 w 6208775"/>
              <a:gd name="connsiteY1" fmla="*/ 19050 h 10287000"/>
              <a:gd name="connsiteX2" fmla="*/ 6208775 w 6208775"/>
              <a:gd name="connsiteY2" fmla="*/ 10287000 h 10287000"/>
              <a:gd name="connsiteX3" fmla="*/ 0 w 6208775"/>
              <a:gd name="connsiteY3" fmla="*/ 10287000 h 10287000"/>
              <a:gd name="connsiteX4" fmla="*/ 0 w 6208775"/>
              <a:gd name="connsiteY4" fmla="*/ 0 h 10287000"/>
              <a:gd name="connsiteX0" fmla="*/ 0 w 6208775"/>
              <a:gd name="connsiteY0" fmla="*/ 6350 h 10293350"/>
              <a:gd name="connsiteX1" fmla="*/ 4864536 w 6208775"/>
              <a:gd name="connsiteY1" fmla="*/ 0 h 10293350"/>
              <a:gd name="connsiteX2" fmla="*/ 6208775 w 6208775"/>
              <a:gd name="connsiteY2" fmla="*/ 10293350 h 10293350"/>
              <a:gd name="connsiteX3" fmla="*/ 0 w 6208775"/>
              <a:gd name="connsiteY3" fmla="*/ 10293350 h 10293350"/>
              <a:gd name="connsiteX4" fmla="*/ 0 w 6208775"/>
              <a:gd name="connsiteY4" fmla="*/ 6350 h 10293350"/>
              <a:gd name="connsiteX0" fmla="*/ 0 w 6208775"/>
              <a:gd name="connsiteY0" fmla="*/ 0 h 10287000"/>
              <a:gd name="connsiteX1" fmla="*/ 4876648 w 6208775"/>
              <a:gd name="connsiteY1" fmla="*/ 0 h 10287000"/>
              <a:gd name="connsiteX2" fmla="*/ 6208775 w 6208775"/>
              <a:gd name="connsiteY2" fmla="*/ 10287000 h 10287000"/>
              <a:gd name="connsiteX3" fmla="*/ 0 w 6208775"/>
              <a:gd name="connsiteY3" fmla="*/ 10287000 h 10287000"/>
              <a:gd name="connsiteX4" fmla="*/ 0 w 6208775"/>
              <a:gd name="connsiteY4" fmla="*/ 0 h 10287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8775" h="10287000">
                <a:moveTo>
                  <a:pt x="0" y="0"/>
                </a:moveTo>
                <a:lnTo>
                  <a:pt x="4876648" y="0"/>
                </a:lnTo>
                <a:lnTo>
                  <a:pt x="6208775" y="10287000"/>
                </a:lnTo>
                <a:lnTo>
                  <a:pt x="0" y="10287000"/>
                </a:lnTo>
                <a:lnTo>
                  <a:pt x="0" y="0"/>
                </a:lnTo>
                <a:close/>
              </a:path>
            </a:pathLst>
          </a:cu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920430129"/>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userDrawn="1">
  <p:cSld name="IMAGE-Layout-95">
    <p:spTree>
      <p:nvGrpSpPr>
        <p:cNvPr id="1" name=""/>
        <p:cNvGrpSpPr/>
        <p:nvPr/>
      </p:nvGrpSpPr>
      <p:grpSpPr>
        <a:xfrm>
          <a:off x="0" y="0"/>
          <a:ext cx="0" cy="0"/>
          <a:chOff x="0" y="0"/>
          <a:chExt cx="0" cy="0"/>
        </a:xfrm>
      </p:grpSpPr>
      <p:sp>
        <p:nvSpPr>
          <p:cNvPr id="6" name="Picture Placeholder 3">
            <a:extLst>
              <a:ext uri="{FF2B5EF4-FFF2-40B4-BE49-F238E27FC236}">
                <a16:creationId xmlns:a16="http://schemas.microsoft.com/office/drawing/2014/main" id="{9FEC6B68-FA2A-4755-9330-C8332671BDE0}"/>
              </a:ext>
            </a:extLst>
          </p:cNvPr>
          <p:cNvSpPr>
            <a:spLocks noGrp="1"/>
          </p:cNvSpPr>
          <p:nvPr>
            <p:ph type="pic" sz="quarter" idx="10"/>
          </p:nvPr>
        </p:nvSpPr>
        <p:spPr>
          <a:xfrm>
            <a:off x="1" y="3429000"/>
            <a:ext cx="12191999"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Picture Placeholder 2">
            <a:extLst>
              <a:ext uri="{FF2B5EF4-FFF2-40B4-BE49-F238E27FC236}">
                <a16:creationId xmlns:a16="http://schemas.microsoft.com/office/drawing/2014/main" id="{172DC03B-E2AF-40E5-9057-345DBC7818A6}"/>
              </a:ext>
            </a:extLst>
          </p:cNvPr>
          <p:cNvSpPr>
            <a:spLocks noGrp="1"/>
          </p:cNvSpPr>
          <p:nvPr>
            <p:ph type="pic" sz="quarter" idx="11"/>
          </p:nvPr>
        </p:nvSpPr>
        <p:spPr>
          <a:xfrm>
            <a:off x="6732965" y="1700596"/>
            <a:ext cx="4328160" cy="4328160"/>
          </a:xfrm>
          <a:prstGeom prst="ellipse">
            <a:avLst/>
          </a:prstGeom>
          <a:solidFill>
            <a:schemeClr val="bg2">
              <a:lumMod val="25000"/>
            </a:schemeClr>
          </a:solidFill>
          <a:ln w="88900">
            <a:solidFill>
              <a:schemeClr val="bg1"/>
            </a:solidFill>
          </a:ln>
          <a:effectLst/>
        </p:spPr>
        <p:txBody>
          <a:bodyPr/>
          <a:lstStyle>
            <a:lvl1pPr>
              <a:defRPr>
                <a:solidFill>
                  <a:schemeClr val="bg1"/>
                </a:solidFill>
              </a:defRPr>
            </a:lvl1pPr>
          </a:lstStyle>
          <a:p>
            <a:endParaRPr lang="uk-UA" dirty="0"/>
          </a:p>
        </p:txBody>
      </p:sp>
    </p:spTree>
    <p:extLst>
      <p:ext uri="{BB962C8B-B14F-4D97-AF65-F5344CB8AC3E}">
        <p14:creationId xmlns:p14="http://schemas.microsoft.com/office/powerpoint/2010/main" val="35151315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userDrawn="1">
  <p:cSld name="IMAGE-Layout-96">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1347B36-C170-4594-A4B8-DA33EA32E6AA}"/>
              </a:ext>
            </a:extLst>
          </p:cNvPr>
          <p:cNvSpPr>
            <a:spLocks noGrp="1"/>
          </p:cNvSpPr>
          <p:nvPr>
            <p:ph type="pic" sz="quarter" idx="10"/>
          </p:nvPr>
        </p:nvSpPr>
        <p:spPr>
          <a:xfrm>
            <a:off x="0" y="3543300"/>
            <a:ext cx="12192000" cy="3314700"/>
          </a:xfrm>
          <a:custGeom>
            <a:avLst/>
            <a:gdLst>
              <a:gd name="connsiteX0" fmla="*/ 0 w 18288000"/>
              <a:gd name="connsiteY0" fmla="*/ 0 h 4972050"/>
              <a:gd name="connsiteX1" fmla="*/ 431800 w 18288000"/>
              <a:gd name="connsiteY1" fmla="*/ 91500 h 4972050"/>
              <a:gd name="connsiteX2" fmla="*/ 2616200 w 18288000"/>
              <a:gd name="connsiteY2" fmla="*/ 737175 h 4972050"/>
              <a:gd name="connsiteX3" fmla="*/ 5219700 w 18288000"/>
              <a:gd name="connsiteY3" fmla="*/ 1657350 h 4972050"/>
              <a:gd name="connsiteX4" fmla="*/ 7835900 w 18288000"/>
              <a:gd name="connsiteY4" fmla="*/ 1013400 h 4972050"/>
              <a:gd name="connsiteX5" fmla="*/ 10452100 w 18288000"/>
              <a:gd name="connsiteY5" fmla="*/ 1657350 h 4972050"/>
              <a:gd name="connsiteX6" fmla="*/ 13068300 w 18288000"/>
              <a:gd name="connsiteY6" fmla="*/ 2762250 h 4972050"/>
              <a:gd name="connsiteX7" fmla="*/ 15671800 w 18288000"/>
              <a:gd name="connsiteY7" fmla="*/ 3223201 h 4972050"/>
              <a:gd name="connsiteX8" fmla="*/ 17852390 w 18288000"/>
              <a:gd name="connsiteY8" fmla="*/ 1565850 h 4972050"/>
              <a:gd name="connsiteX9" fmla="*/ 18288000 w 18288000"/>
              <a:gd name="connsiteY9" fmla="*/ 1104900 h 4972050"/>
              <a:gd name="connsiteX10" fmla="*/ 18288000 w 18288000"/>
              <a:gd name="connsiteY10" fmla="*/ 4972050 h 4972050"/>
              <a:gd name="connsiteX11" fmla="*/ 17856200 w 18288000"/>
              <a:gd name="connsiteY11" fmla="*/ 4972050 h 4972050"/>
              <a:gd name="connsiteX12" fmla="*/ 17670608 w 18288000"/>
              <a:gd name="connsiteY12" fmla="*/ 4972050 h 4972050"/>
              <a:gd name="connsiteX13" fmla="*/ 17450416 w 18288000"/>
              <a:gd name="connsiteY13" fmla="*/ 4972050 h 4972050"/>
              <a:gd name="connsiteX14" fmla="*/ 17200426 w 18288000"/>
              <a:gd name="connsiteY14" fmla="*/ 4972050 h 4972050"/>
              <a:gd name="connsiteX15" fmla="*/ 16925448 w 18288000"/>
              <a:gd name="connsiteY15" fmla="*/ 4972050 h 4972050"/>
              <a:gd name="connsiteX16" fmla="*/ 16630290 w 18288000"/>
              <a:gd name="connsiteY16" fmla="*/ 4972050 h 4972050"/>
              <a:gd name="connsiteX17" fmla="*/ 16319758 w 18288000"/>
              <a:gd name="connsiteY17" fmla="*/ 4972050 h 4972050"/>
              <a:gd name="connsiteX18" fmla="*/ 15671800 w 18288000"/>
              <a:gd name="connsiteY18" fmla="*/ 4972050 h 4972050"/>
              <a:gd name="connsiteX19" fmla="*/ 14370526 w 18288000"/>
              <a:gd name="connsiteY19" fmla="*/ 4972050 h 4972050"/>
              <a:gd name="connsiteX20" fmla="*/ 13068300 w 18288000"/>
              <a:gd name="connsiteY20" fmla="*/ 4972050 h 4972050"/>
              <a:gd name="connsiteX21" fmla="*/ 10452100 w 18288000"/>
              <a:gd name="connsiteY21" fmla="*/ 4972050 h 4972050"/>
              <a:gd name="connsiteX22" fmla="*/ 7835900 w 18288000"/>
              <a:gd name="connsiteY22" fmla="*/ 4972050 h 4972050"/>
              <a:gd name="connsiteX23" fmla="*/ 6532563 w 18288000"/>
              <a:gd name="connsiteY23" fmla="*/ 4972050 h 4972050"/>
              <a:gd name="connsiteX24" fmla="*/ 5219700 w 18288000"/>
              <a:gd name="connsiteY24" fmla="*/ 4972050 h 4972050"/>
              <a:gd name="connsiteX25" fmla="*/ 2616200 w 18288000"/>
              <a:gd name="connsiteY25" fmla="*/ 4972050 h 4972050"/>
              <a:gd name="connsiteX26" fmla="*/ 1967052 w 18288000"/>
              <a:gd name="connsiteY26" fmla="*/ 4972050 h 4972050"/>
              <a:gd name="connsiteX27" fmla="*/ 1656013 w 18288000"/>
              <a:gd name="connsiteY27" fmla="*/ 4972050 h 4972050"/>
              <a:gd name="connsiteX28" fmla="*/ 1360647 w 18288000"/>
              <a:gd name="connsiteY28" fmla="*/ 4972050 h 4972050"/>
              <a:gd name="connsiteX29" fmla="*/ 1085937 w 18288000"/>
              <a:gd name="connsiteY29" fmla="*/ 4972050 h 4972050"/>
              <a:gd name="connsiteX30" fmla="*/ 836871 w 18288000"/>
              <a:gd name="connsiteY30" fmla="*/ 4972050 h 4972050"/>
              <a:gd name="connsiteX31" fmla="*/ 618433 w 18288000"/>
              <a:gd name="connsiteY31" fmla="*/ 4972050 h 4972050"/>
              <a:gd name="connsiteX32" fmla="*/ 435610 w 18288000"/>
              <a:gd name="connsiteY32" fmla="*/ 4972050 h 4972050"/>
              <a:gd name="connsiteX33" fmla="*/ 0 w 18288000"/>
              <a:gd name="connsiteY33" fmla="*/ 4972050 h 497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8288000" h="4972050">
                <a:moveTo>
                  <a:pt x="0" y="0"/>
                </a:moveTo>
                <a:lnTo>
                  <a:pt x="431800" y="91500"/>
                </a:lnTo>
                <a:cubicBezTo>
                  <a:pt x="876300" y="189905"/>
                  <a:pt x="1741170" y="362545"/>
                  <a:pt x="2616200" y="737175"/>
                </a:cubicBezTo>
                <a:cubicBezTo>
                  <a:pt x="3479801" y="1104900"/>
                  <a:pt x="4354830" y="1657350"/>
                  <a:pt x="5219700" y="1657350"/>
                </a:cubicBezTo>
                <a:cubicBezTo>
                  <a:pt x="6096000" y="1657350"/>
                  <a:pt x="6967221" y="1104900"/>
                  <a:pt x="7835900" y="1013400"/>
                </a:cubicBezTo>
                <a:cubicBezTo>
                  <a:pt x="8712200" y="914995"/>
                  <a:pt x="9579610" y="1294805"/>
                  <a:pt x="10452100" y="1657350"/>
                </a:cubicBezTo>
                <a:cubicBezTo>
                  <a:pt x="11315700" y="2019895"/>
                  <a:pt x="12192000" y="2399705"/>
                  <a:pt x="13068300" y="2762250"/>
                </a:cubicBezTo>
                <a:cubicBezTo>
                  <a:pt x="13931900" y="3124795"/>
                  <a:pt x="14804390" y="3504605"/>
                  <a:pt x="15671800" y="3223201"/>
                </a:cubicBezTo>
                <a:cubicBezTo>
                  <a:pt x="16548100" y="2952155"/>
                  <a:pt x="17416780" y="2019895"/>
                  <a:pt x="17852390" y="1565850"/>
                </a:cubicBezTo>
                <a:lnTo>
                  <a:pt x="18288000" y="1104900"/>
                </a:lnTo>
                <a:lnTo>
                  <a:pt x="18288000" y="4972050"/>
                </a:lnTo>
                <a:lnTo>
                  <a:pt x="17856200" y="4972050"/>
                </a:lnTo>
                <a:lnTo>
                  <a:pt x="17670608" y="4972050"/>
                </a:lnTo>
                <a:lnTo>
                  <a:pt x="17450416" y="4972050"/>
                </a:lnTo>
                <a:lnTo>
                  <a:pt x="17200426" y="4972050"/>
                </a:lnTo>
                <a:lnTo>
                  <a:pt x="16925448" y="4972050"/>
                </a:lnTo>
                <a:lnTo>
                  <a:pt x="16630290" y="4972050"/>
                </a:lnTo>
                <a:lnTo>
                  <a:pt x="16319758" y="4972050"/>
                </a:lnTo>
                <a:lnTo>
                  <a:pt x="15671800" y="4972050"/>
                </a:lnTo>
                <a:lnTo>
                  <a:pt x="14370526" y="4972050"/>
                </a:lnTo>
                <a:lnTo>
                  <a:pt x="13068300" y="4972050"/>
                </a:lnTo>
                <a:lnTo>
                  <a:pt x="10452100" y="4972050"/>
                </a:lnTo>
                <a:lnTo>
                  <a:pt x="7835900" y="4972050"/>
                </a:lnTo>
                <a:lnTo>
                  <a:pt x="6532563" y="4972050"/>
                </a:lnTo>
                <a:lnTo>
                  <a:pt x="5219700" y="4972050"/>
                </a:lnTo>
                <a:lnTo>
                  <a:pt x="2616200" y="4972050"/>
                </a:lnTo>
                <a:lnTo>
                  <a:pt x="1967052" y="4972050"/>
                </a:lnTo>
                <a:lnTo>
                  <a:pt x="1656013" y="4972050"/>
                </a:lnTo>
                <a:lnTo>
                  <a:pt x="1360647" y="4972050"/>
                </a:lnTo>
                <a:lnTo>
                  <a:pt x="1085937" y="4972050"/>
                </a:lnTo>
                <a:lnTo>
                  <a:pt x="836871" y="4972050"/>
                </a:lnTo>
                <a:lnTo>
                  <a:pt x="618433" y="4972050"/>
                </a:lnTo>
                <a:lnTo>
                  <a:pt x="435610" y="4972050"/>
                </a:lnTo>
                <a:lnTo>
                  <a:pt x="0" y="4972050"/>
                </a:lnTo>
                <a:close/>
              </a:path>
            </a:pathLst>
          </a:cu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48004537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userDrawn="1">
  <p:cSld name="IMAGE-Layout-9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9003821" y="0"/>
            <a:ext cx="318817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9" name="Title 4">
            <a:extLst>
              <a:ext uri="{FF2B5EF4-FFF2-40B4-BE49-F238E27FC236}">
                <a16:creationId xmlns:a16="http://schemas.microsoft.com/office/drawing/2014/main" id="{FB5268E0-107A-4C2A-AE10-D7A100ECE33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52729040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userDrawn="1">
  <p:cSld name="IMAGE-Layout-9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096000" y="627888"/>
            <a:ext cx="5486400" cy="560832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3604978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userDrawn="1">
  <p:cSld name="IMAGE-Layout-100">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2438400" y="1603248"/>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056917574"/>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showMasterSp="0" userDrawn="1">
  <p:cSld name="IMAGE-Layout-101">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6918960"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1">
            <a:extLst>
              <a:ext uri="{FF2B5EF4-FFF2-40B4-BE49-F238E27FC236}">
                <a16:creationId xmlns:a16="http://schemas.microsoft.com/office/drawing/2014/main" id="{46991B3E-5992-4C30-9C53-3AB54D37F872}"/>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7" name="Text Placeholder 4">
            <a:extLst>
              <a:ext uri="{FF2B5EF4-FFF2-40B4-BE49-F238E27FC236}">
                <a16:creationId xmlns:a16="http://schemas.microsoft.com/office/drawing/2014/main" id="{1BCF9BE1-EC04-4B8E-9B3A-8527507F7250}"/>
              </a:ext>
            </a:extLst>
          </p:cNvPr>
          <p:cNvSpPr>
            <a:spLocks noGrp="1"/>
          </p:cNvSpPr>
          <p:nvPr>
            <p:ph type="body" sz="quarter" idx="10" hasCustomPrompt="1"/>
          </p:nvPr>
        </p:nvSpPr>
        <p:spPr>
          <a:xfrm>
            <a:off x="3073400" y="396240"/>
            <a:ext cx="6045200" cy="355601"/>
          </a:xfrm>
          <a:prstGeom prst="rect">
            <a:avLst/>
          </a:prstGeom>
        </p:spPr>
        <p:txBody>
          <a:bodyPr anchor="ctr"/>
          <a:lstStyle>
            <a:lvl1pPr marL="0" indent="0" algn="ctr">
              <a:buNone/>
              <a:defRPr lang="en-UA" sz="1867" kern="1200" spc="333" dirty="0">
                <a:solidFill>
                  <a:schemeClr val="tx2"/>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61172354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userDrawn="1">
  <p:cSld name="IMAGE-Layout-102">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BCD71B4B-B307-408C-AF40-6BE341328741}"/>
              </a:ext>
            </a:extLst>
          </p:cNvPr>
          <p:cNvSpPr>
            <a:spLocks noGrp="1"/>
          </p:cNvSpPr>
          <p:nvPr>
            <p:ph type="pic" sz="quarter" idx="11"/>
          </p:nvPr>
        </p:nvSpPr>
        <p:spPr>
          <a:xfrm>
            <a:off x="1194817" y="2426742"/>
            <a:ext cx="4078223" cy="2743200"/>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6626844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userDrawn="1">
  <p:cSld name="IMAGE-Layout-103">
    <p:spTree>
      <p:nvGrpSpPr>
        <p:cNvPr id="1" name=""/>
        <p:cNvGrpSpPr/>
        <p:nvPr/>
      </p:nvGrpSpPr>
      <p:grpSpPr>
        <a:xfrm>
          <a:off x="0" y="0"/>
          <a:ext cx="0" cy="0"/>
          <a:chOff x="0" y="0"/>
          <a:chExt cx="0" cy="0"/>
        </a:xfrm>
      </p:grpSpPr>
      <p:sp>
        <p:nvSpPr>
          <p:cNvPr id="12" name="Picture Placeholder 3">
            <a:extLst>
              <a:ext uri="{FF2B5EF4-FFF2-40B4-BE49-F238E27FC236}">
                <a16:creationId xmlns:a16="http://schemas.microsoft.com/office/drawing/2014/main" id="{19814AC4-74A4-493C-B3E1-FA832232AFFE}"/>
              </a:ext>
            </a:extLst>
          </p:cNvPr>
          <p:cNvSpPr>
            <a:spLocks noGrp="1"/>
          </p:cNvSpPr>
          <p:nvPr>
            <p:ph type="pic" sz="quarter" idx="13"/>
          </p:nvPr>
        </p:nvSpPr>
        <p:spPr>
          <a:xfrm>
            <a:off x="2184403" y="391938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3">
            <a:extLst>
              <a:ext uri="{FF2B5EF4-FFF2-40B4-BE49-F238E27FC236}">
                <a16:creationId xmlns:a16="http://schemas.microsoft.com/office/drawing/2014/main" id="{CF8F8440-C5A5-4AF8-8F8A-3BA5B158F99F}"/>
              </a:ext>
            </a:extLst>
          </p:cNvPr>
          <p:cNvSpPr>
            <a:spLocks noGrp="1"/>
          </p:cNvSpPr>
          <p:nvPr>
            <p:ph type="pic" sz="quarter" idx="12"/>
          </p:nvPr>
        </p:nvSpPr>
        <p:spPr>
          <a:xfrm>
            <a:off x="6918960" y="1127531"/>
            <a:ext cx="3088637" cy="2077559"/>
          </a:xfrm>
          <a:prstGeom prst="rect">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71454851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userDrawn="1">
  <p:cSld name="IMAGE-Layout-10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420CF65-F5F8-4E58-88D4-96A7FF8EDE3F}"/>
              </a:ext>
            </a:extLst>
          </p:cNvPr>
          <p:cNvSpPr>
            <a:spLocks noGrp="1"/>
          </p:cNvSpPr>
          <p:nvPr>
            <p:ph type="pic" sz="quarter" idx="11"/>
          </p:nvPr>
        </p:nvSpPr>
        <p:spPr>
          <a:xfrm>
            <a:off x="6096000"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109482390"/>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IMAGE-Layout-105">
    <p:spTree>
      <p:nvGrpSpPr>
        <p:cNvPr id="1" name=""/>
        <p:cNvGrpSpPr/>
        <p:nvPr/>
      </p:nvGrpSpPr>
      <p:grpSpPr>
        <a:xfrm>
          <a:off x="0" y="0"/>
          <a:ext cx="0" cy="0"/>
          <a:chOff x="0" y="0"/>
          <a:chExt cx="0" cy="0"/>
        </a:xfrm>
      </p:grpSpPr>
      <p:sp>
        <p:nvSpPr>
          <p:cNvPr id="11" name="Picture Placeholder 12"/>
          <p:cNvSpPr>
            <a:spLocks noGrp="1"/>
          </p:cNvSpPr>
          <p:nvPr>
            <p:ph type="pic" sz="quarter" idx="11"/>
          </p:nvPr>
        </p:nvSpPr>
        <p:spPr>
          <a:xfrm>
            <a:off x="1688592" y="1675384"/>
            <a:ext cx="1804416" cy="1804416"/>
          </a:xfrm>
          <a:prstGeom prst="roundRect">
            <a:avLst>
              <a:gd name="adj" fmla="val 89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1F63D903-2C79-4845-B9F0-F48F4CAC9105}"/>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768463980"/>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IMAGE-Layout-106">
    <p:spTree>
      <p:nvGrpSpPr>
        <p:cNvPr id="1" name=""/>
        <p:cNvGrpSpPr/>
        <p:nvPr/>
      </p:nvGrpSpPr>
      <p:grpSpPr>
        <a:xfrm>
          <a:off x="0" y="0"/>
          <a:ext cx="0" cy="0"/>
          <a:chOff x="0" y="0"/>
          <a:chExt cx="0" cy="0"/>
        </a:xfrm>
      </p:grpSpPr>
      <p:sp>
        <p:nvSpPr>
          <p:cNvPr id="6" name="Picture Placeholder 2">
            <a:extLst>
              <a:ext uri="{FF2B5EF4-FFF2-40B4-BE49-F238E27FC236}">
                <a16:creationId xmlns:a16="http://schemas.microsoft.com/office/drawing/2014/main" id="{2DB4F3EC-6FA6-4607-B645-7D3F2258AE21}"/>
              </a:ext>
            </a:extLst>
          </p:cNvPr>
          <p:cNvSpPr>
            <a:spLocks noGrp="1"/>
          </p:cNvSpPr>
          <p:nvPr>
            <p:ph type="pic" sz="quarter" idx="12"/>
          </p:nvPr>
        </p:nvSpPr>
        <p:spPr>
          <a:xfrm>
            <a:off x="520610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Picture Placeholder 2">
            <a:extLst>
              <a:ext uri="{FF2B5EF4-FFF2-40B4-BE49-F238E27FC236}">
                <a16:creationId xmlns:a16="http://schemas.microsoft.com/office/drawing/2014/main" id="{896841DE-F57D-4FFA-B2B4-844AE25D7DD8}"/>
              </a:ext>
            </a:extLst>
          </p:cNvPr>
          <p:cNvSpPr>
            <a:spLocks noGrp="1"/>
          </p:cNvSpPr>
          <p:nvPr>
            <p:ph type="pic" sz="quarter" idx="13"/>
          </p:nvPr>
        </p:nvSpPr>
        <p:spPr>
          <a:xfrm>
            <a:off x="84332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8" name="Picture Placeholder 2">
            <a:extLst>
              <a:ext uri="{FF2B5EF4-FFF2-40B4-BE49-F238E27FC236}">
                <a16:creationId xmlns:a16="http://schemas.microsoft.com/office/drawing/2014/main" id="{A96FD531-41C1-429F-981E-C03DFE4D2EA5}"/>
              </a:ext>
            </a:extLst>
          </p:cNvPr>
          <p:cNvSpPr>
            <a:spLocks noGrp="1"/>
          </p:cNvSpPr>
          <p:nvPr>
            <p:ph type="pic" sz="quarter" idx="11"/>
          </p:nvPr>
        </p:nvSpPr>
        <p:spPr>
          <a:xfrm>
            <a:off x="1978950" y="2539400"/>
            <a:ext cx="1779800" cy="1779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Tree>
    <p:extLst>
      <p:ext uri="{BB962C8B-B14F-4D97-AF65-F5344CB8AC3E}">
        <p14:creationId xmlns:p14="http://schemas.microsoft.com/office/powerpoint/2010/main" val="1596195644"/>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showMasterSp="0" userDrawn="1">
  <p:cSld name="IMAGE-Layout-108">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599" y="627888"/>
            <a:ext cx="5486400" cy="5608320"/>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976477092"/>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IMAGE-Layout-109">
    <p:spTree>
      <p:nvGrpSpPr>
        <p:cNvPr id="1" name=""/>
        <p:cNvGrpSpPr/>
        <p:nvPr/>
      </p:nvGrpSpPr>
      <p:grpSpPr>
        <a:xfrm>
          <a:off x="0" y="0"/>
          <a:ext cx="0" cy="0"/>
          <a:chOff x="0" y="0"/>
          <a:chExt cx="0" cy="0"/>
        </a:xfrm>
      </p:grpSpPr>
      <p:sp>
        <p:nvSpPr>
          <p:cNvPr id="13" name="Picture Placeholder 12"/>
          <p:cNvSpPr>
            <a:spLocks noGrp="1"/>
          </p:cNvSpPr>
          <p:nvPr>
            <p:ph type="pic" sz="quarter" idx="11"/>
          </p:nvPr>
        </p:nvSpPr>
        <p:spPr>
          <a:xfrm>
            <a:off x="2182368" y="1752600"/>
            <a:ext cx="963168" cy="96316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12"/>
          <p:cNvSpPr>
            <a:spLocks noGrp="1"/>
          </p:cNvSpPr>
          <p:nvPr>
            <p:ph type="pic" sz="quarter" idx="12"/>
          </p:nvPr>
        </p:nvSpPr>
        <p:spPr>
          <a:xfrm>
            <a:off x="9186672" y="3752088"/>
            <a:ext cx="963168" cy="963168"/>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40895BE1-F501-4DA6-BAC7-1628FD1F7753}"/>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704924654"/>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userDrawn="1">
  <p:cSld name="IMAGE-Layout-110">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853184"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2"/>
          <p:cNvSpPr>
            <a:spLocks noGrp="1"/>
          </p:cNvSpPr>
          <p:nvPr>
            <p:ph type="pic" sz="quarter" idx="12"/>
          </p:nvPr>
        </p:nvSpPr>
        <p:spPr>
          <a:xfrm>
            <a:off x="6742176" y="2151888"/>
            <a:ext cx="1219200" cy="12192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6" name="Title 4">
            <a:extLst>
              <a:ext uri="{FF2B5EF4-FFF2-40B4-BE49-F238E27FC236}">
                <a16:creationId xmlns:a16="http://schemas.microsoft.com/office/drawing/2014/main" id="{23153593-CEED-43D7-8481-1C18D9F0B67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91642761"/>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userDrawn="1">
  <p:cSld name="IMAGE-Layout-111">
    <p:spTree>
      <p:nvGrpSpPr>
        <p:cNvPr id="1" name=""/>
        <p:cNvGrpSpPr/>
        <p:nvPr/>
      </p:nvGrpSpPr>
      <p:grpSpPr>
        <a:xfrm>
          <a:off x="0" y="0"/>
          <a:ext cx="0" cy="0"/>
          <a:chOff x="0" y="0"/>
          <a:chExt cx="0" cy="0"/>
        </a:xfrm>
      </p:grpSpPr>
      <p:sp>
        <p:nvSpPr>
          <p:cNvPr id="18" name="Picture Placeholder 2"/>
          <p:cNvSpPr>
            <a:spLocks noGrp="1"/>
          </p:cNvSpPr>
          <p:nvPr>
            <p:ph type="pic" sz="quarter" idx="11"/>
          </p:nvPr>
        </p:nvSpPr>
        <p:spPr>
          <a:xfrm>
            <a:off x="1773936" y="1432560"/>
            <a:ext cx="1828800" cy="18288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8095E9E-7213-4071-833B-F76EE6B46E6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631378170"/>
      </p:ext>
    </p:extLst>
  </p:cSld>
  <p:clrMapOvr>
    <a:masterClrMapping/>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userDrawn="1">
  <p:cSld name="IMAGE-Layout-112">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610816452"/>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userDrawn="1">
  <p:cSld name="IMAGE-Layout-113">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8136000" y="0"/>
            <a:ext cx="40560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939381798"/>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userDrawn="1">
  <p:cSld name="IMAGE-Layout-114">
    <p:spTree>
      <p:nvGrpSpPr>
        <p:cNvPr id="1" name=""/>
        <p:cNvGrpSpPr/>
        <p:nvPr/>
      </p:nvGrpSpPr>
      <p:grpSpPr>
        <a:xfrm>
          <a:off x="0" y="0"/>
          <a:ext cx="0" cy="0"/>
          <a:chOff x="0" y="0"/>
          <a:chExt cx="0" cy="0"/>
        </a:xfrm>
      </p:grpSpPr>
      <p:sp>
        <p:nvSpPr>
          <p:cNvPr id="4" name="Picture Placeholder 5"/>
          <p:cNvSpPr>
            <a:spLocks noGrp="1"/>
          </p:cNvSpPr>
          <p:nvPr>
            <p:ph type="pic" sz="quarter" idx="11"/>
          </p:nvPr>
        </p:nvSpPr>
        <p:spPr>
          <a:xfrm>
            <a:off x="0" y="1"/>
            <a:ext cx="12192000" cy="3425371"/>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07546306-BB2E-C745-BE62-0F61AFAAA161}"/>
              </a:ext>
            </a:extLst>
          </p:cNvPr>
          <p:cNvSpPr>
            <a:spLocks noGrp="1"/>
          </p:cNvSpPr>
          <p:nvPr>
            <p:ph type="title" hasCustomPrompt="1"/>
          </p:nvPr>
        </p:nvSpPr>
        <p:spPr>
          <a:xfrm>
            <a:off x="1079500" y="1596153"/>
            <a:ext cx="10033000" cy="609600"/>
          </a:xfrm>
          <a:prstGeom prst="rect">
            <a:avLst/>
          </a:prstGeom>
        </p:spPr>
        <p:txBody>
          <a:bodyPr anchor="ctr"/>
          <a:lstStyle>
            <a:lvl1pPr marL="0" algn="ctr"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E2C02C6C-381F-CE48-B1C7-45378DCAA986}"/>
              </a:ext>
            </a:extLst>
          </p:cNvPr>
          <p:cNvSpPr>
            <a:spLocks noGrp="1"/>
          </p:cNvSpPr>
          <p:nvPr>
            <p:ph type="body" sz="quarter" idx="12" hasCustomPrompt="1"/>
          </p:nvPr>
        </p:nvSpPr>
        <p:spPr>
          <a:xfrm>
            <a:off x="1079500" y="1218201"/>
            <a:ext cx="10033000" cy="355601"/>
          </a:xfrm>
          <a:prstGeom prst="rect">
            <a:avLst/>
          </a:prstGeom>
        </p:spPr>
        <p:txBody>
          <a:bodyPr anchor="ctr"/>
          <a:lstStyle>
            <a:lvl1pPr marL="0" indent="0" algn="ctr">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502543610"/>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showMasterSp="0" userDrawn="1">
  <p:cSld name="IMAGE-Layout-115">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88B5C77-6E87-4CF4-9817-CE6C928B7F83}"/>
              </a:ext>
            </a:extLst>
          </p:cNvPr>
          <p:cNvSpPr>
            <a:spLocks noGrp="1"/>
          </p:cNvSpPr>
          <p:nvPr>
            <p:ph type="pic" sz="quarter" idx="10"/>
          </p:nvPr>
        </p:nvSpPr>
        <p:spPr>
          <a:xfrm>
            <a:off x="1" y="0"/>
            <a:ext cx="12191999" cy="3937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5" name="Title 1">
            <a:extLst>
              <a:ext uri="{FF2B5EF4-FFF2-40B4-BE49-F238E27FC236}">
                <a16:creationId xmlns:a16="http://schemas.microsoft.com/office/drawing/2014/main" id="{5153F44B-F8DD-4AF0-9746-A6E6D1B4BA7C}"/>
              </a:ext>
            </a:extLst>
          </p:cNvPr>
          <p:cNvSpPr>
            <a:spLocks noGrp="1"/>
          </p:cNvSpPr>
          <p:nvPr>
            <p:ph type="title" hasCustomPrompt="1"/>
          </p:nvPr>
        </p:nvSpPr>
        <p:spPr>
          <a:xfrm>
            <a:off x="1371600" y="1521149"/>
            <a:ext cx="9499600" cy="609600"/>
          </a:xfrm>
          <a:prstGeom prst="rect">
            <a:avLst/>
          </a:prstGeom>
        </p:spPr>
        <p:txBody>
          <a:bodyPr anchor="ctr"/>
          <a:lstStyle>
            <a:lvl1pPr marL="0" algn="l" defTabSz="914446" rtl="0" eaLnBrk="1" latinLnBrk="0" hangingPunct="1">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6" name="Text Placeholder 4">
            <a:extLst>
              <a:ext uri="{FF2B5EF4-FFF2-40B4-BE49-F238E27FC236}">
                <a16:creationId xmlns:a16="http://schemas.microsoft.com/office/drawing/2014/main" id="{FC0693EC-ECEC-45D9-A0CD-3062924AC7BA}"/>
              </a:ext>
            </a:extLst>
          </p:cNvPr>
          <p:cNvSpPr>
            <a:spLocks noGrp="1"/>
          </p:cNvSpPr>
          <p:nvPr>
            <p:ph type="body" sz="quarter" idx="11" hasCustomPrompt="1"/>
          </p:nvPr>
        </p:nvSpPr>
        <p:spPr>
          <a:xfrm>
            <a:off x="1371600" y="1143197"/>
            <a:ext cx="9499600" cy="355601"/>
          </a:xfrm>
          <a:prstGeom prst="rect">
            <a:avLst/>
          </a:prstGeom>
        </p:spPr>
        <p:txBody>
          <a:bodyPr anchor="ctr"/>
          <a:lstStyle>
            <a:lvl1pPr marL="0" indent="0" algn="l">
              <a:buNone/>
              <a:defRPr lang="en-UA" sz="1867" kern="1200" spc="333" dirty="0">
                <a:solidFill>
                  <a:srgbClr val="85859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731231239"/>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userDrawn="1">
  <p:cSld name="IMAGE-Layout-116">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867" kern="1200" spc="333" dirty="0">
                <a:solidFill>
                  <a:schemeClr val="accent1"/>
                </a:solidFill>
                <a:latin typeface="Montserrat" panose="00000500000000000000" pitchFamily="2" charset="0"/>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423901327"/>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showMasterSp="0" userDrawn="1">
  <p:cSld name="IMAGE-Layout-117">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5CEA750A-677F-43CA-8A48-7AE6C2E65812}"/>
              </a:ext>
            </a:extLst>
          </p:cNvPr>
          <p:cNvSpPr>
            <a:spLocks noGrp="1"/>
          </p:cNvSpPr>
          <p:nvPr>
            <p:ph type="pic" sz="quarter" idx="11"/>
          </p:nvPr>
        </p:nvSpPr>
        <p:spPr>
          <a:xfrm>
            <a:off x="4724400" y="624840"/>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525192344"/>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userDrawn="1">
  <p:cSld name="IMAGE-Layout-118">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7A86A2D-80E2-48E5-B1F6-4F8C81EE1343}"/>
              </a:ext>
            </a:extLst>
          </p:cNvPr>
          <p:cNvSpPr>
            <a:spLocks noGrp="1"/>
          </p:cNvSpPr>
          <p:nvPr>
            <p:ph type="pic" sz="quarter" idx="11"/>
          </p:nvPr>
        </p:nvSpPr>
        <p:spPr>
          <a:xfrm>
            <a:off x="609600" y="624840"/>
            <a:ext cx="6858000" cy="5608320"/>
          </a:xfrm>
          <a:prstGeom prst="roundRect">
            <a:avLst>
              <a:gd name="adj" fmla="val 355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6604630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userDrawn="1">
  <p:cSld name="IMAGE-Layout-119">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627888"/>
            <a:ext cx="6858000" cy="5608320"/>
          </a:xfrm>
          <a:prstGeom prst="roundRect">
            <a:avLst>
              <a:gd name="adj" fmla="val 3727"/>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64599137"/>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userDrawn="1">
  <p:cSld name="IMAGE-Layout-120">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609600" y="627888"/>
            <a:ext cx="6858000" cy="5614416"/>
          </a:xfrm>
          <a:prstGeom prst="roundRect">
            <a:avLst>
              <a:gd name="adj" fmla="val 3569"/>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840362823"/>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userDrawn="1">
  <p:cSld name="IMAGE-Layout-121">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52848" y="2254207"/>
            <a:ext cx="2346960" cy="234696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4" name="Title 4">
            <a:extLst>
              <a:ext uri="{FF2B5EF4-FFF2-40B4-BE49-F238E27FC236}">
                <a16:creationId xmlns:a16="http://schemas.microsoft.com/office/drawing/2014/main" id="{C9614C9E-3D8C-47CB-8BCB-66D98B2EC01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5783460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userDrawn="1">
  <p:cSld name="IMAGE-Layout-122">
    <p:spTree>
      <p:nvGrpSpPr>
        <p:cNvPr id="1" name=""/>
        <p:cNvGrpSpPr/>
        <p:nvPr/>
      </p:nvGrpSpPr>
      <p:grpSpPr>
        <a:xfrm>
          <a:off x="0" y="0"/>
          <a:ext cx="0" cy="0"/>
          <a:chOff x="0" y="0"/>
          <a:chExt cx="0" cy="0"/>
        </a:xfrm>
      </p:grpSpPr>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905000" y="1622701"/>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905000" y="3711299"/>
            <a:ext cx="1524000" cy="15240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510F5D02-55ED-4EA4-B7B3-347E9514039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77432894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userDrawn="1">
  <p:cSld name="IMAGE-Layout-123">
    <p:spTree>
      <p:nvGrpSpPr>
        <p:cNvPr id="1" name=""/>
        <p:cNvGrpSpPr/>
        <p:nvPr/>
      </p:nvGrpSpPr>
      <p:grpSpPr>
        <a:xfrm>
          <a:off x="0" y="0"/>
          <a:ext cx="0" cy="0"/>
          <a:chOff x="0" y="0"/>
          <a:chExt cx="0" cy="0"/>
        </a:xfrm>
      </p:grpSpPr>
      <p:sp>
        <p:nvSpPr>
          <p:cNvPr id="10" name="Picture Placeholder 2">
            <a:extLst>
              <a:ext uri="{FF2B5EF4-FFF2-40B4-BE49-F238E27FC236}">
                <a16:creationId xmlns:a16="http://schemas.microsoft.com/office/drawing/2014/main" id="{6EDA7AB7-33DF-BD46-AB8B-02E37949E421}"/>
              </a:ext>
            </a:extLst>
          </p:cNvPr>
          <p:cNvSpPr>
            <a:spLocks noGrp="1" noChangeAspect="1"/>
          </p:cNvSpPr>
          <p:nvPr>
            <p:ph type="pic" sz="quarter" idx="13"/>
          </p:nvPr>
        </p:nvSpPr>
        <p:spPr>
          <a:xfrm>
            <a:off x="1165693" y="2801874"/>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16B7D76E-9414-3045-81FD-7BEF4A9AEA78}"/>
              </a:ext>
            </a:extLst>
          </p:cNvPr>
          <p:cNvSpPr>
            <a:spLocks noGrp="1" noChangeAspect="1"/>
          </p:cNvSpPr>
          <p:nvPr>
            <p:ph type="pic" sz="quarter" idx="14"/>
          </p:nvPr>
        </p:nvSpPr>
        <p:spPr>
          <a:xfrm>
            <a:off x="1165693" y="4356033"/>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165693" y="1246192"/>
            <a:ext cx="1255776" cy="1255776"/>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B903F16-A6BA-4DF7-ABFF-05463A2A3001}"/>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2161423727"/>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userDrawn="1">
  <p:cSld name="IMAGE-Layout-124">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2520293"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AD3264B4-0A33-0F42-B162-461C536D5376}"/>
              </a:ext>
            </a:extLst>
          </p:cNvPr>
          <p:cNvSpPr>
            <a:spLocks noGrp="1" noChangeAspect="1"/>
          </p:cNvSpPr>
          <p:nvPr>
            <p:ph type="pic" sz="quarter" idx="12"/>
          </p:nvPr>
        </p:nvSpPr>
        <p:spPr>
          <a:xfrm>
            <a:off x="7337259" y="1669806"/>
            <a:ext cx="2023872" cy="202387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0582B724-2DE7-4DD8-8B83-2D7CA97BFCC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270567293"/>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userDrawn="1">
  <p:cSld name="IMAGE-Layout-125">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1C3E2DFA-1AA1-3047-A37A-1FEEBC864A21}"/>
              </a:ext>
            </a:extLst>
          </p:cNvPr>
          <p:cNvSpPr>
            <a:spLocks noGrp="1" noChangeAspect="1"/>
          </p:cNvSpPr>
          <p:nvPr>
            <p:ph type="pic" sz="quarter" idx="11"/>
          </p:nvPr>
        </p:nvSpPr>
        <p:spPr>
          <a:xfrm>
            <a:off x="1787160"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2">
            <a:extLst>
              <a:ext uri="{FF2B5EF4-FFF2-40B4-BE49-F238E27FC236}">
                <a16:creationId xmlns:a16="http://schemas.microsoft.com/office/drawing/2014/main" id="{00D1B728-F65B-1049-A423-4018D50F1E2D}"/>
              </a:ext>
            </a:extLst>
          </p:cNvPr>
          <p:cNvSpPr>
            <a:spLocks noGrp="1" noChangeAspect="1"/>
          </p:cNvSpPr>
          <p:nvPr>
            <p:ph type="pic" sz="quarter" idx="12"/>
          </p:nvPr>
        </p:nvSpPr>
        <p:spPr>
          <a:xfrm>
            <a:off x="51394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Picture Placeholder 2">
            <a:extLst>
              <a:ext uri="{FF2B5EF4-FFF2-40B4-BE49-F238E27FC236}">
                <a16:creationId xmlns:a16="http://schemas.microsoft.com/office/drawing/2014/main" id="{2E925699-281D-D34C-8E74-602EA1212DED}"/>
              </a:ext>
            </a:extLst>
          </p:cNvPr>
          <p:cNvSpPr>
            <a:spLocks noGrp="1" noChangeAspect="1"/>
          </p:cNvSpPr>
          <p:nvPr>
            <p:ph type="pic" sz="quarter" idx="13"/>
          </p:nvPr>
        </p:nvSpPr>
        <p:spPr>
          <a:xfrm>
            <a:off x="8529155" y="1643817"/>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Title 4">
            <a:extLst>
              <a:ext uri="{FF2B5EF4-FFF2-40B4-BE49-F238E27FC236}">
                <a16:creationId xmlns:a16="http://schemas.microsoft.com/office/drawing/2014/main" id="{279620E3-E26D-468F-A5AA-E9B9AE5E97F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388770663"/>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userDrawn="1">
  <p:cSld name="IMAGE-Layout-126">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2B1CD80-073E-FC48-97A5-FEE449811055}"/>
              </a:ext>
            </a:extLst>
          </p:cNvPr>
          <p:cNvSpPr>
            <a:spLocks noGrp="1" noChangeAspect="1"/>
          </p:cNvSpPr>
          <p:nvPr>
            <p:ph type="pic" sz="quarter" idx="11"/>
          </p:nvPr>
        </p:nvSpPr>
        <p:spPr>
          <a:xfrm>
            <a:off x="116787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0" name="Picture Placeholder 2">
            <a:extLst>
              <a:ext uri="{FF2B5EF4-FFF2-40B4-BE49-F238E27FC236}">
                <a16:creationId xmlns:a16="http://schemas.microsoft.com/office/drawing/2014/main" id="{3461EC8E-8C72-EE43-B452-AB416A04E632}"/>
              </a:ext>
            </a:extLst>
          </p:cNvPr>
          <p:cNvSpPr>
            <a:spLocks noGrp="1" noChangeAspect="1"/>
          </p:cNvSpPr>
          <p:nvPr>
            <p:ph type="pic" sz="quarter" idx="12"/>
          </p:nvPr>
        </p:nvSpPr>
        <p:spPr>
          <a:xfrm>
            <a:off x="3843691"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Picture Placeholder 2">
            <a:extLst>
              <a:ext uri="{FF2B5EF4-FFF2-40B4-BE49-F238E27FC236}">
                <a16:creationId xmlns:a16="http://schemas.microsoft.com/office/drawing/2014/main" id="{2754217B-17E2-0C41-BF2A-2295F77DD588}"/>
              </a:ext>
            </a:extLst>
          </p:cNvPr>
          <p:cNvSpPr>
            <a:spLocks noGrp="1" noChangeAspect="1"/>
          </p:cNvSpPr>
          <p:nvPr>
            <p:ph type="pic" sz="quarter" idx="13"/>
          </p:nvPr>
        </p:nvSpPr>
        <p:spPr>
          <a:xfrm>
            <a:off x="6519510"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2" name="Picture Placeholder 2">
            <a:extLst>
              <a:ext uri="{FF2B5EF4-FFF2-40B4-BE49-F238E27FC236}">
                <a16:creationId xmlns:a16="http://schemas.microsoft.com/office/drawing/2014/main" id="{6A1C50D3-A699-074D-961E-9E2391BED581}"/>
              </a:ext>
            </a:extLst>
          </p:cNvPr>
          <p:cNvSpPr>
            <a:spLocks noGrp="1" noChangeAspect="1"/>
          </p:cNvSpPr>
          <p:nvPr>
            <p:ph type="pic" sz="quarter" idx="14"/>
          </p:nvPr>
        </p:nvSpPr>
        <p:spPr>
          <a:xfrm>
            <a:off x="9195329" y="1880074"/>
            <a:ext cx="1828800" cy="1828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Title 4">
            <a:extLst>
              <a:ext uri="{FF2B5EF4-FFF2-40B4-BE49-F238E27FC236}">
                <a16:creationId xmlns:a16="http://schemas.microsoft.com/office/drawing/2014/main" id="{A160751B-E67B-4E08-9503-4B1526F252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469455630"/>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userDrawn="1">
  <p:cSld name="IMAGE-Layout-127">
    <p:spTree>
      <p:nvGrpSpPr>
        <p:cNvPr id="1" name=""/>
        <p:cNvGrpSpPr/>
        <p:nvPr/>
      </p:nvGrpSpPr>
      <p:grpSpPr>
        <a:xfrm>
          <a:off x="0" y="0"/>
          <a:ext cx="0" cy="0"/>
          <a:chOff x="0" y="0"/>
          <a:chExt cx="0" cy="0"/>
        </a:xfrm>
      </p:grpSpPr>
      <p:sp>
        <p:nvSpPr>
          <p:cNvPr id="13" name="Picture Placeholder 2">
            <a:extLst>
              <a:ext uri="{FF2B5EF4-FFF2-40B4-BE49-F238E27FC236}">
                <a16:creationId xmlns:a16="http://schemas.microsoft.com/office/drawing/2014/main" id="{7217D4CB-A698-D74A-A732-CB04DCE47B70}"/>
              </a:ext>
            </a:extLst>
          </p:cNvPr>
          <p:cNvSpPr>
            <a:spLocks noGrp="1" noChangeAspect="1"/>
          </p:cNvSpPr>
          <p:nvPr>
            <p:ph type="pic" sz="quarter" idx="13"/>
          </p:nvPr>
        </p:nvSpPr>
        <p:spPr>
          <a:xfrm>
            <a:off x="1473661"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4" name="Picture Placeholder 2">
            <a:extLst>
              <a:ext uri="{FF2B5EF4-FFF2-40B4-BE49-F238E27FC236}">
                <a16:creationId xmlns:a16="http://schemas.microsoft.com/office/drawing/2014/main" id="{A0A7330D-6470-8E48-AB41-17C032110911}"/>
              </a:ext>
            </a:extLst>
          </p:cNvPr>
          <p:cNvSpPr>
            <a:spLocks noGrp="1" noChangeAspect="1"/>
          </p:cNvSpPr>
          <p:nvPr>
            <p:ph type="pic" sz="quarter" idx="14"/>
          </p:nvPr>
        </p:nvSpPr>
        <p:spPr>
          <a:xfrm>
            <a:off x="6463790"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5" name="Picture Placeholder 2">
            <a:extLst>
              <a:ext uri="{FF2B5EF4-FFF2-40B4-BE49-F238E27FC236}">
                <a16:creationId xmlns:a16="http://schemas.microsoft.com/office/drawing/2014/main" id="{D340C943-4790-9348-93AD-9486360732E2}"/>
              </a:ext>
            </a:extLst>
          </p:cNvPr>
          <p:cNvSpPr>
            <a:spLocks noGrp="1" noChangeAspect="1"/>
          </p:cNvSpPr>
          <p:nvPr>
            <p:ph type="pic" sz="quarter" idx="15"/>
          </p:nvPr>
        </p:nvSpPr>
        <p:spPr>
          <a:xfrm>
            <a:off x="6463790" y="3649240"/>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1473661" y="1757912"/>
            <a:ext cx="1450848" cy="1450848"/>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Title 4">
            <a:extLst>
              <a:ext uri="{FF2B5EF4-FFF2-40B4-BE49-F238E27FC236}">
                <a16:creationId xmlns:a16="http://schemas.microsoft.com/office/drawing/2014/main" id="{7E9D3BE8-D975-43CB-A997-BE76A4E2420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123993007"/>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userDrawn="1">
  <p:cSld name="IMAGE-Layout-128">
    <p:spTree>
      <p:nvGrpSpPr>
        <p:cNvPr id="1" name=""/>
        <p:cNvGrpSpPr/>
        <p:nvPr/>
      </p:nvGrpSpPr>
      <p:grpSpPr>
        <a:xfrm>
          <a:off x="0" y="0"/>
          <a:ext cx="0" cy="0"/>
          <a:chOff x="0" y="0"/>
          <a:chExt cx="0" cy="0"/>
        </a:xfrm>
      </p:grpSpPr>
      <p:sp>
        <p:nvSpPr>
          <p:cNvPr id="17" name="Picture Placeholder 2">
            <a:extLst>
              <a:ext uri="{FF2B5EF4-FFF2-40B4-BE49-F238E27FC236}">
                <a16:creationId xmlns:a16="http://schemas.microsoft.com/office/drawing/2014/main" id="{331383DF-C87E-DD43-9830-5DB32A4F8CAA}"/>
              </a:ext>
            </a:extLst>
          </p:cNvPr>
          <p:cNvSpPr>
            <a:spLocks noGrp="1" noChangeAspect="1"/>
          </p:cNvSpPr>
          <p:nvPr>
            <p:ph type="pic" sz="quarter" idx="13"/>
          </p:nvPr>
        </p:nvSpPr>
        <p:spPr>
          <a:xfrm>
            <a:off x="55833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8" name="Picture Placeholder 2">
            <a:extLst>
              <a:ext uri="{FF2B5EF4-FFF2-40B4-BE49-F238E27FC236}">
                <a16:creationId xmlns:a16="http://schemas.microsoft.com/office/drawing/2014/main" id="{30162CC3-F132-3B46-BD96-27CA8DA6B91C}"/>
              </a:ext>
            </a:extLst>
          </p:cNvPr>
          <p:cNvSpPr>
            <a:spLocks noGrp="1" noChangeAspect="1"/>
          </p:cNvSpPr>
          <p:nvPr>
            <p:ph type="pic" sz="quarter" idx="14"/>
          </p:nvPr>
        </p:nvSpPr>
        <p:spPr>
          <a:xfrm>
            <a:off x="2144268"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9" name="Picture Placeholder 2">
            <a:extLst>
              <a:ext uri="{FF2B5EF4-FFF2-40B4-BE49-F238E27FC236}">
                <a16:creationId xmlns:a16="http://schemas.microsoft.com/office/drawing/2014/main" id="{0656FEB2-C81F-E94C-9846-796BCD57E2B0}"/>
              </a:ext>
            </a:extLst>
          </p:cNvPr>
          <p:cNvSpPr>
            <a:spLocks noGrp="1" noChangeAspect="1"/>
          </p:cNvSpPr>
          <p:nvPr>
            <p:ph type="pic" sz="quarter" idx="15"/>
          </p:nvPr>
        </p:nvSpPr>
        <p:spPr>
          <a:xfrm>
            <a:off x="9025023"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0" name="Picture Placeholder 2">
            <a:extLst>
              <a:ext uri="{FF2B5EF4-FFF2-40B4-BE49-F238E27FC236}">
                <a16:creationId xmlns:a16="http://schemas.microsoft.com/office/drawing/2014/main" id="{FF4EDF61-F78B-F943-94CD-411CA8869611}"/>
              </a:ext>
            </a:extLst>
          </p:cNvPr>
          <p:cNvSpPr>
            <a:spLocks noGrp="1" noChangeAspect="1"/>
          </p:cNvSpPr>
          <p:nvPr>
            <p:ph type="pic" sz="quarter" idx="16"/>
          </p:nvPr>
        </p:nvSpPr>
        <p:spPr>
          <a:xfrm>
            <a:off x="55833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9025023" y="3680196"/>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2">
            <a:extLst>
              <a:ext uri="{FF2B5EF4-FFF2-40B4-BE49-F238E27FC236}">
                <a16:creationId xmlns:a16="http://schemas.microsoft.com/office/drawing/2014/main" id="{D0906F3F-9F31-494A-9B02-61233BD7CCBD}"/>
              </a:ext>
            </a:extLst>
          </p:cNvPr>
          <p:cNvSpPr>
            <a:spLocks noGrp="1" noChangeAspect="1"/>
          </p:cNvSpPr>
          <p:nvPr>
            <p:ph type="pic" sz="quarter" idx="12"/>
          </p:nvPr>
        </p:nvSpPr>
        <p:spPr>
          <a:xfrm>
            <a:off x="2144268" y="1279273"/>
            <a:ext cx="1018032" cy="1018032"/>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9" name="Title 4">
            <a:extLst>
              <a:ext uri="{FF2B5EF4-FFF2-40B4-BE49-F238E27FC236}">
                <a16:creationId xmlns:a16="http://schemas.microsoft.com/office/drawing/2014/main" id="{D42FB4DC-934D-4FE9-9A83-83D37D452D0E}"/>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618883148"/>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userDrawn="1">
  <p:cSld name="IMAGE-Layout-129">
    <p:spTree>
      <p:nvGrpSpPr>
        <p:cNvPr id="1" name=""/>
        <p:cNvGrpSpPr/>
        <p:nvPr/>
      </p:nvGrpSpPr>
      <p:grpSpPr>
        <a:xfrm>
          <a:off x="0" y="0"/>
          <a:ext cx="0" cy="0"/>
          <a:chOff x="0" y="0"/>
          <a:chExt cx="0" cy="0"/>
        </a:xfrm>
      </p:grpSpPr>
      <p:sp>
        <p:nvSpPr>
          <p:cNvPr id="21" name="Picture Placeholder 2">
            <a:extLst>
              <a:ext uri="{FF2B5EF4-FFF2-40B4-BE49-F238E27FC236}">
                <a16:creationId xmlns:a16="http://schemas.microsoft.com/office/drawing/2014/main" id="{4FBB1A8C-7C06-3242-900A-A8C878E1DC33}"/>
              </a:ext>
            </a:extLst>
          </p:cNvPr>
          <p:cNvSpPr>
            <a:spLocks noGrp="1" noChangeAspect="1"/>
          </p:cNvSpPr>
          <p:nvPr>
            <p:ph type="pic" sz="quarter" idx="17"/>
          </p:nvPr>
        </p:nvSpPr>
        <p:spPr>
          <a:xfrm>
            <a:off x="6900510"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2" name="Picture Placeholder 2">
            <a:extLst>
              <a:ext uri="{FF2B5EF4-FFF2-40B4-BE49-F238E27FC236}">
                <a16:creationId xmlns:a16="http://schemas.microsoft.com/office/drawing/2014/main" id="{DE330097-3475-7242-98BA-D3B965F36BDF}"/>
              </a:ext>
            </a:extLst>
          </p:cNvPr>
          <p:cNvSpPr>
            <a:spLocks noGrp="1" noChangeAspect="1"/>
          </p:cNvSpPr>
          <p:nvPr>
            <p:ph type="pic" sz="quarter" idx="18"/>
          </p:nvPr>
        </p:nvSpPr>
        <p:spPr>
          <a:xfrm>
            <a:off x="9576329"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3" name="Picture Placeholder 2">
            <a:extLst>
              <a:ext uri="{FF2B5EF4-FFF2-40B4-BE49-F238E27FC236}">
                <a16:creationId xmlns:a16="http://schemas.microsoft.com/office/drawing/2014/main" id="{CAAC40CD-44BD-C140-9CB1-D471FB8A579A}"/>
              </a:ext>
            </a:extLst>
          </p:cNvPr>
          <p:cNvSpPr>
            <a:spLocks noGrp="1" noChangeAspect="1"/>
          </p:cNvSpPr>
          <p:nvPr>
            <p:ph type="pic" sz="quarter" idx="19"/>
          </p:nvPr>
        </p:nvSpPr>
        <p:spPr>
          <a:xfrm>
            <a:off x="154887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4" name="Picture Placeholder 2">
            <a:extLst>
              <a:ext uri="{FF2B5EF4-FFF2-40B4-BE49-F238E27FC236}">
                <a16:creationId xmlns:a16="http://schemas.microsoft.com/office/drawing/2014/main" id="{DB63F645-ED6B-1F4A-BED8-C1048B88523B}"/>
              </a:ext>
            </a:extLst>
          </p:cNvPr>
          <p:cNvSpPr>
            <a:spLocks noGrp="1" noChangeAspect="1"/>
          </p:cNvSpPr>
          <p:nvPr>
            <p:ph type="pic" sz="quarter" idx="20"/>
          </p:nvPr>
        </p:nvSpPr>
        <p:spPr>
          <a:xfrm>
            <a:off x="9576329"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5" name="Picture Placeholder 2">
            <a:extLst>
              <a:ext uri="{FF2B5EF4-FFF2-40B4-BE49-F238E27FC236}">
                <a16:creationId xmlns:a16="http://schemas.microsoft.com/office/drawing/2014/main" id="{F50003B9-5949-F246-9F41-71D7880A258A}"/>
              </a:ext>
            </a:extLst>
          </p:cNvPr>
          <p:cNvSpPr>
            <a:spLocks noGrp="1" noChangeAspect="1"/>
          </p:cNvSpPr>
          <p:nvPr>
            <p:ph type="pic" sz="quarter" idx="21"/>
          </p:nvPr>
        </p:nvSpPr>
        <p:spPr>
          <a:xfrm>
            <a:off x="6900510"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6" name="Picture Placeholder 2">
            <a:extLst>
              <a:ext uri="{FF2B5EF4-FFF2-40B4-BE49-F238E27FC236}">
                <a16:creationId xmlns:a16="http://schemas.microsoft.com/office/drawing/2014/main" id="{940D2A28-1E97-6840-9116-AD07E695925B}"/>
              </a:ext>
            </a:extLst>
          </p:cNvPr>
          <p:cNvSpPr>
            <a:spLocks noGrp="1" noChangeAspect="1"/>
          </p:cNvSpPr>
          <p:nvPr>
            <p:ph type="pic" sz="quarter" idx="22"/>
          </p:nvPr>
        </p:nvSpPr>
        <p:spPr>
          <a:xfrm>
            <a:off x="422469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7" name="Picture Placeholder 2">
            <a:extLst>
              <a:ext uri="{FF2B5EF4-FFF2-40B4-BE49-F238E27FC236}">
                <a16:creationId xmlns:a16="http://schemas.microsoft.com/office/drawing/2014/main" id="{40628154-7FF5-BE49-899F-752D83B9F256}"/>
              </a:ext>
            </a:extLst>
          </p:cNvPr>
          <p:cNvSpPr>
            <a:spLocks noGrp="1" noChangeAspect="1"/>
          </p:cNvSpPr>
          <p:nvPr>
            <p:ph type="pic" sz="quarter" idx="23"/>
          </p:nvPr>
        </p:nvSpPr>
        <p:spPr>
          <a:xfrm>
            <a:off x="1548871" y="144242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28" name="Picture Placeholder 2">
            <a:extLst>
              <a:ext uri="{FF2B5EF4-FFF2-40B4-BE49-F238E27FC236}">
                <a16:creationId xmlns:a16="http://schemas.microsoft.com/office/drawing/2014/main" id="{1BFBA4F4-63D3-1E4D-9452-31982FB2B824}"/>
              </a:ext>
            </a:extLst>
          </p:cNvPr>
          <p:cNvSpPr>
            <a:spLocks noGrp="1" noChangeAspect="1"/>
          </p:cNvSpPr>
          <p:nvPr>
            <p:ph type="pic" sz="quarter" idx="24"/>
          </p:nvPr>
        </p:nvSpPr>
        <p:spPr>
          <a:xfrm>
            <a:off x="4224691" y="3815375"/>
            <a:ext cx="1066800" cy="1066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11" name="Title 4">
            <a:extLst>
              <a:ext uri="{FF2B5EF4-FFF2-40B4-BE49-F238E27FC236}">
                <a16:creationId xmlns:a16="http://schemas.microsoft.com/office/drawing/2014/main" id="{A729D0A4-DE0B-4E0A-B74E-23B15CDEA4CA}"/>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009486006"/>
      </p:ext>
    </p:extLst>
  </p:cSld>
  <p:clrMapOvr>
    <a:masterClrMapping/>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userDrawn="1">
  <p:cSld name="IMAGE-Layout-130">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1219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207AAEAE-A954-4785-B8AF-9A56B9FDD189}"/>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366713626"/>
      </p:ext>
    </p:extLst>
  </p:cSld>
  <p:clrMapOvr>
    <a:masterClrMapping/>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IMAGE-Layout-131">
    <p:spTree>
      <p:nvGrpSpPr>
        <p:cNvPr id="1" name=""/>
        <p:cNvGrpSpPr/>
        <p:nvPr/>
      </p:nvGrpSpPr>
      <p:grpSpPr>
        <a:xfrm>
          <a:off x="0" y="0"/>
          <a:ext cx="0" cy="0"/>
          <a:chOff x="0" y="0"/>
          <a:chExt cx="0" cy="0"/>
        </a:xfrm>
      </p:grpSpPr>
      <p:sp>
        <p:nvSpPr>
          <p:cNvPr id="21" name="Picture Placeholder 2"/>
          <p:cNvSpPr>
            <a:spLocks noGrp="1"/>
          </p:cNvSpPr>
          <p:nvPr>
            <p:ph type="pic" sz="quarter" idx="11"/>
          </p:nvPr>
        </p:nvSpPr>
        <p:spPr>
          <a:xfrm>
            <a:off x="7315200" y="1600200"/>
            <a:ext cx="3657600" cy="3657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dirty="0"/>
          </a:p>
        </p:txBody>
      </p:sp>
      <p:sp>
        <p:nvSpPr>
          <p:cNvPr id="5" name="Title 4">
            <a:extLst>
              <a:ext uri="{FF2B5EF4-FFF2-40B4-BE49-F238E27FC236}">
                <a16:creationId xmlns:a16="http://schemas.microsoft.com/office/drawing/2014/main" id="{0F0710C5-3491-4F0E-BDCE-ED53142EB6C0}"/>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664481655"/>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showMasterSp="0" userDrawn="1">
  <p:cSld name="IMAGE-Layout-132">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1153484" y="888999"/>
            <a:ext cx="5080001" cy="5080001"/>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45271204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userDrawn="1">
  <p:cSld name="IMAGE-Layout-133">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5966489"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92466603"/>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userDrawn="1">
  <p:cSld name="IMAGE-Layout-134">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459B98A-3E9B-4864-B1E6-6A9B088782A0}"/>
              </a:ext>
            </a:extLst>
          </p:cNvPr>
          <p:cNvSpPr>
            <a:spLocks noGrp="1"/>
          </p:cNvSpPr>
          <p:nvPr>
            <p:ph type="pic" sz="quarter" idx="11"/>
          </p:nvPr>
        </p:nvSpPr>
        <p:spPr>
          <a:xfrm>
            <a:off x="3556000" y="888999"/>
            <a:ext cx="5080001" cy="5080001"/>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422789883"/>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IMAGE-Layout-135">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C3F6C063-08F3-1546-91BE-0C6417D3C600}"/>
              </a:ext>
            </a:extLst>
          </p:cNvPr>
          <p:cNvSpPr>
            <a:spLocks noGrp="1"/>
          </p:cNvSpPr>
          <p:nvPr>
            <p:ph type="pic" sz="quarter" idx="11"/>
          </p:nvPr>
        </p:nvSpPr>
        <p:spPr>
          <a:xfrm>
            <a:off x="1131825" y="1600200"/>
            <a:ext cx="6437376" cy="3657600"/>
          </a:xfrm>
          <a:prstGeom prst="rect">
            <a:avLst/>
          </a:prstGeom>
          <a:solidFill>
            <a:schemeClr val="bg2">
              <a:lumMod val="25000"/>
            </a:schemeClr>
          </a:solidFill>
          <a:effectLst>
            <a:outerShdw blurRad="635000" dist="254000" dir="8100000" algn="tl" rotWithShape="0">
              <a:prstClr val="black">
                <a:alpha val="40000"/>
              </a:prstClr>
            </a:outerShdw>
          </a:effectLst>
          <a:scene3d>
            <a:camera prst="perspectiveLeft" fov="1800000">
              <a:rot lat="0" lon="19800000" rev="0"/>
            </a:camera>
            <a:lightRig rig="threePt" dir="t"/>
          </a:scene3d>
        </p:spPr>
        <p:txBody>
          <a:bodyPr/>
          <a:lstStyle>
            <a:lvl1pPr>
              <a:defRPr>
                <a:solidFill>
                  <a:schemeClr val="bg1"/>
                </a:solidFill>
              </a:defRPr>
            </a:lvl1pPr>
          </a:lstStyle>
          <a:p>
            <a:endParaRPr lang="en-US" dirty="0"/>
          </a:p>
        </p:txBody>
      </p:sp>
      <p:sp>
        <p:nvSpPr>
          <p:cNvPr id="5" name="Title 4">
            <a:extLst>
              <a:ext uri="{FF2B5EF4-FFF2-40B4-BE49-F238E27FC236}">
                <a16:creationId xmlns:a16="http://schemas.microsoft.com/office/drawing/2014/main" id="{B18FADB5-BBC6-48B8-BAD5-05E17CCF088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830874301"/>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IMAGE-Layout-136">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622799" y="1618488"/>
            <a:ext cx="6437376" cy="3657600"/>
          </a:xfrm>
          <a:prstGeom prst="rect">
            <a:avLst/>
          </a:prstGeom>
          <a:solidFill>
            <a:schemeClr val="bg2">
              <a:lumMod val="25000"/>
            </a:schemeClr>
          </a:solidFill>
          <a:effectLst>
            <a:outerShdw blurRad="635000" dist="254000" dir="2700000" algn="tl" rotWithShape="0">
              <a:prstClr val="black">
                <a:alpha val="40000"/>
              </a:prstClr>
            </a:outerShdw>
          </a:effectLst>
          <a:scene3d>
            <a:camera prst="perspectiveLeft" fov="1800000">
              <a:rot lat="0" lon="1800000" rev="0"/>
            </a:camera>
            <a:lightRig rig="threePt" dir="t"/>
          </a:scene3d>
        </p:spPr>
        <p:txBody>
          <a:bodyPr/>
          <a:lstStyle>
            <a:lvl1pPr>
              <a:defRPr>
                <a:solidFill>
                  <a:schemeClr val="bg1"/>
                </a:solidFill>
              </a:defRPr>
            </a:lvl1pPr>
          </a:lstStyle>
          <a:p>
            <a:endParaRPr lang="en-US" dirty="0"/>
          </a:p>
        </p:txBody>
      </p:sp>
      <p:sp>
        <p:nvSpPr>
          <p:cNvPr id="4" name="Title 4">
            <a:extLst>
              <a:ext uri="{FF2B5EF4-FFF2-40B4-BE49-F238E27FC236}">
                <a16:creationId xmlns:a16="http://schemas.microsoft.com/office/drawing/2014/main" id="{0A104048-5402-45D2-9482-F49ACFEF33DF}"/>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99596478"/>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IMAGE-Layout-137">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6E47E6BA-2686-48D6-A506-1873E70E2635}"/>
              </a:ext>
            </a:extLst>
          </p:cNvPr>
          <p:cNvSpPr>
            <a:spLocks noGrp="1"/>
          </p:cNvSpPr>
          <p:nvPr>
            <p:ph type="pic" sz="quarter" idx="11"/>
          </p:nvPr>
        </p:nvSpPr>
        <p:spPr>
          <a:xfrm>
            <a:off x="914400" y="1295400"/>
            <a:ext cx="4267200" cy="4267200"/>
          </a:xfrm>
          <a:prstGeom prst="roundRect">
            <a:avLst>
              <a:gd name="adj" fmla="val 5060"/>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5" name="Title 4">
            <a:extLst>
              <a:ext uri="{FF2B5EF4-FFF2-40B4-BE49-F238E27FC236}">
                <a16:creationId xmlns:a16="http://schemas.microsoft.com/office/drawing/2014/main" id="{87571E55-D3A1-479B-9E8A-3662F061B424}"/>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1376550667"/>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IMAGE-Layout-138">
    <p:spTree>
      <p:nvGrpSpPr>
        <p:cNvPr id="1" name=""/>
        <p:cNvGrpSpPr/>
        <p:nvPr/>
      </p:nvGrpSpPr>
      <p:grpSpPr>
        <a:xfrm>
          <a:off x="0" y="0"/>
          <a:ext cx="0" cy="0"/>
          <a:chOff x="0" y="0"/>
          <a:chExt cx="0" cy="0"/>
        </a:xfrm>
      </p:grpSpPr>
      <p:sp>
        <p:nvSpPr>
          <p:cNvPr id="3" name="Picture Placeholder 2"/>
          <p:cNvSpPr>
            <a:spLocks noGrp="1" noChangeAspect="1"/>
          </p:cNvSpPr>
          <p:nvPr>
            <p:ph type="pic" sz="quarter" idx="11"/>
          </p:nvPr>
        </p:nvSpPr>
        <p:spPr>
          <a:xfrm>
            <a:off x="7010400" y="1295400"/>
            <a:ext cx="4267200" cy="4267200"/>
          </a:xfrm>
          <a:prstGeom prst="roundRect">
            <a:avLst>
              <a:gd name="adj" fmla="val 4762"/>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4" name="Title 4">
            <a:extLst>
              <a:ext uri="{FF2B5EF4-FFF2-40B4-BE49-F238E27FC236}">
                <a16:creationId xmlns:a16="http://schemas.microsoft.com/office/drawing/2014/main" id="{19D240D1-01A3-480D-8E3F-3E310C16BE28}"/>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3287761533"/>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userDrawn="1">
  <p:cSld name="IMAGE-Layout-139">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4152399675"/>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userDrawn="1">
  <p:cSld name="IMAGE-Layout-140">
    <p:spTree>
      <p:nvGrpSpPr>
        <p:cNvPr id="1" name=""/>
        <p:cNvGrpSpPr/>
        <p:nvPr/>
      </p:nvGrpSpPr>
      <p:grpSpPr>
        <a:xfrm>
          <a:off x="0" y="0"/>
          <a:ext cx="0" cy="0"/>
          <a:chOff x="0" y="0"/>
          <a:chExt cx="0" cy="0"/>
        </a:xfrm>
      </p:grpSpPr>
      <p:sp>
        <p:nvSpPr>
          <p:cNvPr id="27" name="Picture Placeholder 2"/>
          <p:cNvSpPr>
            <a:spLocks noGrp="1"/>
          </p:cNvSpPr>
          <p:nvPr>
            <p:ph type="pic" sz="quarter" idx="10"/>
          </p:nvPr>
        </p:nvSpPr>
        <p:spPr>
          <a:xfrm>
            <a:off x="4069080" y="0"/>
            <a:ext cx="405384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463398784"/>
      </p:ext>
    </p:extLst>
  </p:cSld>
  <p:clrMapOvr>
    <a:masterClrMapping/>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userDrawn="1">
  <p:cSld name="IMAGE-Layout-141">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19F1E531-B369-48BB-9BCA-0AF303B9140E}"/>
              </a:ext>
            </a:extLst>
          </p:cNvPr>
          <p:cNvSpPr>
            <a:spLocks noGrp="1"/>
          </p:cNvSpPr>
          <p:nvPr>
            <p:ph type="pic" sz="quarter" idx="10"/>
          </p:nvPr>
        </p:nvSpPr>
        <p:spPr>
          <a:xfrm>
            <a:off x="0" y="3429000"/>
            <a:ext cx="8836085" cy="3429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Picture Placeholder 6">
            <a:extLst>
              <a:ext uri="{FF2B5EF4-FFF2-40B4-BE49-F238E27FC236}">
                <a16:creationId xmlns:a16="http://schemas.microsoft.com/office/drawing/2014/main" id="{0904B0A5-4D0D-4B3C-81C6-D2A780190B34}"/>
              </a:ext>
            </a:extLst>
          </p:cNvPr>
          <p:cNvSpPr>
            <a:spLocks noGrp="1"/>
          </p:cNvSpPr>
          <p:nvPr>
            <p:ph type="pic" sz="quarter" idx="11"/>
          </p:nvPr>
        </p:nvSpPr>
        <p:spPr>
          <a:xfrm>
            <a:off x="8836085" y="3429000"/>
            <a:ext cx="3355915" cy="34290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3074160317"/>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showMasterSp="0" userDrawn="1">
  <p:cSld name="IMAGE-Layout-142">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914400" y="914400"/>
            <a:ext cx="10363200" cy="4013200"/>
          </a:xfrm>
          <a:prstGeom prst="roundRect">
            <a:avLst>
              <a:gd name="adj" fmla="val 38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120809018"/>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sldGuideLst>
    </p:ext>
  </p:extLst>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userDrawn="1">
  <p:cSld name="IMAGE-Layout-143">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1" y="0"/>
            <a:ext cx="9905999"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924162638"/>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userDrawn="1">
  <p:cSld name="IMAGE-Layout-144">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228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751674664"/>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showMasterSp="0" userDrawn="1">
  <p:cSld name="IMAGE-Layout-145">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472440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681298056"/>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4464">
          <p15:clr>
            <a:srgbClr val="FBAE40"/>
          </p15:clr>
        </p15:guide>
        <p15:guide id="4" pos="3888">
          <p15:clr>
            <a:srgbClr val="FBAE40"/>
          </p15:clr>
        </p15:guide>
      </p15:sldGuideLst>
    </p:ext>
  </p:extLst>
</p:sldLayout>
</file>

<file path=ppt/slideLayouts/slideLayout163.xml><?xml version="1.0" encoding="utf-8"?>
<p:sldLayout xmlns:a="http://schemas.openxmlformats.org/drawingml/2006/main" xmlns:r="http://schemas.openxmlformats.org/officeDocument/2006/relationships" xmlns:p="http://schemas.openxmlformats.org/presentationml/2006/main" showMasterSp="0" userDrawn="1">
  <p:cSld name="IMAGE-Layout-146">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656E0239-9422-4FA9-9150-3458629F0DC1}"/>
              </a:ext>
            </a:extLst>
          </p:cNvPr>
          <p:cNvSpPr>
            <a:spLocks noGrp="1"/>
          </p:cNvSpPr>
          <p:nvPr>
            <p:ph type="pic" sz="quarter" idx="11"/>
          </p:nvPr>
        </p:nvSpPr>
        <p:spPr>
          <a:xfrm>
            <a:off x="0" y="0"/>
            <a:ext cx="7467600"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84513830"/>
      </p:ext>
    </p:extLst>
  </p:cSld>
  <p:clrMapOvr>
    <a:masterClrMapping/>
  </p:clrMapOvr>
  <p:extLst>
    <p:ext uri="{DCECCB84-F9BA-43D5-87BE-67443E8EF086}">
      <p15:sldGuideLst xmlns:p15="http://schemas.microsoft.com/office/powerpoint/2012/main">
        <p15:guide id="1" orient="horz" pos="3240">
          <p15:clr>
            <a:srgbClr val="FBAE40"/>
          </p15:clr>
        </p15:guide>
        <p15:guide id="2" pos="5760">
          <p15:clr>
            <a:srgbClr val="FBAE40"/>
          </p15:clr>
        </p15:guide>
        <p15:guide id="3" pos="7056">
          <p15:clr>
            <a:srgbClr val="FBAE40"/>
          </p15:clr>
        </p15:guide>
        <p15:guide id="4" pos="4464">
          <p15:clr>
            <a:srgbClr val="FBAE40"/>
          </p15:clr>
        </p15:guide>
        <p15:guide id="5" pos="4896">
          <p15:clr>
            <a:srgbClr val="FBAE40"/>
          </p15:clr>
        </p15:guide>
        <p15:guide id="6" pos="6624">
          <p15:clr>
            <a:srgbClr val="FBAE40"/>
          </p15:clr>
        </p15:guide>
        <p15:guide id="7" pos="7632">
          <p15:clr>
            <a:srgbClr val="FBAE40"/>
          </p15:clr>
        </p15:guide>
        <p15:guide id="8" pos="3888">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showMasterSp="0" userDrawn="1">
  <p:cSld name="IMAGE-Layout-147">
    <p:spTree>
      <p:nvGrpSpPr>
        <p:cNvPr id="1" name=""/>
        <p:cNvGrpSpPr/>
        <p:nvPr/>
      </p:nvGrpSpPr>
      <p:grpSpPr>
        <a:xfrm>
          <a:off x="0" y="0"/>
          <a:ext cx="0" cy="0"/>
          <a:chOff x="0" y="0"/>
          <a:chExt cx="0" cy="0"/>
        </a:xfrm>
      </p:grpSpPr>
      <p:sp>
        <p:nvSpPr>
          <p:cNvPr id="3" name="Picture Placeholder 8">
            <a:extLst>
              <a:ext uri="{FF2B5EF4-FFF2-40B4-BE49-F238E27FC236}">
                <a16:creationId xmlns:a16="http://schemas.microsoft.com/office/drawing/2014/main" id="{ADB39397-71E6-4819-B00B-7887732586A7}"/>
              </a:ext>
            </a:extLst>
          </p:cNvPr>
          <p:cNvSpPr>
            <a:spLocks noGrp="1"/>
          </p:cNvSpPr>
          <p:nvPr>
            <p:ph type="pic" sz="quarter" idx="15"/>
          </p:nvPr>
        </p:nvSpPr>
        <p:spPr>
          <a:xfrm>
            <a:off x="18288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359659538"/>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showMasterSp="0" userDrawn="1">
  <p:cSld name="IMAGE-Layout-148">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6070600" y="-19558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9284766"/>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showMasterSp="0" userDrawn="1">
  <p:cSld name="IMAGE-Layout-149">
    <p:spTree>
      <p:nvGrpSpPr>
        <p:cNvPr id="1" name=""/>
        <p:cNvGrpSpPr/>
        <p:nvPr/>
      </p:nvGrpSpPr>
      <p:grpSpPr>
        <a:xfrm>
          <a:off x="0" y="0"/>
          <a:ext cx="0" cy="0"/>
          <a:chOff x="0" y="0"/>
          <a:chExt cx="0" cy="0"/>
        </a:xfrm>
      </p:grpSpPr>
      <p:sp>
        <p:nvSpPr>
          <p:cNvPr id="4" name="Picture Placeholder 2"/>
          <p:cNvSpPr>
            <a:spLocks noGrp="1"/>
          </p:cNvSpPr>
          <p:nvPr>
            <p:ph type="pic" sz="quarter" idx="11"/>
          </p:nvPr>
        </p:nvSpPr>
        <p:spPr>
          <a:xfrm>
            <a:off x="-1066800" y="1397000"/>
            <a:ext cx="6959600" cy="69596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839145136"/>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IMAGE-Layout-150">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9144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19" name="Picture Placeholder 5"/>
          <p:cNvSpPr>
            <a:spLocks noGrp="1"/>
          </p:cNvSpPr>
          <p:nvPr>
            <p:ph type="pic" sz="quarter" idx="12"/>
          </p:nvPr>
        </p:nvSpPr>
        <p:spPr>
          <a:xfrm>
            <a:off x="4575175"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20" name="Picture Placeholder 5"/>
          <p:cNvSpPr>
            <a:spLocks noGrp="1"/>
          </p:cNvSpPr>
          <p:nvPr>
            <p:ph type="pic" sz="quarter" idx="13"/>
          </p:nvPr>
        </p:nvSpPr>
        <p:spPr>
          <a:xfrm>
            <a:off x="8229600" y="1193800"/>
            <a:ext cx="3048000" cy="3048000"/>
          </a:xfrm>
          <a:prstGeom prst="ellipse">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7" name="Title 4">
            <a:extLst>
              <a:ext uri="{FF2B5EF4-FFF2-40B4-BE49-F238E27FC236}">
                <a16:creationId xmlns:a16="http://schemas.microsoft.com/office/drawing/2014/main" id="{22BF8193-0CDD-4864-9D8F-6BF6C418305C}"/>
              </a:ext>
            </a:extLst>
          </p:cNvPr>
          <p:cNvSpPr>
            <a:spLocks noGrp="1"/>
          </p:cNvSpPr>
          <p:nvPr>
            <p:ph type="title" hasCustomPrompt="1"/>
          </p:nvPr>
        </p:nvSpPr>
        <p:spPr>
          <a:xfrm>
            <a:off x="914400" y="204824"/>
            <a:ext cx="8585200" cy="535531"/>
          </a:xfrm>
          <a:prstGeom prst="rect">
            <a:avLst/>
          </a:prstGeom>
          <a:noFill/>
        </p:spPr>
        <p:txBody>
          <a:bodyPr wrap="square" rtlCol="0">
            <a:spAutoFit/>
          </a:bodyPr>
          <a:lstStyle>
            <a:lvl1pPr>
              <a:defRPr lang="en-US" sz="3200">
                <a:solidFill>
                  <a:schemeClr val="bg1"/>
                </a:solidFill>
                <a:ea typeface="+mn-ea"/>
                <a:cs typeface="+mn-cs"/>
              </a:defRPr>
            </a:lvl1pPr>
          </a:lstStyle>
          <a:p>
            <a:pPr marL="0" lvl="0"/>
            <a:r>
              <a:rPr lang="en-US" dirty="0"/>
              <a:t>ADD HERE YOUR TITLE</a:t>
            </a:r>
          </a:p>
        </p:txBody>
      </p:sp>
    </p:spTree>
    <p:extLst>
      <p:ext uri="{BB962C8B-B14F-4D97-AF65-F5344CB8AC3E}">
        <p14:creationId xmlns:p14="http://schemas.microsoft.com/office/powerpoint/2010/main" val="988958536"/>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MOCKUP-Layout-0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2341880"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124046512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MOCKUP-Layout-02">
    <p:bg>
      <p:bgPr>
        <a:solidFill>
          <a:schemeClr val="tx1"/>
        </a:solidFill>
        <a:effectLst/>
      </p:bgPr>
    </p:bg>
    <p:spTree>
      <p:nvGrpSpPr>
        <p:cNvPr id="1" name=""/>
        <p:cNvGrpSpPr/>
        <p:nvPr/>
      </p:nvGrpSpPr>
      <p:grpSpPr>
        <a:xfrm>
          <a:off x="0" y="0"/>
          <a:ext cx="0" cy="0"/>
          <a:chOff x="0" y="0"/>
          <a:chExt cx="0" cy="0"/>
        </a:xfrm>
      </p:grpSpPr>
      <p:sp>
        <p:nvSpPr>
          <p:cNvPr id="5" name="Picture Placeholder 2">
            <a:extLst>
              <a:ext uri="{FF2B5EF4-FFF2-40B4-BE49-F238E27FC236}">
                <a16:creationId xmlns:a16="http://schemas.microsoft.com/office/drawing/2014/main" id="{5F1AB134-5D41-4117-B99A-536237A54A81}"/>
              </a:ext>
            </a:extLst>
          </p:cNvPr>
          <p:cNvSpPr>
            <a:spLocks noGrp="1"/>
          </p:cNvSpPr>
          <p:nvPr>
            <p:ph type="pic" sz="quarter" idx="10"/>
          </p:nvPr>
        </p:nvSpPr>
        <p:spPr>
          <a:xfrm>
            <a:off x="4716800" y="2025000"/>
            <a:ext cx="6052800" cy="2808000"/>
          </a:xfrm>
          <a:prstGeom prst="rect">
            <a:avLst/>
          </a:prstGeom>
          <a:solidFill>
            <a:schemeClr val="accent1"/>
          </a:solidFill>
          <a:scene3d>
            <a:camera prst="perspectiveLeft" fov="1800000">
              <a:rot lat="0" lon="1800000" rev="0"/>
            </a:camera>
            <a:lightRig rig="threePt" dir="t"/>
          </a:scene3d>
        </p:spPr>
        <p:txBody>
          <a:bodyPr/>
          <a:lstStyle/>
          <a:p>
            <a:endParaRPr lang="en-US" dirty="0"/>
          </a:p>
        </p:txBody>
      </p:sp>
    </p:spTree>
    <p:extLst>
      <p:ext uri="{BB962C8B-B14F-4D97-AF65-F5344CB8AC3E}">
        <p14:creationId xmlns:p14="http://schemas.microsoft.com/office/powerpoint/2010/main" val="776738491"/>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MOCKUP-Layout-03">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633440" y="2143760"/>
            <a:ext cx="5571067" cy="25908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305816044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MOCKUP-Layout-04">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0907" y="1593427"/>
            <a:ext cx="1679787" cy="3626273"/>
          </a:xfrm>
          <a:prstGeom prst="rect">
            <a:avLst/>
          </a:prstGeom>
          <a:solidFill>
            <a:schemeClr val="accent1"/>
          </a:solidFill>
          <a:scene3d>
            <a:camera prst="perspectiveRigh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150179246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MOCKUP-Layout-0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5256107" y="1593427"/>
            <a:ext cx="1679787" cy="3626273"/>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1891685276"/>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MOCKUP-Layout-06">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8348441" y="1593427"/>
            <a:ext cx="1679787" cy="3626273"/>
          </a:xfrm>
          <a:prstGeom prst="rect">
            <a:avLst/>
          </a:prstGeom>
          <a:solidFill>
            <a:schemeClr val="accent1"/>
          </a:solidFill>
          <a:scene3d>
            <a:camera prst="perspectiveLeft"/>
            <a:lightRig rig="threePt" dir="t"/>
          </a:scene3d>
        </p:spPr>
        <p:txBody>
          <a:bodyPr/>
          <a:lstStyle>
            <a:lvl1pPr>
              <a:defRPr sz="1600"/>
            </a:lvl1pPr>
          </a:lstStyle>
          <a:p>
            <a:endParaRPr lang="uk-UA"/>
          </a:p>
        </p:txBody>
      </p:sp>
    </p:spTree>
    <p:extLst>
      <p:ext uri="{BB962C8B-B14F-4D97-AF65-F5344CB8AC3E}">
        <p14:creationId xmlns:p14="http://schemas.microsoft.com/office/powerpoint/2010/main" val="3817561025"/>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MOCKUP-Layout-0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9751555F-A749-4DD4-A2C9-97141F2B95C0}"/>
              </a:ext>
            </a:extLst>
          </p:cNvPr>
          <p:cNvSpPr>
            <a:spLocks noGrp="1"/>
          </p:cNvSpPr>
          <p:nvPr>
            <p:ph type="pic" sz="quarter" idx="10"/>
          </p:nvPr>
        </p:nvSpPr>
        <p:spPr>
          <a:xfrm rot="20280000">
            <a:off x="2973600" y="1454400"/>
            <a:ext cx="1464000" cy="3806400"/>
          </a:xfrm>
          <a:prstGeom prst="roundRect">
            <a:avLst>
              <a:gd name="adj" fmla="val 4833"/>
            </a:avLst>
          </a:prstGeom>
          <a:ln>
            <a:noFill/>
          </a:ln>
          <a:scene3d>
            <a:camera prst="perspectiveHeroicExtremeRightFacing" fov="4800000">
              <a:rot lat="449632" lon="20136784" rev="239998"/>
            </a:camera>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800">
                <a:solidFill>
                  <a:schemeClr val="lt1"/>
                </a:solidFill>
              </a:defRPr>
            </a:lvl1pPr>
          </a:lstStyle>
          <a:p>
            <a:pPr marL="0" lvl="0" algn="ctr"/>
            <a:endParaRPr lang="en-US"/>
          </a:p>
        </p:txBody>
      </p:sp>
    </p:spTree>
    <p:extLst>
      <p:ext uri="{BB962C8B-B14F-4D97-AF65-F5344CB8AC3E}">
        <p14:creationId xmlns:p14="http://schemas.microsoft.com/office/powerpoint/2010/main" val="301158540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MOCKUP-Layout-08">
    <p:bg>
      <p:bgPr>
        <a:solidFill>
          <a:schemeClr val="tx1"/>
        </a:solidFill>
        <a:effectLst/>
      </p:bgPr>
    </p:bg>
    <p:spTree>
      <p:nvGrpSpPr>
        <p:cNvPr id="1" name=""/>
        <p:cNvGrpSpPr/>
        <p:nvPr/>
      </p:nvGrpSpPr>
      <p:grpSpPr>
        <a:xfrm>
          <a:off x="0" y="0"/>
          <a:ext cx="0" cy="0"/>
          <a:chOff x="0" y="0"/>
          <a:chExt cx="0" cy="0"/>
        </a:xfrm>
      </p:grpSpPr>
      <p:sp>
        <p:nvSpPr>
          <p:cNvPr id="17" name="Picture Placeholder 5">
            <a:extLst>
              <a:ext uri="{FF2B5EF4-FFF2-40B4-BE49-F238E27FC236}">
                <a16:creationId xmlns:a16="http://schemas.microsoft.com/office/drawing/2014/main" id="{3605473E-2685-4DD2-B159-832979DD71B7}"/>
              </a:ext>
            </a:extLst>
          </p:cNvPr>
          <p:cNvSpPr>
            <a:spLocks noGrp="1"/>
          </p:cNvSpPr>
          <p:nvPr>
            <p:ph type="pic" sz="quarter" idx="13"/>
          </p:nvPr>
        </p:nvSpPr>
        <p:spPr>
          <a:xfrm>
            <a:off x="3976800" y="2119200"/>
            <a:ext cx="1383792" cy="2473967"/>
          </a:xfrm>
          <a:prstGeom prst="rect">
            <a:avLst/>
          </a:prstGeom>
          <a:solidFill>
            <a:schemeClr val="accent1"/>
          </a:solidFill>
        </p:spPr>
        <p:txBody>
          <a:bodyPr/>
          <a:lstStyle>
            <a:lvl1pPr>
              <a:defRPr sz="1333"/>
            </a:lvl1pPr>
          </a:lstStyle>
          <a:p>
            <a:endParaRPr lang="uk-UA"/>
          </a:p>
        </p:txBody>
      </p:sp>
      <p:sp>
        <p:nvSpPr>
          <p:cNvPr id="18" name="Picture Placeholder 5">
            <a:extLst>
              <a:ext uri="{FF2B5EF4-FFF2-40B4-BE49-F238E27FC236}">
                <a16:creationId xmlns:a16="http://schemas.microsoft.com/office/drawing/2014/main" id="{0148B9DC-A940-406F-8289-9160A7A1D229}"/>
              </a:ext>
            </a:extLst>
          </p:cNvPr>
          <p:cNvSpPr>
            <a:spLocks noGrp="1"/>
          </p:cNvSpPr>
          <p:nvPr>
            <p:ph type="pic" sz="quarter" idx="12"/>
          </p:nvPr>
        </p:nvSpPr>
        <p:spPr>
          <a:xfrm>
            <a:off x="1593600" y="2119200"/>
            <a:ext cx="1383792" cy="2473967"/>
          </a:xfrm>
          <a:prstGeom prst="rect">
            <a:avLst/>
          </a:prstGeom>
          <a:solidFill>
            <a:schemeClr val="accent1"/>
          </a:solidFill>
        </p:spPr>
        <p:txBody>
          <a:bodyPr/>
          <a:lstStyle>
            <a:lvl1pPr>
              <a:defRPr sz="1333"/>
            </a:lvl1pPr>
          </a:lstStyle>
          <a:p>
            <a:endParaRPr lang="uk-UA"/>
          </a:p>
        </p:txBody>
      </p:sp>
      <p:sp>
        <p:nvSpPr>
          <p:cNvPr id="19" name="Picture Placeholder 5">
            <a:extLst>
              <a:ext uri="{FF2B5EF4-FFF2-40B4-BE49-F238E27FC236}">
                <a16:creationId xmlns:a16="http://schemas.microsoft.com/office/drawing/2014/main" id="{58BAED62-30A9-452C-B3E4-5A4C68AFA176}"/>
              </a:ext>
            </a:extLst>
          </p:cNvPr>
          <p:cNvSpPr>
            <a:spLocks noGrp="1"/>
          </p:cNvSpPr>
          <p:nvPr>
            <p:ph type="pic" sz="quarter" idx="11"/>
          </p:nvPr>
        </p:nvSpPr>
        <p:spPr>
          <a:xfrm>
            <a:off x="2661600" y="1924800"/>
            <a:ext cx="1615440" cy="2877312"/>
          </a:xfrm>
          <a:prstGeom prst="rect">
            <a:avLst/>
          </a:prstGeom>
          <a:solidFill>
            <a:schemeClr val="accent1"/>
          </a:solidFill>
        </p:spPr>
        <p:txBody>
          <a:bodyPr/>
          <a:lstStyle>
            <a:lvl1pPr>
              <a:defRPr sz="1333"/>
            </a:lvl1pPr>
          </a:lstStyle>
          <a:p>
            <a:endParaRPr lang="uk-UA"/>
          </a:p>
        </p:txBody>
      </p:sp>
    </p:spTree>
    <p:extLst>
      <p:ext uri="{BB962C8B-B14F-4D97-AF65-F5344CB8AC3E}">
        <p14:creationId xmlns:p14="http://schemas.microsoft.com/office/powerpoint/2010/main" val="304347128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MOCKUP-Layout-09">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5357320" y="2875184"/>
            <a:ext cx="2621280" cy="4701273"/>
          </a:xfrm>
          <a:prstGeom prst="rect">
            <a:avLst/>
          </a:prstGeom>
          <a:solidFill>
            <a:schemeClr val="accent1"/>
          </a:solidFill>
        </p:spPr>
        <p:txBody>
          <a:bodyPr/>
          <a:lstStyle/>
          <a:p>
            <a:endParaRPr lang="uk-UA" dirty="0"/>
          </a:p>
        </p:txBody>
      </p:sp>
      <p:sp>
        <p:nvSpPr>
          <p:cNvPr id="3" name="Picture Placeholder 2"/>
          <p:cNvSpPr>
            <a:spLocks noGrp="1"/>
          </p:cNvSpPr>
          <p:nvPr>
            <p:ph type="pic" sz="quarter" idx="11"/>
          </p:nvPr>
        </p:nvSpPr>
        <p:spPr>
          <a:xfrm>
            <a:off x="9970540" y="2875184"/>
            <a:ext cx="2621280" cy="4701273"/>
          </a:xfrm>
          <a:prstGeom prst="rect">
            <a:avLst/>
          </a:prstGeom>
          <a:solidFill>
            <a:schemeClr val="accent1"/>
          </a:solidFill>
        </p:spPr>
        <p:txBody>
          <a:bodyPr/>
          <a:lstStyle/>
          <a:p>
            <a:endParaRPr lang="uk-UA"/>
          </a:p>
        </p:txBody>
      </p:sp>
      <p:sp>
        <p:nvSpPr>
          <p:cNvPr id="4" name="Picture Placeholder 2"/>
          <p:cNvSpPr>
            <a:spLocks noGrp="1"/>
          </p:cNvSpPr>
          <p:nvPr>
            <p:ph type="pic" sz="quarter" idx="12"/>
          </p:nvPr>
        </p:nvSpPr>
        <p:spPr>
          <a:xfrm>
            <a:off x="7424928" y="2468880"/>
            <a:ext cx="3072384" cy="54376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609281462"/>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MOCKUP-Layout-1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BCB33D3-7FC6-4DC2-95EB-12F4AD78CA33}"/>
              </a:ext>
            </a:extLst>
          </p:cNvPr>
          <p:cNvSpPr>
            <a:spLocks noGrp="1"/>
          </p:cNvSpPr>
          <p:nvPr>
            <p:ph type="pic" sz="quarter" idx="10"/>
          </p:nvPr>
        </p:nvSpPr>
        <p:spPr>
          <a:xfrm rot="1560000">
            <a:off x="6746400" y="861600"/>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9" name="Picture Placeholder 2">
            <a:extLst>
              <a:ext uri="{FF2B5EF4-FFF2-40B4-BE49-F238E27FC236}">
                <a16:creationId xmlns:a16="http://schemas.microsoft.com/office/drawing/2014/main" id="{AA503DBF-31C9-46D2-A64C-C4773F440192}"/>
              </a:ext>
            </a:extLst>
          </p:cNvPr>
          <p:cNvSpPr>
            <a:spLocks noGrp="1"/>
          </p:cNvSpPr>
          <p:nvPr>
            <p:ph type="pic" sz="quarter" idx="11"/>
          </p:nvPr>
        </p:nvSpPr>
        <p:spPr>
          <a:xfrm rot="1560000">
            <a:off x="10056879" y="-286059"/>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0" name="Picture Placeholder 2">
            <a:extLst>
              <a:ext uri="{FF2B5EF4-FFF2-40B4-BE49-F238E27FC236}">
                <a16:creationId xmlns:a16="http://schemas.microsoft.com/office/drawing/2014/main" id="{F9F14B78-D072-4B88-9606-DAB6CF65255A}"/>
              </a:ext>
            </a:extLst>
          </p:cNvPr>
          <p:cNvSpPr>
            <a:spLocks noGrp="1"/>
          </p:cNvSpPr>
          <p:nvPr>
            <p:ph type="pic" sz="quarter" idx="12"/>
          </p:nvPr>
        </p:nvSpPr>
        <p:spPr>
          <a:xfrm rot="1560000">
            <a:off x="7970110" y="3972324"/>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
        <p:nvSpPr>
          <p:cNvPr id="12" name="Picture Placeholder 2">
            <a:extLst>
              <a:ext uri="{FF2B5EF4-FFF2-40B4-BE49-F238E27FC236}">
                <a16:creationId xmlns:a16="http://schemas.microsoft.com/office/drawing/2014/main" id="{92133701-B06D-438C-AF1A-FD2E103A9D7F}"/>
              </a:ext>
            </a:extLst>
          </p:cNvPr>
          <p:cNvSpPr>
            <a:spLocks noGrp="1"/>
          </p:cNvSpPr>
          <p:nvPr>
            <p:ph type="pic" sz="quarter" idx="13"/>
          </p:nvPr>
        </p:nvSpPr>
        <p:spPr>
          <a:xfrm rot="1560000">
            <a:off x="10835229" y="3724358"/>
            <a:ext cx="2076000" cy="4344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a:defRPr lang="en-US" sz="1200">
                <a:solidFill>
                  <a:schemeClr val="lt1"/>
                </a:solidFill>
              </a:defRPr>
            </a:lvl1pPr>
          </a:lstStyle>
          <a:p>
            <a:pPr marL="0" lvl="0" algn="ctr"/>
            <a:endParaRPr lang="en-US" dirty="0"/>
          </a:p>
        </p:txBody>
      </p:sp>
    </p:spTree>
    <p:extLst>
      <p:ext uri="{BB962C8B-B14F-4D97-AF65-F5344CB8AC3E}">
        <p14:creationId xmlns:p14="http://schemas.microsoft.com/office/powerpoint/2010/main" val="178833736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MOCKUP-Layout-11">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4808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4808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4808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4808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169831502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MOCKUP-Layout-12">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7F3A2F40-EC73-4B00-9925-A5C91233C436}"/>
              </a:ext>
            </a:extLst>
          </p:cNvPr>
          <p:cNvSpPr>
            <a:spLocks noGrp="1"/>
          </p:cNvSpPr>
          <p:nvPr>
            <p:ph type="pic" sz="quarter" idx="11"/>
          </p:nvPr>
        </p:nvSpPr>
        <p:spPr>
          <a:xfrm>
            <a:off x="1759200" y="1651000"/>
            <a:ext cx="1588800" cy="3427200"/>
          </a:xfrm>
          <a:prstGeom prst="rect">
            <a:avLst/>
          </a:prstGeom>
          <a:solidFill>
            <a:schemeClr val="accent1"/>
          </a:solidFill>
        </p:spPr>
        <p:txBody>
          <a:bodyPr/>
          <a:lstStyle>
            <a:lvl1pPr>
              <a:defRPr sz="1600"/>
            </a:lvl1pPr>
          </a:lstStyle>
          <a:p>
            <a:endParaRPr lang="uk-UA"/>
          </a:p>
        </p:txBody>
      </p:sp>
      <p:sp>
        <p:nvSpPr>
          <p:cNvPr id="6" name="Picture Placeholder 5">
            <a:extLst>
              <a:ext uri="{FF2B5EF4-FFF2-40B4-BE49-F238E27FC236}">
                <a16:creationId xmlns:a16="http://schemas.microsoft.com/office/drawing/2014/main" id="{C0AA2FCE-A6A5-40C5-9FC5-A8F862ED5D05}"/>
              </a:ext>
            </a:extLst>
          </p:cNvPr>
          <p:cNvSpPr>
            <a:spLocks noGrp="1"/>
          </p:cNvSpPr>
          <p:nvPr>
            <p:ph type="pic" sz="quarter" idx="12"/>
          </p:nvPr>
        </p:nvSpPr>
        <p:spPr>
          <a:xfrm>
            <a:off x="4222400" y="1651000"/>
            <a:ext cx="1588800" cy="3427200"/>
          </a:xfrm>
          <a:prstGeom prst="rect">
            <a:avLst/>
          </a:prstGeom>
          <a:solidFill>
            <a:schemeClr val="accent1"/>
          </a:solidFill>
        </p:spPr>
        <p:txBody>
          <a:bodyPr/>
          <a:lstStyle>
            <a:lvl1pPr>
              <a:defRPr sz="1600"/>
            </a:lvl1pPr>
          </a:lstStyle>
          <a:p>
            <a:endParaRPr lang="uk-UA"/>
          </a:p>
        </p:txBody>
      </p:sp>
      <p:sp>
        <p:nvSpPr>
          <p:cNvPr id="8" name="Picture Placeholder 5">
            <a:extLst>
              <a:ext uri="{FF2B5EF4-FFF2-40B4-BE49-F238E27FC236}">
                <a16:creationId xmlns:a16="http://schemas.microsoft.com/office/drawing/2014/main" id="{1EE707F1-1BDF-437A-A38C-27FC7F394331}"/>
              </a:ext>
            </a:extLst>
          </p:cNvPr>
          <p:cNvSpPr>
            <a:spLocks noGrp="1"/>
          </p:cNvSpPr>
          <p:nvPr>
            <p:ph type="pic" sz="quarter" idx="13"/>
          </p:nvPr>
        </p:nvSpPr>
        <p:spPr>
          <a:xfrm>
            <a:off x="6685600" y="1651000"/>
            <a:ext cx="1588800" cy="3427200"/>
          </a:xfrm>
          <a:prstGeom prst="rect">
            <a:avLst/>
          </a:prstGeom>
          <a:solidFill>
            <a:schemeClr val="accent1"/>
          </a:solidFill>
        </p:spPr>
        <p:txBody>
          <a:bodyPr/>
          <a:lstStyle>
            <a:lvl1pPr>
              <a:defRPr sz="1600"/>
            </a:lvl1pPr>
          </a:lstStyle>
          <a:p>
            <a:endParaRPr lang="uk-UA"/>
          </a:p>
        </p:txBody>
      </p:sp>
      <p:sp>
        <p:nvSpPr>
          <p:cNvPr id="9" name="Picture Placeholder 5">
            <a:extLst>
              <a:ext uri="{FF2B5EF4-FFF2-40B4-BE49-F238E27FC236}">
                <a16:creationId xmlns:a16="http://schemas.microsoft.com/office/drawing/2014/main" id="{A51DB854-9C07-4915-8532-69CA23092618}"/>
              </a:ext>
            </a:extLst>
          </p:cNvPr>
          <p:cNvSpPr>
            <a:spLocks noGrp="1"/>
          </p:cNvSpPr>
          <p:nvPr>
            <p:ph type="pic" sz="quarter" idx="14"/>
          </p:nvPr>
        </p:nvSpPr>
        <p:spPr>
          <a:xfrm>
            <a:off x="9148800" y="1651000"/>
            <a:ext cx="1588800" cy="3427200"/>
          </a:xfrm>
          <a:prstGeom prst="rect">
            <a:avLst/>
          </a:prstGeom>
          <a:solidFill>
            <a:schemeClr val="accent1"/>
          </a:solidFill>
        </p:spPr>
        <p:txBody>
          <a:bodyPr/>
          <a:lstStyle>
            <a:lvl1pPr>
              <a:defRPr sz="1600"/>
            </a:lvl1pPr>
          </a:lstStyle>
          <a:p>
            <a:endParaRPr lang="uk-UA"/>
          </a:p>
        </p:txBody>
      </p:sp>
    </p:spTree>
    <p:extLst>
      <p:ext uri="{BB962C8B-B14F-4D97-AF65-F5344CB8AC3E}">
        <p14:creationId xmlns:p14="http://schemas.microsoft.com/office/powerpoint/2010/main" val="309896965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MOCKUP-Layout-13">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076E93-A81C-48AD-A313-F9508C334FC7}"/>
              </a:ext>
            </a:extLst>
          </p:cNvPr>
          <p:cNvSpPr>
            <a:spLocks noGrp="1"/>
          </p:cNvSpPr>
          <p:nvPr>
            <p:ph type="pic" sz="quarter" idx="11"/>
          </p:nvPr>
        </p:nvSpPr>
        <p:spPr>
          <a:xfrm>
            <a:off x="1737360" y="1999488"/>
            <a:ext cx="2487168" cy="332232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06287378"/>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MOCKUP-Layout-1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E0EF940-579A-4520-8BE8-936951931675}"/>
              </a:ext>
            </a:extLst>
          </p:cNvPr>
          <p:cNvSpPr>
            <a:spLocks noGrp="1"/>
          </p:cNvSpPr>
          <p:nvPr>
            <p:ph type="pic" sz="quarter" idx="10"/>
          </p:nvPr>
        </p:nvSpPr>
        <p:spPr>
          <a:xfrm>
            <a:off x="5798400" y="1361440"/>
            <a:ext cx="3134783" cy="4165600"/>
          </a:xfrm>
          <a:prstGeom prst="rect">
            <a:avLst/>
          </a:prstGeom>
          <a:solidFill>
            <a:schemeClr val="accent1"/>
          </a:solidFill>
        </p:spPr>
        <p:txBody>
          <a:bodyPr/>
          <a:lstStyle>
            <a:lvl1pPr>
              <a:defRPr sz="1200">
                <a:solidFill>
                  <a:schemeClr val="accent4"/>
                </a:solidFill>
              </a:defRPr>
            </a:lvl1pPr>
          </a:lstStyle>
          <a:p>
            <a:endParaRPr lang="en-US"/>
          </a:p>
        </p:txBody>
      </p:sp>
    </p:spTree>
    <p:extLst>
      <p:ext uri="{BB962C8B-B14F-4D97-AF65-F5344CB8AC3E}">
        <p14:creationId xmlns:p14="http://schemas.microsoft.com/office/powerpoint/2010/main" val="140983211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MOCKUP-Layout-15">
    <p:bg>
      <p:bgPr>
        <a:solidFill>
          <a:schemeClr val="tx1"/>
        </a:solidFill>
        <a:effectLst/>
      </p:bgPr>
    </p:bg>
    <p:spTree>
      <p:nvGrpSpPr>
        <p:cNvPr id="1" name=""/>
        <p:cNvGrpSpPr/>
        <p:nvPr/>
      </p:nvGrpSpPr>
      <p:grpSpPr>
        <a:xfrm>
          <a:off x="0" y="0"/>
          <a:ext cx="0" cy="0"/>
          <a:chOff x="0" y="0"/>
          <a:chExt cx="0" cy="0"/>
        </a:xfrm>
      </p:grpSpPr>
      <p:sp>
        <p:nvSpPr>
          <p:cNvPr id="5" name="Picture Placeholder 5">
            <a:extLst>
              <a:ext uri="{FF2B5EF4-FFF2-40B4-BE49-F238E27FC236}">
                <a16:creationId xmlns:a16="http://schemas.microsoft.com/office/drawing/2014/main" id="{8D99A39A-AA1D-4BDE-98F1-B3A30A1DAFFD}"/>
              </a:ext>
            </a:extLst>
          </p:cNvPr>
          <p:cNvSpPr>
            <a:spLocks noGrp="1"/>
          </p:cNvSpPr>
          <p:nvPr>
            <p:ph type="pic" sz="quarter" idx="11"/>
          </p:nvPr>
        </p:nvSpPr>
        <p:spPr>
          <a:xfrm>
            <a:off x="6337300" y="1828800"/>
            <a:ext cx="4025900" cy="3009900"/>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05364519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MOCKUP-Layout-16">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a:off x="6870192" y="932688"/>
            <a:ext cx="6644640" cy="49804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734905579"/>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MOCKUP-Layout-17">
    <p:bg>
      <p:bgPr>
        <a:solidFill>
          <a:schemeClr val="tx1"/>
        </a:solidFill>
        <a:effectLst/>
      </p:bgPr>
    </p:bg>
    <p:spTree>
      <p:nvGrpSpPr>
        <p:cNvPr id="1" name=""/>
        <p:cNvGrpSpPr/>
        <p:nvPr/>
      </p:nvGrpSpPr>
      <p:grpSpPr>
        <a:xfrm>
          <a:off x="0" y="0"/>
          <a:ext cx="0" cy="0"/>
          <a:chOff x="0" y="0"/>
          <a:chExt cx="0" cy="0"/>
        </a:xfrm>
      </p:grpSpPr>
      <p:sp>
        <p:nvSpPr>
          <p:cNvPr id="2" name="Picture Placeholder 2"/>
          <p:cNvSpPr>
            <a:spLocks noGrp="1"/>
          </p:cNvSpPr>
          <p:nvPr>
            <p:ph type="pic" sz="quarter" idx="10"/>
          </p:nvPr>
        </p:nvSpPr>
        <p:spPr>
          <a:xfrm rot="1800000">
            <a:off x="3547872" y="-4718304"/>
            <a:ext cx="9796272" cy="7418832"/>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583659636"/>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MOCKUP-Layout-18">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A3DE550-6E56-4588-A5FD-D80A056A9D13}"/>
              </a:ext>
            </a:extLst>
          </p:cNvPr>
          <p:cNvSpPr>
            <a:spLocks noGrp="1"/>
          </p:cNvSpPr>
          <p:nvPr>
            <p:ph type="pic" sz="quarter" idx="10"/>
          </p:nvPr>
        </p:nvSpPr>
        <p:spPr>
          <a:xfrm>
            <a:off x="3394984" y="1612865"/>
            <a:ext cx="5456916" cy="337823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83663716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MOCKUP-Layout-19">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6063215" y="2270725"/>
            <a:ext cx="3523827" cy="2169671"/>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192513960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MOCKUP-Layout-20">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C13FD29A-8BBA-4425-88CD-DF5868D56B5A}"/>
              </a:ext>
            </a:extLst>
          </p:cNvPr>
          <p:cNvSpPr>
            <a:spLocks noGrp="1"/>
          </p:cNvSpPr>
          <p:nvPr>
            <p:ph type="pic" sz="quarter" idx="11"/>
          </p:nvPr>
        </p:nvSpPr>
        <p:spPr>
          <a:xfrm>
            <a:off x="-700820" y="1370661"/>
            <a:ext cx="5959024" cy="367662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59859772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MOCKUP-Layout-21">
    <p:bg>
      <p:bgPr>
        <a:solidFill>
          <a:schemeClr val="tx1"/>
        </a:solidFill>
        <a:effectLst/>
      </p:bgPr>
    </p:bg>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C59725EF-3921-4A02-B0D1-A587E3AF6FFD}"/>
              </a:ext>
            </a:extLst>
          </p:cNvPr>
          <p:cNvSpPr>
            <a:spLocks noGrp="1"/>
          </p:cNvSpPr>
          <p:nvPr>
            <p:ph type="pic" sz="quarter" idx="10"/>
          </p:nvPr>
        </p:nvSpPr>
        <p:spPr>
          <a:xfrm>
            <a:off x="1720932" y="2061668"/>
            <a:ext cx="4202896" cy="2587785"/>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83053380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MOCKUP-Layout-22">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45D560B-D2F9-4F71-BAEC-8B2E8D1C895E}"/>
              </a:ext>
            </a:extLst>
          </p:cNvPr>
          <p:cNvSpPr>
            <a:spLocks noGrp="1"/>
          </p:cNvSpPr>
          <p:nvPr>
            <p:ph type="pic" sz="quarter" idx="10"/>
          </p:nvPr>
        </p:nvSpPr>
        <p:spPr>
          <a:xfrm>
            <a:off x="6438901" y="1419226"/>
            <a:ext cx="4504267" cy="3466041"/>
          </a:xfrm>
          <a:custGeom>
            <a:avLst/>
            <a:gdLst>
              <a:gd name="connsiteX0" fmla="*/ 0 w 5918200"/>
              <a:gd name="connsiteY0" fmla="*/ 0 h 3916362"/>
              <a:gd name="connsiteX1" fmla="*/ 5918200 w 5918200"/>
              <a:gd name="connsiteY1" fmla="*/ 0 h 3916362"/>
              <a:gd name="connsiteX2" fmla="*/ 5918200 w 5918200"/>
              <a:gd name="connsiteY2" fmla="*/ 3916362 h 3916362"/>
              <a:gd name="connsiteX3" fmla="*/ 0 w 5918200"/>
              <a:gd name="connsiteY3" fmla="*/ 3916362 h 3916362"/>
              <a:gd name="connsiteX4" fmla="*/ 0 w 5918200"/>
              <a:gd name="connsiteY4" fmla="*/ 0 h 3916362"/>
              <a:gd name="connsiteX0" fmla="*/ 0 w 5918200"/>
              <a:gd name="connsiteY0" fmla="*/ 0 h 3916362"/>
              <a:gd name="connsiteX1" fmla="*/ 5918200 w 5918200"/>
              <a:gd name="connsiteY1" fmla="*/ 0 h 3916362"/>
              <a:gd name="connsiteX2" fmla="*/ 5911850 w 5918200"/>
              <a:gd name="connsiteY2" fmla="*/ 3833812 h 3916362"/>
              <a:gd name="connsiteX3" fmla="*/ 0 w 5918200"/>
              <a:gd name="connsiteY3" fmla="*/ 3916362 h 3916362"/>
              <a:gd name="connsiteX4" fmla="*/ 0 w 5918200"/>
              <a:gd name="connsiteY4" fmla="*/ 0 h 391636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0 w 6750050"/>
              <a:gd name="connsiteY0" fmla="*/ 1250950 h 5167312"/>
              <a:gd name="connsiteX1" fmla="*/ 6750050 w 6750050"/>
              <a:gd name="connsiteY1" fmla="*/ 0 h 5167312"/>
              <a:gd name="connsiteX2" fmla="*/ 5911850 w 6750050"/>
              <a:gd name="connsiteY2" fmla="*/ 5084762 h 5167312"/>
              <a:gd name="connsiteX3" fmla="*/ 0 w 6750050"/>
              <a:gd name="connsiteY3" fmla="*/ 5167312 h 5167312"/>
              <a:gd name="connsiteX4" fmla="*/ 0 w 6750050"/>
              <a:gd name="connsiteY4" fmla="*/ 1250950 h 5167312"/>
              <a:gd name="connsiteX0" fmla="*/ 914400 w 6750050"/>
              <a:gd name="connsiteY0" fmla="*/ 749300 h 5167312"/>
              <a:gd name="connsiteX1" fmla="*/ 6750050 w 6750050"/>
              <a:gd name="connsiteY1" fmla="*/ 0 h 5167312"/>
              <a:gd name="connsiteX2" fmla="*/ 5911850 w 6750050"/>
              <a:gd name="connsiteY2" fmla="*/ 5084762 h 5167312"/>
              <a:gd name="connsiteX3" fmla="*/ 0 w 6750050"/>
              <a:gd name="connsiteY3" fmla="*/ 5167312 h 5167312"/>
              <a:gd name="connsiteX4" fmla="*/ 914400 w 6750050"/>
              <a:gd name="connsiteY4" fmla="*/ 749300 h 5167312"/>
              <a:gd name="connsiteX0" fmla="*/ 914400 w 6756400"/>
              <a:gd name="connsiteY0" fmla="*/ 781050 h 5199062"/>
              <a:gd name="connsiteX1" fmla="*/ 6756400 w 6756400"/>
              <a:gd name="connsiteY1" fmla="*/ 0 h 5199062"/>
              <a:gd name="connsiteX2" fmla="*/ 5911850 w 6756400"/>
              <a:gd name="connsiteY2" fmla="*/ 5116512 h 5199062"/>
              <a:gd name="connsiteX3" fmla="*/ 0 w 6756400"/>
              <a:gd name="connsiteY3" fmla="*/ 5199062 h 5199062"/>
              <a:gd name="connsiteX4" fmla="*/ 914400 w 6756400"/>
              <a:gd name="connsiteY4" fmla="*/ 781050 h 51990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756400" h="5199062">
                <a:moveTo>
                  <a:pt x="914400" y="781050"/>
                </a:moveTo>
                <a:lnTo>
                  <a:pt x="6756400" y="0"/>
                </a:lnTo>
                <a:cubicBezTo>
                  <a:pt x="6557433" y="1392237"/>
                  <a:pt x="6129867" y="3838575"/>
                  <a:pt x="5911850" y="5116512"/>
                </a:cubicBezTo>
                <a:lnTo>
                  <a:pt x="0" y="5199062"/>
                </a:lnTo>
                <a:lnTo>
                  <a:pt x="914400" y="781050"/>
                </a:lnTo>
                <a:close/>
              </a:path>
            </a:pathLst>
          </a:custGeom>
          <a:solidFill>
            <a:schemeClr val="accent1"/>
          </a:solidFill>
        </p:spPr>
        <p:txBody>
          <a:bodyPr/>
          <a:lstStyle>
            <a:lvl1pPr>
              <a:defRPr sz="1600"/>
            </a:lvl1pPr>
          </a:lstStyle>
          <a:p>
            <a:endParaRPr lang="en-US" dirty="0"/>
          </a:p>
        </p:txBody>
      </p:sp>
    </p:spTree>
    <p:extLst>
      <p:ext uri="{BB962C8B-B14F-4D97-AF65-F5344CB8AC3E}">
        <p14:creationId xmlns:p14="http://schemas.microsoft.com/office/powerpoint/2010/main" val="1090401792"/>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MOCKUP-Layout-23">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D8BFD967-56A8-431B-A205-17DC04225AF5}"/>
              </a:ext>
            </a:extLst>
          </p:cNvPr>
          <p:cNvSpPr>
            <a:spLocks noGrp="1"/>
          </p:cNvSpPr>
          <p:nvPr>
            <p:ph type="pic" sz="quarter" idx="11"/>
          </p:nvPr>
        </p:nvSpPr>
        <p:spPr>
          <a:xfrm>
            <a:off x="6214808" y="2463800"/>
            <a:ext cx="3517900" cy="2180167"/>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176033981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MOCKUP-Layout-24">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78922" y="2028576"/>
            <a:ext cx="3834157" cy="237616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28064261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MOCKUP-Layout-25">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1416000" y="1656000"/>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2254640853"/>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MOCKUP-Layout-26">
    <p:bg>
      <p:bgPr>
        <a:solidFill>
          <a:schemeClr val="tx1"/>
        </a:solidFill>
        <a:effectLst/>
      </p:bgPr>
    </p:bg>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D6F508C4-99DD-4F3B-BD69-3437179772A1}"/>
              </a:ext>
            </a:extLst>
          </p:cNvPr>
          <p:cNvSpPr>
            <a:spLocks noGrp="1"/>
          </p:cNvSpPr>
          <p:nvPr>
            <p:ph type="pic" sz="quarter" idx="11"/>
          </p:nvPr>
        </p:nvSpPr>
        <p:spPr>
          <a:xfrm>
            <a:off x="6086879" y="1738469"/>
            <a:ext cx="4346448" cy="2487168"/>
          </a:xfrm>
          <a:prstGeom prst="rect">
            <a:avLst/>
          </a:prstGeom>
          <a:solidFill>
            <a:schemeClr val="accent1"/>
          </a:solidFill>
        </p:spPr>
        <p:txBody>
          <a:bodyPr/>
          <a:lstStyle/>
          <a:p>
            <a:endParaRPr lang="uk-UA"/>
          </a:p>
        </p:txBody>
      </p:sp>
    </p:spTree>
    <p:extLst>
      <p:ext uri="{BB962C8B-B14F-4D97-AF65-F5344CB8AC3E}">
        <p14:creationId xmlns:p14="http://schemas.microsoft.com/office/powerpoint/2010/main" val="322927467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MOCKUP-Layout-2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AB1DC65-F1F7-43D0-9848-2BDFBBE28F77}"/>
              </a:ext>
            </a:extLst>
          </p:cNvPr>
          <p:cNvSpPr>
            <a:spLocks noGrp="1"/>
          </p:cNvSpPr>
          <p:nvPr>
            <p:ph type="pic" sz="quarter" idx="10"/>
          </p:nvPr>
        </p:nvSpPr>
        <p:spPr>
          <a:xfrm>
            <a:off x="4119034" y="2087034"/>
            <a:ext cx="3953933" cy="225213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204584346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MOCKUP-Layout-28">
    <p:bg>
      <p:bgPr>
        <a:solidFill>
          <a:schemeClr val="tx1"/>
        </a:solidFill>
        <a:effectLst/>
      </p:bgPr>
    </p:bg>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054CB6AF-2D11-466A-854D-D9FCE0A11361}"/>
              </a:ext>
            </a:extLst>
          </p:cNvPr>
          <p:cNvSpPr>
            <a:spLocks noGrp="1"/>
          </p:cNvSpPr>
          <p:nvPr>
            <p:ph type="pic" sz="quarter" idx="11"/>
          </p:nvPr>
        </p:nvSpPr>
        <p:spPr>
          <a:xfrm>
            <a:off x="1971675" y="2049404"/>
            <a:ext cx="2822575" cy="1592322"/>
          </a:xfrm>
          <a:prstGeom prst="rect">
            <a:avLst/>
          </a:prstGeom>
          <a:solidFill>
            <a:schemeClr val="accent1"/>
          </a:solidFill>
        </p:spPr>
        <p:txBody>
          <a:bodyPr/>
          <a:lstStyle>
            <a:lvl1pPr>
              <a:defRPr sz="1333"/>
            </a:lvl1pPr>
          </a:lstStyle>
          <a:p>
            <a:endParaRPr lang="en-US"/>
          </a:p>
        </p:txBody>
      </p:sp>
      <p:sp>
        <p:nvSpPr>
          <p:cNvPr id="16" name="Picture Placeholder 2">
            <a:extLst>
              <a:ext uri="{FF2B5EF4-FFF2-40B4-BE49-F238E27FC236}">
                <a16:creationId xmlns:a16="http://schemas.microsoft.com/office/drawing/2014/main" id="{BE875F6D-EBF4-49B4-BF83-6FAAAA15616E}"/>
              </a:ext>
            </a:extLst>
          </p:cNvPr>
          <p:cNvSpPr>
            <a:spLocks noGrp="1"/>
          </p:cNvSpPr>
          <p:nvPr>
            <p:ph type="pic" sz="quarter" idx="12"/>
          </p:nvPr>
        </p:nvSpPr>
        <p:spPr>
          <a:xfrm>
            <a:off x="7393557" y="2049404"/>
            <a:ext cx="2822575" cy="1592322"/>
          </a:xfrm>
          <a:prstGeom prst="rect">
            <a:avLst/>
          </a:prstGeom>
          <a:solidFill>
            <a:schemeClr val="accent1"/>
          </a:solidFill>
        </p:spPr>
        <p:txBody>
          <a:bodyPr/>
          <a:lstStyle>
            <a:lvl1pPr>
              <a:defRPr sz="1333"/>
            </a:lvl1pPr>
          </a:lstStyle>
          <a:p>
            <a:endParaRPr lang="en-US"/>
          </a:p>
        </p:txBody>
      </p:sp>
      <p:sp>
        <p:nvSpPr>
          <p:cNvPr id="3" name="Picture Placeholder 2">
            <a:extLst>
              <a:ext uri="{FF2B5EF4-FFF2-40B4-BE49-F238E27FC236}">
                <a16:creationId xmlns:a16="http://schemas.microsoft.com/office/drawing/2014/main" id="{FEEB4D78-79B6-4F4C-B409-C47AFC95006B}"/>
              </a:ext>
            </a:extLst>
          </p:cNvPr>
          <p:cNvSpPr>
            <a:spLocks noGrp="1"/>
          </p:cNvSpPr>
          <p:nvPr>
            <p:ph type="pic" sz="quarter" idx="10"/>
          </p:nvPr>
        </p:nvSpPr>
        <p:spPr>
          <a:xfrm>
            <a:off x="4224338" y="1658409"/>
            <a:ext cx="3743325" cy="2118783"/>
          </a:xfrm>
          <a:prstGeom prst="rect">
            <a:avLst/>
          </a:prstGeom>
          <a:solidFill>
            <a:schemeClr val="accent1"/>
          </a:solidFill>
        </p:spPr>
        <p:txBody>
          <a:bodyPr/>
          <a:lstStyle>
            <a:lvl1pPr>
              <a:defRPr sz="1333"/>
            </a:lvl1pPr>
          </a:lstStyle>
          <a:p>
            <a:endParaRPr lang="en-US" dirty="0"/>
          </a:p>
        </p:txBody>
      </p:sp>
    </p:spTree>
    <p:extLst>
      <p:ext uri="{BB962C8B-B14F-4D97-AF65-F5344CB8AC3E}">
        <p14:creationId xmlns:p14="http://schemas.microsoft.com/office/powerpoint/2010/main" val="3740106144"/>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MOCKUP-Layout-29">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2133600" y="2067561"/>
            <a:ext cx="2270549" cy="2697903"/>
          </a:xfrm>
          <a:prstGeom prst="roundRect">
            <a:avLst>
              <a:gd name="adj" fmla="val 14877"/>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174404242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MOCKUP-Layout-30">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7071558" y="2468034"/>
            <a:ext cx="1727663" cy="2015067"/>
          </a:xfrm>
          <a:prstGeom prst="roundRect">
            <a:avLst>
              <a:gd name="adj" fmla="val 14877"/>
            </a:avLst>
          </a:prstGeom>
          <a:solidFill>
            <a:schemeClr val="accent1"/>
          </a:solidFill>
        </p:spPr>
        <p:txBody>
          <a:bodyPr/>
          <a:lstStyle>
            <a:lvl1pPr>
              <a:defRPr sz="1333"/>
            </a:lvl1pPr>
          </a:lstStyle>
          <a:p>
            <a:endParaRPr lang="en-US"/>
          </a:p>
        </p:txBody>
      </p:sp>
      <p:sp>
        <p:nvSpPr>
          <p:cNvPr id="10" name="Picture Placeholder 2">
            <a:extLst>
              <a:ext uri="{FF2B5EF4-FFF2-40B4-BE49-F238E27FC236}">
                <a16:creationId xmlns:a16="http://schemas.microsoft.com/office/drawing/2014/main" id="{74C6A049-70BF-4E57-B30A-1B1BD88032BC}"/>
              </a:ext>
            </a:extLst>
          </p:cNvPr>
          <p:cNvSpPr>
            <a:spLocks noGrp="1"/>
          </p:cNvSpPr>
          <p:nvPr>
            <p:ph type="pic" sz="quarter" idx="11"/>
          </p:nvPr>
        </p:nvSpPr>
        <p:spPr>
          <a:xfrm>
            <a:off x="5811718" y="2656840"/>
            <a:ext cx="1414058" cy="1688255"/>
          </a:xfrm>
          <a:prstGeom prst="roundRect">
            <a:avLst>
              <a:gd name="adj" fmla="val 16542"/>
            </a:avLst>
          </a:prstGeom>
          <a:solidFill>
            <a:schemeClr val="accent1"/>
          </a:solidFill>
        </p:spPr>
        <p:txBody>
          <a:bodyPr/>
          <a:lstStyle>
            <a:lvl1pPr>
              <a:defRPr sz="1333"/>
            </a:lvl1pPr>
          </a:lstStyle>
          <a:p>
            <a:endParaRPr lang="en-US"/>
          </a:p>
        </p:txBody>
      </p:sp>
      <p:sp>
        <p:nvSpPr>
          <p:cNvPr id="12" name="Picture Placeholder 2">
            <a:extLst>
              <a:ext uri="{FF2B5EF4-FFF2-40B4-BE49-F238E27FC236}">
                <a16:creationId xmlns:a16="http://schemas.microsoft.com/office/drawing/2014/main" id="{1AF1054F-EE12-4246-A84C-F3DEC7330B90}"/>
              </a:ext>
            </a:extLst>
          </p:cNvPr>
          <p:cNvSpPr>
            <a:spLocks noGrp="1"/>
          </p:cNvSpPr>
          <p:nvPr>
            <p:ph type="pic" sz="quarter" idx="12"/>
          </p:nvPr>
        </p:nvSpPr>
        <p:spPr>
          <a:xfrm>
            <a:off x="8595135" y="2656840"/>
            <a:ext cx="1414058" cy="1688255"/>
          </a:xfrm>
          <a:prstGeom prst="roundRect">
            <a:avLst>
              <a:gd name="adj" fmla="val 16542"/>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4237550871"/>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MOCKUP-Layout-31">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59CEDF-23B2-41CD-A753-8733F5FBF7C0}"/>
              </a:ext>
            </a:extLst>
          </p:cNvPr>
          <p:cNvSpPr>
            <a:spLocks noGrp="1"/>
          </p:cNvSpPr>
          <p:nvPr>
            <p:ph type="pic" sz="quarter" idx="10"/>
          </p:nvPr>
        </p:nvSpPr>
        <p:spPr>
          <a:xfrm>
            <a:off x="4240300" y="1955800"/>
            <a:ext cx="6198785" cy="3363829"/>
          </a:xfrm>
          <a:prstGeom prst="rect">
            <a:avLst/>
          </a:prstGeom>
          <a:solidFill>
            <a:schemeClr val="accent1"/>
          </a:solidFill>
        </p:spPr>
        <p:txBody>
          <a:bodyPr/>
          <a:lstStyle/>
          <a:p>
            <a:endParaRPr lang="en-US"/>
          </a:p>
        </p:txBody>
      </p:sp>
    </p:spTree>
    <p:extLst>
      <p:ext uri="{BB962C8B-B14F-4D97-AF65-F5344CB8AC3E}">
        <p14:creationId xmlns:p14="http://schemas.microsoft.com/office/powerpoint/2010/main" val="1448633817"/>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199.xml><?xml version="1.0" encoding="utf-8"?>
<p:sldLayout xmlns:a="http://schemas.openxmlformats.org/drawingml/2006/main" xmlns:r="http://schemas.openxmlformats.org/officeDocument/2006/relationships" xmlns:p="http://schemas.openxmlformats.org/presentationml/2006/main" userDrawn="1">
  <p:cSld name="2_MOCKUP option 17">
    <p:bg>
      <p:bgPr>
        <a:solidFill>
          <a:schemeClr val="tx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4835C6EA-9DC7-4965-949E-CF14D2C854E0}"/>
              </a:ext>
            </a:extLst>
          </p:cNvPr>
          <p:cNvSpPr>
            <a:spLocks noGrp="1"/>
          </p:cNvSpPr>
          <p:nvPr>
            <p:ph type="pic" sz="quarter" idx="10"/>
          </p:nvPr>
        </p:nvSpPr>
        <p:spPr>
          <a:xfrm>
            <a:off x="4404149" y="1955800"/>
            <a:ext cx="6198785" cy="3363829"/>
          </a:xfrm>
          <a:prstGeom prst="roundRect">
            <a:avLst>
              <a:gd name="adj" fmla="val 0"/>
            </a:avLst>
          </a:prstGeom>
          <a:solidFill>
            <a:schemeClr val="accent1"/>
          </a:solidFill>
        </p:spPr>
        <p:txBody>
          <a:bodyPr/>
          <a:lstStyle>
            <a:lvl1pPr>
              <a:defRPr sz="1333"/>
            </a:lvl1pPr>
          </a:lstStyle>
          <a:p>
            <a:endParaRPr lang="en-US"/>
          </a:p>
        </p:txBody>
      </p:sp>
    </p:spTree>
    <p:extLst>
      <p:ext uri="{BB962C8B-B14F-4D97-AF65-F5344CB8AC3E}">
        <p14:creationId xmlns:p14="http://schemas.microsoft.com/office/powerpoint/2010/main" val="1434688169"/>
      </p:ext>
    </p:extLst>
  </p:cSld>
  <p:clrMapOvr>
    <a:masterClrMapping/>
  </p:clrMapOvr>
  <mc:AlternateContent xmlns:mc="http://schemas.openxmlformats.org/markup-compatibility/2006" xmlns:p14="http://schemas.microsoft.com/office/powerpoint/2010/main">
    <mc:Choice Requires="p14">
      <p:transition spd="slow" p14:dur="1750">
        <p14:prism dir="u"/>
      </p:transition>
    </mc:Choice>
    <mc:Fallback xmlns="">
      <p:transition spd="slow">
        <p:fade/>
      </p:transition>
    </mc:Fallback>
  </mc:AlternateContent>
</p:sldLayout>
</file>

<file path=ppt/slideLayouts/slideLayout200.xml><?xml version="1.0" encoding="utf-8"?>
<p:sldLayout xmlns:a="http://schemas.openxmlformats.org/drawingml/2006/main" xmlns:r="http://schemas.openxmlformats.org/officeDocument/2006/relationships" xmlns:p="http://schemas.openxmlformats.org/presentationml/2006/main" showMasterSp="0" userDrawn="1">
  <p:cSld name="IMAGE-02-a">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BC792C5-AFAE-465C-A73B-2CB890A1FFE4}"/>
              </a:ext>
            </a:extLst>
          </p:cNvPr>
          <p:cNvSpPr>
            <a:spLocks noGrp="1"/>
          </p:cNvSpPr>
          <p:nvPr>
            <p:ph type="pic" sz="quarter" idx="11"/>
          </p:nvPr>
        </p:nvSpPr>
        <p:spPr>
          <a:xfrm>
            <a:off x="6357400" y="895096"/>
            <a:ext cx="4963601" cy="5073904"/>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459545400"/>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userDrawn="1">
  <p:cSld name="IMAGE-03-rounded">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920694" y="945896"/>
            <a:ext cx="4864211" cy="4972304"/>
          </a:xfrm>
          <a:prstGeom prst="roundRect">
            <a:avLst>
              <a:gd name="adj" fmla="val 3673"/>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3387531"/>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userDrawn="1">
  <p:cSld name="2-0-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654800" y="1346200"/>
            <a:ext cx="4368800" cy="4165600"/>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1346201"/>
            <a:ext cx="4876800" cy="4165600"/>
          </a:xfrm>
          <a:prstGeom prst="rect">
            <a:avLst/>
          </a:prstGeom>
        </p:spPr>
        <p:txBody>
          <a:bodyPr anchor="ct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3244968887"/>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userDrawn="1">
  <p:cSld name="1-0-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3124200"/>
          </a:xfrm>
          <a:prstGeom prst="rect">
            <a:avLst/>
          </a:prstGeom>
        </p:spPr>
        <p:txBody>
          <a:bodyPr/>
          <a:lstStyle>
            <a:lvl1pPr algn="l"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6" name="Picture Placeholder 3">
            <a:extLst>
              <a:ext uri="{FF2B5EF4-FFF2-40B4-BE49-F238E27FC236}">
                <a16:creationId xmlns:a16="http://schemas.microsoft.com/office/drawing/2014/main" id="{9C3E7550-4A4D-44BE-BE01-A0F040079177}"/>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828840586"/>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userDrawn="1">
  <p:cSld name="1-0-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4" name="Title 2">
            <a:extLst>
              <a:ext uri="{FF2B5EF4-FFF2-40B4-BE49-F238E27FC236}">
                <a16:creationId xmlns:a16="http://schemas.microsoft.com/office/drawing/2014/main" id="{BB72713A-369B-4E38-A685-B8BFEE3E669B}"/>
              </a:ext>
            </a:extLst>
          </p:cNvPr>
          <p:cNvSpPr>
            <a:spLocks noGrp="1"/>
          </p:cNvSpPr>
          <p:nvPr>
            <p:ph type="title"/>
          </p:nvPr>
        </p:nvSpPr>
        <p:spPr>
          <a:xfrm>
            <a:off x="6705600" y="609600"/>
            <a:ext cx="4876800" cy="5257800"/>
          </a:xfrm>
          <a:prstGeom prst="rect">
            <a:avLst/>
          </a:prstGeom>
        </p:spPr>
        <p:txBody>
          <a:bodyPr/>
          <a:lstStyle>
            <a:lvl1pPr algn="r" defTabSz="914446" rtl="0" eaLnBrk="1" latinLnBrk="0" hangingPunct="1">
              <a:lnSpc>
                <a:spcPct val="90000"/>
              </a:lnSpc>
              <a:spcBef>
                <a:spcPct val="0"/>
              </a:spcBef>
              <a:buNone/>
              <a:defRPr lang="en-US" sz="5334"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364690976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userDrawn="1">
  <p:cSld name="1-0-0-LV-Light">
    <p:spTree>
      <p:nvGrpSpPr>
        <p:cNvPr id="1" name=""/>
        <p:cNvGrpSpPr/>
        <p:nvPr/>
      </p:nvGrpSpPr>
      <p:grpSpPr>
        <a:xfrm>
          <a:off x="0" y="0"/>
          <a:ext cx="0" cy="0"/>
          <a:chOff x="0" y="0"/>
          <a:chExt cx="0" cy="0"/>
        </a:xfrm>
      </p:grpSpPr>
      <p:sp>
        <p:nvSpPr>
          <p:cNvPr id="6" name="Picture Placeholder 17">
            <a:extLst>
              <a:ext uri="{FF2B5EF4-FFF2-40B4-BE49-F238E27FC236}">
                <a16:creationId xmlns:a16="http://schemas.microsoft.com/office/drawing/2014/main" id="{6C2B1033-EE10-44C8-A170-FB72EDAD016F}"/>
              </a:ext>
            </a:extLst>
          </p:cNvPr>
          <p:cNvSpPr>
            <a:spLocks noGrp="1" noChangeAspect="1"/>
          </p:cNvSpPr>
          <p:nvPr>
            <p:ph type="pic" sz="quarter" idx="10" hasCustomPrompt="1"/>
          </p:nvPr>
        </p:nvSpPr>
        <p:spPr>
          <a:xfrm>
            <a:off x="609600" y="609600"/>
            <a:ext cx="10972800" cy="2445192"/>
          </a:xfrm>
          <a:prstGeom prst="rect">
            <a:avLst/>
          </a:prstGeom>
          <a:solidFill>
            <a:schemeClr val="bg2">
              <a:lumMod val="25000"/>
            </a:schemeClr>
          </a:solidFill>
          <a:ln w="38100">
            <a:noFill/>
          </a:ln>
          <a:effectLst/>
        </p:spPr>
        <p:txBody>
          <a:bodyPr/>
          <a:lstStyle>
            <a:lvl1pPr>
              <a:defRPr lang="en-US" sz="1867" dirty="0">
                <a:solidFill>
                  <a:schemeClr val="bg1"/>
                </a:solidFill>
              </a:defRPr>
            </a:lvl1pPr>
          </a:lstStyle>
          <a:p>
            <a:pPr lvl="0"/>
            <a:r>
              <a:rPr lang="en-US" dirty="0"/>
              <a:t>Picture</a:t>
            </a:r>
          </a:p>
        </p:txBody>
      </p:sp>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3535680"/>
            <a:ext cx="10972800" cy="1722120"/>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2322043928"/>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userDrawn="1">
  <p:cSld name="2-0-0-LV-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2362200"/>
            <a:ext cx="10972800" cy="35490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1"/>
            <a:ext cx="10972800" cy="1326091"/>
          </a:xfrm>
          <a:prstGeom prst="rect">
            <a:avLst/>
          </a:prstGeom>
        </p:spPr>
        <p:txBody>
          <a:bodyP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Tree>
    <p:extLst>
      <p:ext uri="{BB962C8B-B14F-4D97-AF65-F5344CB8AC3E}">
        <p14:creationId xmlns:p14="http://schemas.microsoft.com/office/powerpoint/2010/main" val="817892561"/>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userDrawn="1">
  <p:cSld name="4-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1524000" y="2623820"/>
            <a:ext cx="9144000" cy="1610360"/>
          </a:xfrm>
          <a:prstGeom prst="rect">
            <a:avLst/>
          </a:prstGeom>
        </p:spPr>
        <p:txBody>
          <a:bodyPr anchor="ctr"/>
          <a:lstStyle>
            <a:lvl1pPr algn="ctr" defTabSz="914446" rtl="0" eaLnBrk="1" latinLnBrk="0" hangingPunct="1">
              <a:lnSpc>
                <a:spcPct val="90000"/>
              </a:lnSpc>
              <a:spcBef>
                <a:spcPct val="0"/>
              </a:spcBef>
              <a:buNone/>
              <a:defRPr lang="en-US" sz="48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3352800" y="609600"/>
            <a:ext cx="5486400" cy="266740"/>
          </a:xfrm>
          <a:prstGeom prst="rect">
            <a:avLst/>
          </a:prstGeom>
        </p:spPr>
        <p:txBody>
          <a:bodyPr/>
          <a:lstStyle>
            <a:lvl1pPr marL="0" indent="0" algn="ct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429939335"/>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userDrawn="1">
  <p:cSld name="2-0-1-Light">
    <p:spTree>
      <p:nvGrpSpPr>
        <p:cNvPr id="1" name=""/>
        <p:cNvGrpSpPr/>
        <p:nvPr/>
      </p:nvGrpSpPr>
      <p:grpSpPr>
        <a:xfrm>
          <a:off x="0" y="0"/>
          <a:ext cx="0" cy="0"/>
          <a:chOff x="0" y="0"/>
          <a:chExt cx="0" cy="0"/>
        </a:xfrm>
      </p:grpSpPr>
      <p:sp>
        <p:nvSpPr>
          <p:cNvPr id="10" name="Title 2">
            <a:extLst>
              <a:ext uri="{FF2B5EF4-FFF2-40B4-BE49-F238E27FC236}">
                <a16:creationId xmlns:a16="http://schemas.microsoft.com/office/drawing/2014/main" id="{6E453FF6-0C1C-4904-9DA6-37C297942BFF}"/>
              </a:ext>
            </a:extLst>
          </p:cNvPr>
          <p:cNvSpPr>
            <a:spLocks noGrp="1"/>
          </p:cNvSpPr>
          <p:nvPr>
            <p:ph type="title"/>
          </p:nvPr>
        </p:nvSpPr>
        <p:spPr>
          <a:xfrm>
            <a:off x="609600" y="1848909"/>
            <a:ext cx="9753600" cy="1986491"/>
          </a:xfrm>
          <a:prstGeom prst="rect">
            <a:avLst/>
          </a:prstGeom>
        </p:spPr>
        <p:txBody>
          <a:bodyPr/>
          <a:lstStyle>
            <a:lvl1pPr algn="l" defTabSz="914446" rtl="0" eaLnBrk="1" latinLnBrk="0" hangingPunct="1">
              <a:lnSpc>
                <a:spcPct val="90000"/>
              </a:lnSpc>
              <a:spcBef>
                <a:spcPct val="0"/>
              </a:spcBef>
              <a:buNone/>
              <a:defRPr lang="en-US" sz="6400" kern="1200" dirty="0">
                <a:gradFill>
                  <a:gsLst>
                    <a:gs pos="75000">
                      <a:schemeClr val="accent4"/>
                    </a:gs>
                    <a:gs pos="25000">
                      <a:schemeClr val="accent2"/>
                    </a:gs>
                    <a:gs pos="100000">
                      <a:schemeClr val="accent5"/>
                    </a:gs>
                    <a:gs pos="50000">
                      <a:schemeClr val="accent3"/>
                    </a:gs>
                    <a:gs pos="1000">
                      <a:schemeClr val="accent1"/>
                    </a:gs>
                  </a:gsLst>
                  <a:lin ang="90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A31E250B-D855-4CE5-B3FC-FF9838360D43}"/>
              </a:ext>
            </a:extLst>
          </p:cNvPr>
          <p:cNvSpPr>
            <a:spLocks noGrp="1"/>
          </p:cNvSpPr>
          <p:nvPr>
            <p:ph type="body" sz="quarter" idx="11" hasCustomPrompt="1"/>
          </p:nvPr>
        </p:nvSpPr>
        <p:spPr>
          <a:xfrm>
            <a:off x="609600" y="781030"/>
            <a:ext cx="54864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cxnSp>
        <p:nvCxnSpPr>
          <p:cNvPr id="6" name="Straight Connector 5">
            <a:extLst>
              <a:ext uri="{FF2B5EF4-FFF2-40B4-BE49-F238E27FC236}">
                <a16:creationId xmlns:a16="http://schemas.microsoft.com/office/drawing/2014/main" id="{8B17A8B3-2E0B-4008-8D12-937045378D7A}"/>
              </a:ext>
            </a:extLst>
          </p:cNvPr>
          <p:cNvCxnSpPr>
            <a:cxnSpLocks/>
          </p:cNvCxnSpPr>
          <p:nvPr userDrawn="1"/>
        </p:nvCxnSpPr>
        <p:spPr>
          <a:xfrm>
            <a:off x="609600" y="6096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7DA103F-6DA9-47BE-BDEC-5A9FD4B1C88A}"/>
              </a:ext>
            </a:extLst>
          </p:cNvPr>
          <p:cNvCxnSpPr>
            <a:cxnSpLocks/>
          </p:cNvCxnSpPr>
          <p:nvPr userDrawn="1"/>
        </p:nvCxnSpPr>
        <p:spPr>
          <a:xfrm>
            <a:off x="609600" y="1219200"/>
            <a:ext cx="10972800" cy="0"/>
          </a:xfrm>
          <a:prstGeom prst="line">
            <a:avLst/>
          </a:prstGeom>
          <a:ln w="38100" cap="sq">
            <a:solidFill>
              <a:schemeClr val="bg2">
                <a:lumMod val="60000"/>
                <a:lumOff val="40000"/>
              </a:schemeClr>
            </a:solidFill>
            <a:beve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0258829"/>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userDrawn="1">
  <p:cSld name="AGENDA-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2968164A-D4D9-413F-B806-727380F363AD}"/>
              </a:ext>
            </a:extLst>
          </p:cNvPr>
          <p:cNvSpPr>
            <a:spLocks noGrp="1"/>
          </p:cNvSpPr>
          <p:nvPr>
            <p:ph type="pic" sz="quarter" idx="10"/>
          </p:nvPr>
        </p:nvSpPr>
        <p:spPr>
          <a:xfrm>
            <a:off x="1" y="1854200"/>
            <a:ext cx="12191999" cy="341376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4" name="Title 1">
            <a:extLst>
              <a:ext uri="{FF2B5EF4-FFF2-40B4-BE49-F238E27FC236}">
                <a16:creationId xmlns:a16="http://schemas.microsoft.com/office/drawing/2014/main" id="{6E9607AA-328C-6A47-BA55-7972C38B6307}"/>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5" name="Text Placeholder 4">
            <a:extLst>
              <a:ext uri="{FF2B5EF4-FFF2-40B4-BE49-F238E27FC236}">
                <a16:creationId xmlns:a16="http://schemas.microsoft.com/office/drawing/2014/main" id="{445D5674-63E8-C243-BEC8-63AA19D7C4FF}"/>
              </a:ext>
            </a:extLst>
          </p:cNvPr>
          <p:cNvSpPr>
            <a:spLocks noGrp="1"/>
          </p:cNvSpPr>
          <p:nvPr>
            <p:ph type="body" sz="quarter" idx="11"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318362197"/>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AGENDA-06-Light">
    <p:spTree>
      <p:nvGrpSpPr>
        <p:cNvPr id="1" name=""/>
        <p:cNvGrpSpPr/>
        <p:nvPr/>
      </p:nvGrpSpPr>
      <p:grpSpPr>
        <a:xfrm>
          <a:off x="0" y="0"/>
          <a:ext cx="0" cy="0"/>
          <a:chOff x="0" y="0"/>
          <a:chExt cx="0" cy="0"/>
        </a:xfrm>
      </p:grpSpPr>
      <p:sp>
        <p:nvSpPr>
          <p:cNvPr id="17" name="Picture Placeholder 5"/>
          <p:cNvSpPr>
            <a:spLocks noGrp="1"/>
          </p:cNvSpPr>
          <p:nvPr>
            <p:ph type="pic" sz="quarter" idx="11"/>
          </p:nvPr>
        </p:nvSpPr>
        <p:spPr>
          <a:xfrm>
            <a:off x="0" y="1725168"/>
            <a:ext cx="12192000" cy="231648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
        <p:nvSpPr>
          <p:cNvPr id="3" name="Title 1">
            <a:extLst>
              <a:ext uri="{FF2B5EF4-FFF2-40B4-BE49-F238E27FC236}">
                <a16:creationId xmlns:a16="http://schemas.microsoft.com/office/drawing/2014/main" id="{B5B7ED05-6BE5-404E-B123-A15F21DCA52E}"/>
              </a:ext>
            </a:extLst>
          </p:cNvPr>
          <p:cNvSpPr>
            <a:spLocks noGrp="1"/>
          </p:cNvSpPr>
          <p:nvPr>
            <p:ph type="title" hasCustomPrompt="1"/>
          </p:nvPr>
        </p:nvSpPr>
        <p:spPr>
          <a:xfrm>
            <a:off x="762000" y="774192"/>
            <a:ext cx="10668001" cy="609600"/>
          </a:xfrm>
          <a:prstGeom prst="rect">
            <a:avLst/>
          </a:prstGeom>
        </p:spPr>
        <p:txBody>
          <a:bodyPr anchor="ctr"/>
          <a:lstStyle>
            <a:lvl1pPr marL="0" algn="ctr" defTabSz="914446" rtl="0" eaLnBrk="1" latinLnBrk="0" hangingPunct="1">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TITLE</a:t>
            </a:r>
          </a:p>
        </p:txBody>
      </p:sp>
      <p:sp>
        <p:nvSpPr>
          <p:cNvPr id="4" name="Text Placeholder 4">
            <a:extLst>
              <a:ext uri="{FF2B5EF4-FFF2-40B4-BE49-F238E27FC236}">
                <a16:creationId xmlns:a16="http://schemas.microsoft.com/office/drawing/2014/main" id="{29C676B4-FAF3-0D4E-83C5-9499FF8D7F9E}"/>
              </a:ext>
            </a:extLst>
          </p:cNvPr>
          <p:cNvSpPr>
            <a:spLocks noGrp="1"/>
          </p:cNvSpPr>
          <p:nvPr>
            <p:ph type="body" sz="quarter" idx="10" hasCustomPrompt="1"/>
          </p:nvPr>
        </p:nvSpPr>
        <p:spPr>
          <a:xfrm>
            <a:off x="762000" y="396240"/>
            <a:ext cx="10668001" cy="355601"/>
          </a:xfrm>
          <a:prstGeom prst="rect">
            <a:avLst/>
          </a:prstGeom>
        </p:spPr>
        <p:txBody>
          <a:bodyPr anchor="ctr"/>
          <a:lstStyle>
            <a:lvl1pPr marL="0" indent="0" algn="ctr">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565089000"/>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showMasterSp="0" userDrawn="1">
  <p:cSld name="AN-02-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F82025E-1591-42E7-9234-EB0C6A1622F2}"/>
              </a:ext>
            </a:extLst>
          </p:cNvPr>
          <p:cNvSpPr>
            <a:spLocks noGrp="1"/>
          </p:cNvSpPr>
          <p:nvPr>
            <p:ph type="pic" sz="quarter" idx="12"/>
          </p:nvPr>
        </p:nvSpPr>
        <p:spPr>
          <a:xfrm>
            <a:off x="975360" y="990600"/>
            <a:ext cx="4876800" cy="4876800"/>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Tree>
    <p:extLst>
      <p:ext uri="{BB962C8B-B14F-4D97-AF65-F5344CB8AC3E}">
        <p14:creationId xmlns:p14="http://schemas.microsoft.com/office/powerpoint/2010/main" val="1178974534"/>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userDrawn="1">
  <p:cSld name="AN-03-Light">
    <p:spTree>
      <p:nvGrpSpPr>
        <p:cNvPr id="1" name=""/>
        <p:cNvGrpSpPr/>
        <p:nvPr/>
      </p:nvGrpSpPr>
      <p:grpSpPr>
        <a:xfrm>
          <a:off x="0" y="0"/>
          <a:ext cx="0" cy="0"/>
          <a:chOff x="0" y="0"/>
          <a:chExt cx="0" cy="0"/>
        </a:xfrm>
      </p:grpSpPr>
      <p:sp>
        <p:nvSpPr>
          <p:cNvPr id="5" name="Picture Placeholder 3">
            <a:extLst>
              <a:ext uri="{FF2B5EF4-FFF2-40B4-BE49-F238E27FC236}">
                <a16:creationId xmlns:a16="http://schemas.microsoft.com/office/drawing/2014/main" id="{1F2938C2-00E5-44DB-AAFD-0F2B12267E12}"/>
              </a:ext>
            </a:extLst>
          </p:cNvPr>
          <p:cNvSpPr>
            <a:spLocks noGrp="1"/>
          </p:cNvSpPr>
          <p:nvPr>
            <p:ph type="pic" sz="quarter" idx="12"/>
          </p:nvPr>
        </p:nvSpPr>
        <p:spPr>
          <a:xfrm>
            <a:off x="6339840" y="990600"/>
            <a:ext cx="4876800" cy="4876800"/>
          </a:xfrm>
          <a:prstGeom prst="ellipse">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217487840"/>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GENERAL-1-1-0-Ligh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E29FC153-1646-4709-9BE4-F77F62A371B1}"/>
              </a:ext>
            </a:extLst>
          </p:cNvPr>
          <p:cNvSpPr>
            <a:spLocks noGrp="1"/>
          </p:cNvSpPr>
          <p:nvPr>
            <p:ph type="body" sz="quarter" idx="10" hasCustomPrompt="1"/>
          </p:nvPr>
        </p:nvSpPr>
        <p:spPr>
          <a:xfrm>
            <a:off x="609600" y="1219200"/>
            <a:ext cx="10972800" cy="313932"/>
          </a:xfrm>
          <a:prstGeom prst="rect">
            <a:avLst/>
          </a:prstGeom>
        </p:spPr>
        <p:txBody>
          <a:bodyPr>
            <a:spAutoFit/>
          </a:bodyPr>
          <a:lstStyle>
            <a:lvl1pPr marL="0" indent="0" algn="l">
              <a:lnSpc>
                <a:spcPct val="100000"/>
              </a:lnSpc>
              <a:spcBef>
                <a:spcPts val="0"/>
              </a:spcBef>
              <a:buNone/>
              <a:defRPr sz="1600">
                <a:solidFill>
                  <a:schemeClr val="tx2"/>
                </a:solidFill>
                <a:latin typeface="+mn-lt"/>
              </a:defRPr>
            </a:lvl1pPr>
          </a:lstStyle>
          <a:p>
            <a:pPr marL="0" marR="0" lvl="0" indent="0" algn="l" defTabSz="914446"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sz="1600" dirty="0">
                <a:solidFill>
                  <a:schemeClr val="tx2"/>
                </a:solidFill>
              </a:rPr>
              <a:t>Your subtitle goes here</a:t>
            </a:r>
          </a:p>
        </p:txBody>
      </p:sp>
      <p:sp>
        <p:nvSpPr>
          <p:cNvPr id="9" name="Title 1">
            <a:extLst>
              <a:ext uri="{FF2B5EF4-FFF2-40B4-BE49-F238E27FC236}">
                <a16:creationId xmlns:a16="http://schemas.microsoft.com/office/drawing/2014/main" id="{FAC5A246-535F-4F83-A160-435711EF76FC}"/>
              </a:ext>
            </a:extLst>
          </p:cNvPr>
          <p:cNvSpPr>
            <a:spLocks noGrp="1"/>
          </p:cNvSpPr>
          <p:nvPr>
            <p:ph type="title" hasCustomPrompt="1"/>
          </p:nvPr>
        </p:nvSpPr>
        <p:spPr>
          <a:xfrm>
            <a:off x="609600" y="609600"/>
            <a:ext cx="10972800" cy="584775"/>
          </a:xfrm>
          <a:prstGeom prst="rect">
            <a:avLst/>
          </a:prstGeom>
        </p:spPr>
        <p:txBody>
          <a:bodyPr anchor="t">
            <a:spAutoFit/>
          </a:bodyPr>
          <a:lstStyle>
            <a:lvl1pPr algn="l">
              <a:lnSpc>
                <a:spcPct val="100000"/>
              </a:lnSpc>
              <a:defRPr sz="3200" spc="0" baseline="0"/>
            </a:lvl1pPr>
          </a:lstStyle>
          <a:p>
            <a:r>
              <a:rPr lang="en-US" dirty="0"/>
              <a:t>Click To Edit Master Title Style</a:t>
            </a:r>
          </a:p>
        </p:txBody>
      </p:sp>
    </p:spTree>
    <p:extLst>
      <p:ext uri="{BB962C8B-B14F-4D97-AF65-F5344CB8AC3E}">
        <p14:creationId xmlns:p14="http://schemas.microsoft.com/office/powerpoint/2010/main" val="672114611"/>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userDrawn="1">
  <p:cSld name="GENERAL-2-0-1-Ligh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A4579C85-5DCC-4181-B20D-C72202BDB99C}"/>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tx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94DC7980-9CCD-4C9D-ACE0-3F182DA9340B}"/>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1682805107"/>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userDrawn="1">
  <p:cSld name="2-0-0-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1524000" y="2616201"/>
            <a:ext cx="9144000" cy="1625600"/>
          </a:xfrm>
          <a:prstGeom prst="rect">
            <a:avLst/>
          </a:prstGeom>
        </p:spPr>
        <p:txBody>
          <a:bodyPr anchor="ctr"/>
          <a:lstStyle>
            <a:lvl1pPr algn="ctr">
              <a:lnSpc>
                <a:spcPct val="100000"/>
              </a:lnSpc>
              <a:defRPr sz="4800"/>
            </a:lvl1pPr>
          </a:lstStyle>
          <a:p>
            <a:r>
              <a:rPr lang="en-US" dirty="0"/>
              <a:t>Click to edit Master title style</a:t>
            </a:r>
          </a:p>
        </p:txBody>
      </p:sp>
    </p:spTree>
    <p:extLst>
      <p:ext uri="{BB962C8B-B14F-4D97-AF65-F5344CB8AC3E}">
        <p14:creationId xmlns:p14="http://schemas.microsoft.com/office/powerpoint/2010/main" val="4061919383"/>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userDrawn="1">
  <p:cSld name="TL-Image-10-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975360" y="990600"/>
            <a:ext cx="4876800" cy="4876800"/>
          </a:xfrm>
          <a:prstGeom prst="roundRect">
            <a:avLst>
              <a:gd name="adj" fmla="val 3164"/>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3721787046"/>
      </p:ext>
    </p:extLst>
  </p:cSld>
  <p:clrMapOvr>
    <a:masterClrMapping/>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userDrawn="1">
  <p:cSld name="QL-Image-01-Light">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1560577"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121166739"/>
      </p:ext>
    </p:extLst>
  </p:cSld>
  <p:clrMapOvr>
    <a:masterClrMapping/>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userDrawn="1">
  <p:cSld name="QL-Image-07-Light">
    <p:spTree>
      <p:nvGrpSpPr>
        <p:cNvPr id="1" name=""/>
        <p:cNvGrpSpPr/>
        <p:nvPr/>
      </p:nvGrpSpPr>
      <p:grpSpPr>
        <a:xfrm>
          <a:off x="0" y="0"/>
          <a:ext cx="0" cy="0"/>
          <a:chOff x="0" y="0"/>
          <a:chExt cx="0" cy="0"/>
        </a:xfrm>
      </p:grpSpPr>
      <p:sp>
        <p:nvSpPr>
          <p:cNvPr id="4" name="Picture Placeholder 2">
            <a:extLst>
              <a:ext uri="{FF2B5EF4-FFF2-40B4-BE49-F238E27FC236}">
                <a16:creationId xmlns:a16="http://schemas.microsoft.com/office/drawing/2014/main" id="{89EBB9A9-634C-4929-97C8-A7CBFC25C956}"/>
              </a:ext>
            </a:extLst>
          </p:cNvPr>
          <p:cNvSpPr>
            <a:spLocks noGrp="1"/>
          </p:cNvSpPr>
          <p:nvPr>
            <p:ph type="pic" sz="quarter" idx="11"/>
          </p:nvPr>
        </p:nvSpPr>
        <p:spPr>
          <a:xfrm>
            <a:off x="8058912" y="2133600"/>
            <a:ext cx="2590800" cy="2590800"/>
          </a:xfrm>
          <a:prstGeom prst="ellipse">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1434255228"/>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userDrawn="1">
  <p:cSld name="QL-Image-05-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3C9C7632-F851-49E5-B077-28366D421B38}"/>
              </a:ext>
            </a:extLst>
          </p:cNvPr>
          <p:cNvSpPr>
            <a:spLocks noGrp="1"/>
          </p:cNvSpPr>
          <p:nvPr>
            <p:ph type="pic" sz="quarter" idx="11"/>
          </p:nvPr>
        </p:nvSpPr>
        <p:spPr>
          <a:xfrm>
            <a:off x="609600" y="609600"/>
            <a:ext cx="3444241" cy="5638800"/>
          </a:xfrm>
          <a:prstGeom prst="roundRect">
            <a:avLst>
              <a:gd name="adj" fmla="val 6711"/>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130997545"/>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userDrawn="1">
  <p:cSld name="QL-Image-08-Light">
    <p:spTree>
      <p:nvGrpSpPr>
        <p:cNvPr id="1" name=""/>
        <p:cNvGrpSpPr/>
        <p:nvPr/>
      </p:nvGrpSpPr>
      <p:grpSpPr>
        <a:xfrm>
          <a:off x="0" y="0"/>
          <a:ext cx="0" cy="0"/>
          <a:chOff x="0" y="0"/>
          <a:chExt cx="0" cy="0"/>
        </a:xfrm>
      </p:grpSpPr>
      <p:sp>
        <p:nvSpPr>
          <p:cNvPr id="4" name="Picture Placeholder 8">
            <a:extLst>
              <a:ext uri="{FF2B5EF4-FFF2-40B4-BE49-F238E27FC236}">
                <a16:creationId xmlns:a16="http://schemas.microsoft.com/office/drawing/2014/main" id="{F7F97407-03A0-463F-A2DC-7E79D75521BE}"/>
              </a:ext>
            </a:extLst>
          </p:cNvPr>
          <p:cNvSpPr>
            <a:spLocks noGrp="1"/>
          </p:cNvSpPr>
          <p:nvPr>
            <p:ph type="pic" sz="quarter" idx="16"/>
          </p:nvPr>
        </p:nvSpPr>
        <p:spPr>
          <a:xfrm>
            <a:off x="609600" y="624840"/>
            <a:ext cx="4876800" cy="560832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3224860609"/>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showMasterSp="0" userDrawn="1">
  <p:cSld name="1-0-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6" name="Title 2">
            <a:extLst>
              <a:ext uri="{FF2B5EF4-FFF2-40B4-BE49-F238E27FC236}">
                <a16:creationId xmlns:a16="http://schemas.microsoft.com/office/drawing/2014/main" id="{9FB322FF-9961-474F-93CD-51026FA4D736}"/>
              </a:ext>
            </a:extLst>
          </p:cNvPr>
          <p:cNvSpPr>
            <a:spLocks noGrp="1"/>
          </p:cNvSpPr>
          <p:nvPr>
            <p:ph type="title"/>
          </p:nvPr>
        </p:nvSpPr>
        <p:spPr>
          <a:xfrm>
            <a:off x="609600" y="1463040"/>
            <a:ext cx="4876800" cy="2372360"/>
          </a:xfrm>
          <a:prstGeom prst="rect">
            <a:avLst/>
          </a:prstGeom>
        </p:spPr>
        <p:txBody>
          <a:bodyPr/>
          <a:lstStyle>
            <a:lvl1pPr marL="0" algn="l" defTabSz="914446" rtl="0" eaLnBrk="1" latinLnBrk="0" hangingPunct="1">
              <a:lnSpc>
                <a:spcPct val="100000"/>
              </a:lnSpc>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1360771932"/>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showMasterSp="0" userDrawn="1">
  <p:cSld name="1-0-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8" name="Title 2">
            <a:extLst>
              <a:ext uri="{FF2B5EF4-FFF2-40B4-BE49-F238E27FC236}">
                <a16:creationId xmlns:a16="http://schemas.microsoft.com/office/drawing/2014/main" id="{A8F034AD-05D5-4E17-9527-70658A9E6CE5}"/>
              </a:ext>
            </a:extLst>
          </p:cNvPr>
          <p:cNvSpPr>
            <a:spLocks noGrp="1"/>
          </p:cNvSpPr>
          <p:nvPr>
            <p:ph type="title"/>
          </p:nvPr>
        </p:nvSpPr>
        <p:spPr>
          <a:xfrm>
            <a:off x="6705600" y="1463040"/>
            <a:ext cx="4876800" cy="2524760"/>
          </a:xfrm>
          <a:prstGeom prst="rect">
            <a:avLst/>
          </a:prstGeom>
        </p:spPr>
        <p:txBody>
          <a:bodyPr/>
          <a:lstStyle>
            <a:lvl1pPr marL="0" algn="r" defTabSz="914446" rtl="0" eaLnBrk="1" latinLnBrk="0" hangingPunct="1">
              <a:lnSpc>
                <a:spcPct val="100000"/>
              </a:lnSpc>
              <a:spcBef>
                <a:spcPct val="0"/>
              </a:spcBef>
              <a:buNone/>
              <a:defRPr lang="en-US" sz="44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103978AE-806B-4882-B98B-2CBDA9379A5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Tree>
    <p:extLst>
      <p:ext uri="{BB962C8B-B14F-4D97-AF65-F5344CB8AC3E}">
        <p14:creationId xmlns:p14="http://schemas.microsoft.com/office/powerpoint/2010/main" val="4200920000"/>
      </p:ext>
    </p:extLst>
  </p:cSld>
  <p:clrMapOvr>
    <a:masterClrMapping/>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showMasterSp="0" userDrawn="1">
  <p:cSld name="1-1-0-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marL="0" algn="l" defTabSz="914446" rtl="0" eaLnBrk="1" latinLnBrk="0" hangingPunct="1">
              <a:lnSpc>
                <a:spcPct val="100000"/>
              </a:lnSpc>
              <a:spcBef>
                <a:spcPct val="0"/>
              </a:spcBef>
              <a:buNone/>
              <a:defRPr lang="en-US" sz="4000" kern="1200" dirty="0">
                <a:gradFill>
                  <a:gsLst>
                    <a:gs pos="66000">
                      <a:schemeClr val="accent2"/>
                    </a:gs>
                    <a:gs pos="100000">
                      <a:schemeClr val="accent1"/>
                    </a:gs>
                    <a:gs pos="33000">
                      <a:schemeClr val="accent3"/>
                    </a:gs>
                    <a:gs pos="0">
                      <a:schemeClr val="accent4"/>
                    </a:gs>
                  </a:gsLst>
                  <a:lin ang="18600000" scaled="0"/>
                </a:gradFill>
                <a:latin typeface="+mj-lt"/>
                <a:ea typeface="Source Sans Pro Black" panose="020B0803030403020204" pitchFamily="34" charset="0"/>
                <a:cs typeface="+mn-cs"/>
              </a:defRPr>
            </a:lvl1pPr>
          </a:lstStyle>
          <a:p>
            <a:r>
              <a:rPr lang="en-US" dirty="0"/>
              <a:t>Click to edit Master title style</a:t>
            </a:r>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3587708996"/>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showMasterSp="0" userDrawn="1">
  <p:cSld name="1-1-0-L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730534684"/>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userDrawn="1">
  <p:cSld name="1-1-0-HR-Ligh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80C9909-7F69-4488-B2DE-12E236D2CDB5}"/>
              </a:ext>
            </a:extLst>
          </p:cNvPr>
          <p:cNvSpPr>
            <a:spLocks noGrp="1"/>
          </p:cNvSpPr>
          <p:nvPr>
            <p:ph type="title"/>
          </p:nvPr>
        </p:nvSpPr>
        <p:spPr>
          <a:xfrm>
            <a:off x="609600" y="609600"/>
            <a:ext cx="4876800" cy="1892524"/>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3" name="Slide Number Placeholder 1">
            <a:extLst>
              <a:ext uri="{FF2B5EF4-FFF2-40B4-BE49-F238E27FC236}">
                <a16:creationId xmlns:a16="http://schemas.microsoft.com/office/drawing/2014/main" id="{151DAFB7-78F5-4CED-A374-376917DDA179}"/>
              </a:ext>
            </a:extLst>
          </p:cNvPr>
          <p:cNvSpPr>
            <a:spLocks noGrp="1"/>
          </p:cNvSpPr>
          <p:nvPr>
            <p:ph type="sldNum" sz="quarter" idx="4"/>
          </p:nvPr>
        </p:nvSpPr>
        <p:spPr>
          <a:xfrm>
            <a:off x="10972800" y="6254496"/>
            <a:ext cx="609600" cy="268224"/>
          </a:xfrm>
          <a:prstGeom prst="rect">
            <a:avLst/>
          </a:prstGeom>
          <a:solidFill>
            <a:schemeClr val="bg2">
              <a:lumMod val="20000"/>
              <a:lumOff val="80000"/>
            </a:schemeClr>
          </a:solidFill>
        </p:spPr>
        <p:txBody>
          <a:bodyPr vert="horz" lIns="91440" tIns="45720" rIns="91440" bIns="45720" rtlCol="0" anchor="ctr"/>
          <a:lstStyle>
            <a:lvl1pPr algn="r">
              <a:defRPr sz="1333">
                <a:solidFill>
                  <a:schemeClr val="tx2"/>
                </a:solidFill>
              </a:defRPr>
            </a:lvl1pPr>
          </a:lstStyle>
          <a:p>
            <a:fld id="{8B9A2DF5-3641-49D0-8F14-85B1C28A2FB8}" type="slidenum">
              <a:rPr lang="en-US" smtClean="0"/>
              <a:pPr/>
              <a:t>‹Nr.›</a:t>
            </a:fld>
            <a:endParaRPr lang="en-US" dirty="0"/>
          </a:p>
        </p:txBody>
      </p:sp>
      <p:sp>
        <p:nvSpPr>
          <p:cNvPr id="9" name="Text Placeholder 3">
            <a:extLst>
              <a:ext uri="{FF2B5EF4-FFF2-40B4-BE49-F238E27FC236}">
                <a16:creationId xmlns:a16="http://schemas.microsoft.com/office/drawing/2014/main" id="{7770458F-1AAB-4331-9B34-EE663847C182}"/>
              </a:ext>
            </a:extLst>
          </p:cNvPr>
          <p:cNvSpPr>
            <a:spLocks noGrp="1"/>
          </p:cNvSpPr>
          <p:nvPr>
            <p:ph type="body" sz="quarter" idx="11" hasCustomPrompt="1"/>
          </p:nvPr>
        </p:nvSpPr>
        <p:spPr>
          <a:xfrm>
            <a:off x="609600" y="2839261"/>
            <a:ext cx="4876800" cy="3072001"/>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
        <p:nvSpPr>
          <p:cNvPr id="6" name="Picture Placeholder 3">
            <a:extLst>
              <a:ext uri="{FF2B5EF4-FFF2-40B4-BE49-F238E27FC236}">
                <a16:creationId xmlns:a16="http://schemas.microsoft.com/office/drawing/2014/main" id="{7A2AC07A-7CA9-4AE1-B06D-75E3324BF1A4}"/>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Tree>
    <p:extLst>
      <p:ext uri="{BB962C8B-B14F-4D97-AF65-F5344CB8AC3E}">
        <p14:creationId xmlns:p14="http://schemas.microsoft.com/office/powerpoint/2010/main" val="1001720044"/>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showMasterSp="0" userDrawn="1">
  <p:cSld name="1-1-0-HL-Light">
    <p:spTree>
      <p:nvGrpSpPr>
        <p:cNvPr id="1" name=""/>
        <p:cNvGrpSpPr/>
        <p:nvPr/>
      </p:nvGrpSpPr>
      <p:grpSpPr>
        <a:xfrm>
          <a:off x="0" y="0"/>
          <a:ext cx="0" cy="0"/>
          <a:chOff x="0" y="0"/>
          <a:chExt cx="0" cy="0"/>
        </a:xfrm>
      </p:grpSpPr>
      <p:sp>
        <p:nvSpPr>
          <p:cNvPr id="9" name="Picture Placeholder 3">
            <a:extLst>
              <a:ext uri="{FF2B5EF4-FFF2-40B4-BE49-F238E27FC236}">
                <a16:creationId xmlns:a16="http://schemas.microsoft.com/office/drawing/2014/main" id="{A25268F9-F44F-4203-84C4-DD8EC7603BDE}"/>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5" name="Title 2">
            <a:extLst>
              <a:ext uri="{FF2B5EF4-FFF2-40B4-BE49-F238E27FC236}">
                <a16:creationId xmlns:a16="http://schemas.microsoft.com/office/drawing/2014/main" id="{01E6A0E5-03A1-4FDB-8AE4-CC3EE08756E3}"/>
              </a:ext>
            </a:extLst>
          </p:cNvPr>
          <p:cNvSpPr>
            <a:spLocks noGrp="1"/>
          </p:cNvSpPr>
          <p:nvPr>
            <p:ph type="title"/>
          </p:nvPr>
        </p:nvSpPr>
        <p:spPr>
          <a:xfrm>
            <a:off x="6705600" y="609600"/>
            <a:ext cx="4876800" cy="1892524"/>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6" name="Text Placeholder 3">
            <a:extLst>
              <a:ext uri="{FF2B5EF4-FFF2-40B4-BE49-F238E27FC236}">
                <a16:creationId xmlns:a16="http://schemas.microsoft.com/office/drawing/2014/main" id="{F317E3B7-7907-4185-B626-FA2935C15F7A}"/>
              </a:ext>
            </a:extLst>
          </p:cNvPr>
          <p:cNvSpPr>
            <a:spLocks noGrp="1"/>
          </p:cNvSpPr>
          <p:nvPr>
            <p:ph type="body" sz="quarter" idx="11" hasCustomPrompt="1"/>
          </p:nvPr>
        </p:nvSpPr>
        <p:spPr>
          <a:xfrm>
            <a:off x="6705600" y="2839261"/>
            <a:ext cx="4876800" cy="3072001"/>
          </a:xfrm>
          <a:prstGeom prst="rect">
            <a:avLst/>
          </a:prstGeom>
        </p:spPr>
        <p:txBody>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328573379"/>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showMasterSp="0" userDrawn="1">
  <p:cSld name="1-1-1-L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272201762"/>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showMasterSp="0" userDrawn="1">
  <p:cSld name="1-1-1-L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 y="609600"/>
            <a:ext cx="5486400" cy="5301663"/>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354887756"/>
      </p:ext>
    </p:extLst>
  </p:cSld>
  <p:clrMapOvr>
    <a:masterClrMapping/>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showMasterSp="0" userDrawn="1">
  <p:cSld name="1-1-1-HR-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609600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7" name="Text Placeholder 3">
            <a:extLst>
              <a:ext uri="{FF2B5EF4-FFF2-40B4-BE49-F238E27FC236}">
                <a16:creationId xmlns:a16="http://schemas.microsoft.com/office/drawing/2014/main" id="{200F7EFE-AE1D-4B16-9B3C-5F12B7E18D45}"/>
              </a:ext>
            </a:extLst>
          </p:cNvPr>
          <p:cNvSpPr>
            <a:spLocks noGrp="1"/>
          </p:cNvSpPr>
          <p:nvPr>
            <p:ph type="body" sz="quarter" idx="11" hasCustomPrompt="1"/>
          </p:nvPr>
        </p:nvSpPr>
        <p:spPr>
          <a:xfrm>
            <a:off x="609600" y="609600"/>
            <a:ext cx="4876800" cy="266740"/>
          </a:xfrm>
          <a:prstGeom prst="rect">
            <a:avLst/>
          </a:prstGeom>
        </p:spPr>
        <p:txBody>
          <a:bodyPr/>
          <a:lstStyle>
            <a:lvl1pPr marL="0" indent="0">
              <a:lnSpc>
                <a:spcPct val="100000"/>
              </a:lnSpc>
              <a:spcBef>
                <a:spcPts val="0"/>
              </a:spcBef>
              <a:buNone/>
              <a:defRPr sz="1333">
                <a:solidFill>
                  <a:schemeClr val="tx2"/>
                </a:solidFill>
                <a:latin typeface="+mn-lt"/>
              </a:defRPr>
            </a:lvl1pPr>
          </a:lstStyle>
          <a:p>
            <a:pPr lvl="0"/>
            <a:r>
              <a:rPr lang="en-US" dirty="0"/>
              <a:t>ADD YOUR OVERLINE</a:t>
            </a:r>
          </a:p>
        </p:txBody>
      </p:sp>
      <p:sp>
        <p:nvSpPr>
          <p:cNvPr id="8" name="Title 2">
            <a:extLst>
              <a:ext uri="{FF2B5EF4-FFF2-40B4-BE49-F238E27FC236}">
                <a16:creationId xmlns:a16="http://schemas.microsoft.com/office/drawing/2014/main" id="{5870F433-6B92-40CF-8708-D283C61F42C2}"/>
              </a:ext>
            </a:extLst>
          </p:cNvPr>
          <p:cNvSpPr>
            <a:spLocks noGrp="1"/>
          </p:cNvSpPr>
          <p:nvPr>
            <p:ph type="title"/>
          </p:nvPr>
        </p:nvSpPr>
        <p:spPr>
          <a:xfrm>
            <a:off x="609600" y="1351740"/>
            <a:ext cx="4876800" cy="1620061"/>
          </a:xfrm>
          <a:prstGeom prst="rect">
            <a:avLst/>
          </a:prstGeom>
        </p:spPr>
        <p:txBody>
          <a:bodyPr>
            <a:normAutofit/>
          </a:bodyPr>
          <a:lstStyle>
            <a:lvl1pP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9" name="Text Placeholder 3">
            <a:extLst>
              <a:ext uri="{FF2B5EF4-FFF2-40B4-BE49-F238E27FC236}">
                <a16:creationId xmlns:a16="http://schemas.microsoft.com/office/drawing/2014/main" id="{45D49180-49A1-4E78-8C83-F99CFD375C5C}"/>
              </a:ext>
            </a:extLst>
          </p:cNvPr>
          <p:cNvSpPr>
            <a:spLocks noGrp="1"/>
          </p:cNvSpPr>
          <p:nvPr>
            <p:ph type="body" sz="quarter" idx="12" hasCustomPrompt="1"/>
          </p:nvPr>
        </p:nvSpPr>
        <p:spPr>
          <a:xfrm>
            <a:off x="609600" y="3176400"/>
            <a:ext cx="4876800" cy="2734863"/>
          </a:xfrm>
          <a:prstGeom prst="rect">
            <a:avLst/>
          </a:prstGeom>
        </p:spPr>
        <p:txBody>
          <a:bodyPr>
            <a:normAutofit/>
          </a:bodyPr>
          <a:lstStyle>
            <a:lvl1pPr marL="0" indent="0">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1402913647"/>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showMasterSp="0" userDrawn="1">
  <p:cSld name="1-1-1-HL-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FC388EDD-4178-4123-A0D5-B75FCC358F42}"/>
              </a:ext>
            </a:extLst>
          </p:cNvPr>
          <p:cNvSpPr>
            <a:spLocks noGrp="1"/>
          </p:cNvSpPr>
          <p:nvPr>
            <p:ph type="pic" sz="quarter" idx="10"/>
          </p:nvPr>
        </p:nvSpPr>
        <p:spPr>
          <a:xfrm>
            <a:off x="0" y="0"/>
            <a:ext cx="6096000" cy="6858000"/>
          </a:xfrm>
          <a:prstGeom prst="rect">
            <a:avLst/>
          </a:prstGeom>
          <a:solidFill>
            <a:schemeClr val="bg2">
              <a:lumMod val="25000"/>
            </a:schemeClr>
          </a:solidFill>
          <a:ln w="38100">
            <a:noFill/>
          </a:ln>
          <a:effectLst/>
        </p:spPr>
        <p:txBody>
          <a:bodyPr/>
          <a:lstStyle>
            <a:lvl1pPr>
              <a:defRPr lang="en-US" sz="1867">
                <a:solidFill>
                  <a:schemeClr val="bg1"/>
                </a:solidFill>
              </a:defRPr>
            </a:lvl1pPr>
          </a:lstStyle>
          <a:p>
            <a:pPr lvl="0"/>
            <a:endParaRPr lang="en-US"/>
          </a:p>
        </p:txBody>
      </p:sp>
      <p:sp>
        <p:nvSpPr>
          <p:cNvPr id="10" name="Text Placeholder 3">
            <a:extLst>
              <a:ext uri="{FF2B5EF4-FFF2-40B4-BE49-F238E27FC236}">
                <a16:creationId xmlns:a16="http://schemas.microsoft.com/office/drawing/2014/main" id="{8484C7CB-D2DE-4D8E-AD6E-4A45FA1D0B0D}"/>
              </a:ext>
            </a:extLst>
          </p:cNvPr>
          <p:cNvSpPr>
            <a:spLocks noGrp="1"/>
          </p:cNvSpPr>
          <p:nvPr>
            <p:ph type="body" sz="quarter" idx="11" hasCustomPrompt="1"/>
          </p:nvPr>
        </p:nvSpPr>
        <p:spPr>
          <a:xfrm>
            <a:off x="6705600" y="609600"/>
            <a:ext cx="4876800" cy="266740"/>
          </a:xfrm>
          <a:prstGeom prst="rect">
            <a:avLst/>
          </a:prstGeom>
        </p:spPr>
        <p:txBody>
          <a:bodyPr/>
          <a:lstStyle>
            <a:lvl1pPr marL="0" indent="0" algn="r">
              <a:lnSpc>
                <a:spcPct val="100000"/>
              </a:lnSpc>
              <a:spcBef>
                <a:spcPts val="0"/>
              </a:spcBef>
              <a:buNone/>
              <a:defRPr sz="1333">
                <a:solidFill>
                  <a:schemeClr val="tx2"/>
                </a:solidFill>
                <a:latin typeface="+mn-lt"/>
              </a:defRPr>
            </a:lvl1pPr>
          </a:lstStyle>
          <a:p>
            <a:pPr lvl="0"/>
            <a:r>
              <a:rPr lang="en-US" dirty="0"/>
              <a:t>ADD YOUR OVERLINE</a:t>
            </a:r>
          </a:p>
        </p:txBody>
      </p:sp>
      <p:sp>
        <p:nvSpPr>
          <p:cNvPr id="11" name="Title 2">
            <a:extLst>
              <a:ext uri="{FF2B5EF4-FFF2-40B4-BE49-F238E27FC236}">
                <a16:creationId xmlns:a16="http://schemas.microsoft.com/office/drawing/2014/main" id="{223BB9D5-8F0A-4C87-AF31-81EB124419D3}"/>
              </a:ext>
            </a:extLst>
          </p:cNvPr>
          <p:cNvSpPr>
            <a:spLocks noGrp="1"/>
          </p:cNvSpPr>
          <p:nvPr>
            <p:ph type="title"/>
          </p:nvPr>
        </p:nvSpPr>
        <p:spPr>
          <a:xfrm>
            <a:off x="6705600" y="1351740"/>
            <a:ext cx="4876800" cy="1620061"/>
          </a:xfrm>
          <a:prstGeom prst="rect">
            <a:avLst/>
          </a:prstGeom>
        </p:spPr>
        <p:txBody>
          <a:bodyPr>
            <a:normAutofit/>
          </a:bodyPr>
          <a:lstStyle>
            <a:lvl1pPr algn="r">
              <a:defRPr lang="en-US" sz="4000" dirty="0">
                <a:gradFill>
                  <a:gsLst>
                    <a:gs pos="66000">
                      <a:schemeClr val="accent2"/>
                    </a:gs>
                    <a:gs pos="100000">
                      <a:schemeClr val="accent1"/>
                    </a:gs>
                    <a:gs pos="33000">
                      <a:schemeClr val="accent3"/>
                    </a:gs>
                    <a:gs pos="0">
                      <a:schemeClr val="accent4"/>
                    </a:gs>
                  </a:gsLst>
                  <a:lin ang="18600000" scaled="0"/>
                </a:gradFill>
                <a:ea typeface="Source Sans Pro Black" panose="020B0803030403020204" pitchFamily="34" charset="0"/>
                <a:cs typeface="+mn-cs"/>
              </a:defRPr>
            </a:lvl1pPr>
          </a:lstStyle>
          <a:p>
            <a:pPr marL="0" lvl="0">
              <a:lnSpc>
                <a:spcPct val="100000"/>
              </a:lnSpc>
            </a:pPr>
            <a:r>
              <a:rPr lang="en-US" dirty="0"/>
              <a:t>Click to edit Master title style</a:t>
            </a:r>
          </a:p>
        </p:txBody>
      </p:sp>
      <p:sp>
        <p:nvSpPr>
          <p:cNvPr id="12" name="Text Placeholder 3">
            <a:extLst>
              <a:ext uri="{FF2B5EF4-FFF2-40B4-BE49-F238E27FC236}">
                <a16:creationId xmlns:a16="http://schemas.microsoft.com/office/drawing/2014/main" id="{179CC0C9-06B3-48A5-BD12-0AF429117223}"/>
              </a:ext>
            </a:extLst>
          </p:cNvPr>
          <p:cNvSpPr>
            <a:spLocks noGrp="1"/>
          </p:cNvSpPr>
          <p:nvPr>
            <p:ph type="body" sz="quarter" idx="12" hasCustomPrompt="1"/>
          </p:nvPr>
        </p:nvSpPr>
        <p:spPr>
          <a:xfrm>
            <a:off x="6705600" y="3176400"/>
            <a:ext cx="4876800" cy="2734863"/>
          </a:xfrm>
          <a:prstGeom prst="rect">
            <a:avLst/>
          </a:prstGeom>
        </p:spPr>
        <p:txBody>
          <a:bodyPr>
            <a:normAutofit/>
          </a:bodyPr>
          <a:lstStyle>
            <a:lvl1pPr marL="0" indent="0" algn="r">
              <a:lnSpc>
                <a:spcPct val="100000"/>
              </a:lnSpc>
              <a:spcBef>
                <a:spcPts val="0"/>
              </a:spcBef>
              <a:buNone/>
              <a:defRPr sz="1867">
                <a:solidFill>
                  <a:schemeClr val="tx2"/>
                </a:solidFill>
                <a:latin typeface="+mn-lt"/>
              </a:defRPr>
            </a:lvl1pPr>
          </a:lstStyle>
          <a:p>
            <a:pPr lvl="0"/>
            <a:r>
              <a:rPr lang="en-US" dirty="0"/>
              <a:t>Add your subtitle text</a:t>
            </a:r>
          </a:p>
        </p:txBody>
      </p:sp>
    </p:spTree>
    <p:extLst>
      <p:ext uri="{BB962C8B-B14F-4D97-AF65-F5344CB8AC3E}">
        <p14:creationId xmlns:p14="http://schemas.microsoft.com/office/powerpoint/2010/main" val="93314502"/>
      </p:ext>
    </p:extLst>
  </p:cSld>
  <p:clrMapOvr>
    <a:masterClrMapping/>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showMasterSp="0" userDrawn="1">
  <p:cSld name="CL-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10F00EBF-B287-4A97-94A2-58659FC12108}"/>
              </a:ext>
            </a:extLst>
          </p:cNvPr>
          <p:cNvSpPr>
            <a:spLocks noGrp="1"/>
          </p:cNvSpPr>
          <p:nvPr>
            <p:ph type="pic" sz="quarter" idx="11"/>
          </p:nvPr>
        </p:nvSpPr>
        <p:spPr>
          <a:xfrm>
            <a:off x="6339840" y="990600"/>
            <a:ext cx="4876800" cy="4876800"/>
          </a:xfrm>
          <a:prstGeom prst="roundRect">
            <a:avLst>
              <a:gd name="adj" fmla="val 3125"/>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1551166097"/>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userDrawn="1">
  <p:cSld name="IML-Image-01-Light">
    <p:spTree>
      <p:nvGrpSpPr>
        <p:cNvPr id="1" name=""/>
        <p:cNvGrpSpPr/>
        <p:nvPr/>
      </p:nvGrpSpPr>
      <p:grpSpPr>
        <a:xfrm>
          <a:off x="0" y="0"/>
          <a:ext cx="0" cy="0"/>
          <a:chOff x="0" y="0"/>
          <a:chExt cx="0" cy="0"/>
        </a:xfrm>
      </p:grpSpPr>
      <p:sp>
        <p:nvSpPr>
          <p:cNvPr id="10" name="Picture Placeholder 3">
            <a:extLst>
              <a:ext uri="{FF2B5EF4-FFF2-40B4-BE49-F238E27FC236}">
                <a16:creationId xmlns:a16="http://schemas.microsoft.com/office/drawing/2014/main" id="{DC582E34-45AC-46BF-8372-92FBB6191E38}"/>
              </a:ext>
            </a:extLst>
          </p:cNvPr>
          <p:cNvSpPr>
            <a:spLocks noGrp="1"/>
          </p:cNvSpPr>
          <p:nvPr>
            <p:ph type="pic" sz="quarter" idx="12"/>
          </p:nvPr>
        </p:nvSpPr>
        <p:spPr>
          <a:xfrm>
            <a:off x="6096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1" name="Picture Placeholder 3">
            <a:extLst>
              <a:ext uri="{FF2B5EF4-FFF2-40B4-BE49-F238E27FC236}">
                <a16:creationId xmlns:a16="http://schemas.microsoft.com/office/drawing/2014/main" id="{66997297-9A29-4E56-84A9-E69844C06DC4}"/>
              </a:ext>
            </a:extLst>
          </p:cNvPr>
          <p:cNvSpPr>
            <a:spLocks noGrp="1"/>
          </p:cNvSpPr>
          <p:nvPr>
            <p:ph type="pic" sz="quarter" idx="13"/>
          </p:nvPr>
        </p:nvSpPr>
        <p:spPr>
          <a:xfrm>
            <a:off x="6096000" y="3054096"/>
            <a:ext cx="1450848" cy="1450848"/>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8" name="Title 1">
            <a:extLst>
              <a:ext uri="{FF2B5EF4-FFF2-40B4-BE49-F238E27FC236}">
                <a16:creationId xmlns:a16="http://schemas.microsoft.com/office/drawing/2014/main" id="{1DF71F00-E8FD-4130-A73B-7C83436C0D24}"/>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9" name="Text Placeholder 4">
            <a:extLst>
              <a:ext uri="{FF2B5EF4-FFF2-40B4-BE49-F238E27FC236}">
                <a16:creationId xmlns:a16="http://schemas.microsoft.com/office/drawing/2014/main" id="{B13EDE2D-E00B-4784-8152-7CD08FA12643}"/>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513375201"/>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userDrawn="1">
  <p:cSld name="IML-Image-02-Light">
    <p:spTree>
      <p:nvGrpSpPr>
        <p:cNvPr id="1" name=""/>
        <p:cNvGrpSpPr/>
        <p:nvPr/>
      </p:nvGrpSpPr>
      <p:grpSpPr>
        <a:xfrm>
          <a:off x="0" y="0"/>
          <a:ext cx="0" cy="0"/>
          <a:chOff x="0" y="0"/>
          <a:chExt cx="0" cy="0"/>
        </a:xfrm>
      </p:grpSpPr>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2147929"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028685"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5586984" y="2667000"/>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7D3152E6-5B6E-FF9B-B99C-59E8993DA58B}"/>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B78C7388-BAB6-BD66-158D-8C6151834392}"/>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2106256332"/>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userDrawn="1">
  <p:cSld name="IML-Image-03-Light">
    <p:spTree>
      <p:nvGrpSpPr>
        <p:cNvPr id="1" name=""/>
        <p:cNvGrpSpPr/>
        <p:nvPr/>
      </p:nvGrpSpPr>
      <p:grpSpPr>
        <a:xfrm>
          <a:off x="0" y="0"/>
          <a:ext cx="0" cy="0"/>
          <a:chOff x="0" y="0"/>
          <a:chExt cx="0" cy="0"/>
        </a:xfrm>
      </p:grpSpPr>
      <p:sp>
        <p:nvSpPr>
          <p:cNvPr id="14" name="Picture Placeholder 3">
            <a:extLst>
              <a:ext uri="{FF2B5EF4-FFF2-40B4-BE49-F238E27FC236}">
                <a16:creationId xmlns:a16="http://schemas.microsoft.com/office/drawing/2014/main" id="{0AB8959D-88A4-4972-9276-40BC99DE39B2}"/>
              </a:ext>
            </a:extLst>
          </p:cNvPr>
          <p:cNvSpPr>
            <a:spLocks noGrp="1" noChangeAspect="1"/>
          </p:cNvSpPr>
          <p:nvPr>
            <p:ph type="pic" sz="quarter" idx="15"/>
          </p:nvPr>
        </p:nvSpPr>
        <p:spPr>
          <a:xfrm>
            <a:off x="6986016"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6" name="Picture Placeholder 3">
            <a:extLst>
              <a:ext uri="{FF2B5EF4-FFF2-40B4-BE49-F238E27FC236}">
                <a16:creationId xmlns:a16="http://schemas.microsoft.com/office/drawing/2014/main" id="{95AC126F-6485-4019-9F1C-23399613546C}"/>
              </a:ext>
            </a:extLst>
          </p:cNvPr>
          <p:cNvSpPr>
            <a:spLocks noGrp="1" noChangeAspect="1"/>
          </p:cNvSpPr>
          <p:nvPr>
            <p:ph type="pic" sz="quarter" idx="12"/>
          </p:nvPr>
        </p:nvSpPr>
        <p:spPr>
          <a:xfrm>
            <a:off x="1389888"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5" name="Picture Placeholder 3">
            <a:extLst>
              <a:ext uri="{FF2B5EF4-FFF2-40B4-BE49-F238E27FC236}">
                <a16:creationId xmlns:a16="http://schemas.microsoft.com/office/drawing/2014/main" id="{14D8ABFC-DBE7-4716-B767-E205B88489BB}"/>
              </a:ext>
            </a:extLst>
          </p:cNvPr>
          <p:cNvSpPr>
            <a:spLocks noGrp="1" noChangeAspect="1"/>
          </p:cNvSpPr>
          <p:nvPr>
            <p:ph type="pic" sz="quarter" idx="14"/>
          </p:nvPr>
        </p:nvSpPr>
        <p:spPr>
          <a:xfrm>
            <a:off x="9784080"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7" name="Picture Placeholder 3">
            <a:extLst>
              <a:ext uri="{FF2B5EF4-FFF2-40B4-BE49-F238E27FC236}">
                <a16:creationId xmlns:a16="http://schemas.microsoft.com/office/drawing/2014/main" id="{4260601E-5209-47F8-B78D-C4E58BFB16A7}"/>
              </a:ext>
            </a:extLst>
          </p:cNvPr>
          <p:cNvSpPr>
            <a:spLocks noGrp="1" noChangeAspect="1"/>
          </p:cNvSpPr>
          <p:nvPr>
            <p:ph type="pic" sz="quarter" idx="13"/>
          </p:nvPr>
        </p:nvSpPr>
        <p:spPr>
          <a:xfrm>
            <a:off x="4187952" y="2705825"/>
            <a:ext cx="1018032" cy="1018032"/>
          </a:xfrm>
          <a:prstGeom prst="ellipse">
            <a:avLst/>
          </a:prstGeom>
          <a:solidFill>
            <a:schemeClr val="bg2">
              <a:lumMod val="25000"/>
            </a:schemeClr>
          </a:solidFill>
          <a:ln w="38100">
            <a:noFill/>
          </a:ln>
          <a:effectLst/>
        </p:spPr>
        <p:txBody>
          <a:bodyPr/>
          <a:lstStyle>
            <a:lvl1pPr>
              <a:defRPr lang="en-US" sz="1867" dirty="0">
                <a:solidFill>
                  <a:schemeClr val="bg1"/>
                </a:solidFill>
              </a:defRPr>
            </a:lvl1pPr>
          </a:lstStyle>
          <a:p>
            <a:pPr lvl="0"/>
            <a:endParaRPr lang="en-US" dirty="0"/>
          </a:p>
        </p:txBody>
      </p:sp>
      <p:sp>
        <p:nvSpPr>
          <p:cNvPr id="10" name="Title 1">
            <a:extLst>
              <a:ext uri="{FF2B5EF4-FFF2-40B4-BE49-F238E27FC236}">
                <a16:creationId xmlns:a16="http://schemas.microsoft.com/office/drawing/2014/main" id="{5866DECC-8E72-892E-10C5-FB0D52B3FB2E}"/>
              </a:ext>
            </a:extLst>
          </p:cNvPr>
          <p:cNvSpPr>
            <a:spLocks noGrp="1"/>
          </p:cNvSpPr>
          <p:nvPr>
            <p:ph type="title" hasCustomPrompt="1"/>
          </p:nvPr>
        </p:nvSpPr>
        <p:spPr>
          <a:xfrm>
            <a:off x="609600" y="838200"/>
            <a:ext cx="10972800" cy="609600"/>
          </a:xfrm>
          <a:prstGeom prst="rect">
            <a:avLst/>
          </a:prstGeom>
        </p:spPr>
        <p:txBody>
          <a:bodyPr anchor="ctr"/>
          <a:lstStyle>
            <a:lvl1pPr marL="0" algn="ctr" defTabSz="914446" rtl="0" eaLnBrk="1" latinLnBrk="0" hangingPunct="1">
              <a:lnSpc>
                <a:spcPct val="100000"/>
              </a:lnSpc>
              <a:spcBef>
                <a:spcPts val="0"/>
              </a:spcBef>
              <a:defRPr lang="en-US" sz="4400" kern="1200" dirty="0">
                <a:solidFill>
                  <a:schemeClr val="bg1"/>
                </a:solidFill>
                <a:latin typeface="+mj-lt"/>
                <a:ea typeface="Source Sans Pro Black" panose="020B0803030403020204" pitchFamily="34" charset="0"/>
                <a:cs typeface="+mn-cs"/>
              </a:defRPr>
            </a:lvl1pPr>
          </a:lstStyle>
          <a:p>
            <a:pPr marL="0" lvl="0" indent="0" algn="ctr">
              <a:spcBef>
                <a:spcPts val="1000"/>
              </a:spcBef>
              <a:buFont typeface="Arial" panose="020B0604020202020204" pitchFamily="34" charset="0"/>
            </a:pPr>
            <a:r>
              <a:rPr lang="en-US" dirty="0"/>
              <a:t>Your Main Title</a:t>
            </a:r>
          </a:p>
        </p:txBody>
      </p:sp>
      <p:sp>
        <p:nvSpPr>
          <p:cNvPr id="11" name="Text Placeholder 4">
            <a:extLst>
              <a:ext uri="{FF2B5EF4-FFF2-40B4-BE49-F238E27FC236}">
                <a16:creationId xmlns:a16="http://schemas.microsoft.com/office/drawing/2014/main" id="{F8084853-8A75-8FF4-22AB-85F5137A798E}"/>
              </a:ext>
            </a:extLst>
          </p:cNvPr>
          <p:cNvSpPr>
            <a:spLocks noGrp="1"/>
          </p:cNvSpPr>
          <p:nvPr>
            <p:ph type="body" sz="quarter" idx="10" hasCustomPrompt="1"/>
          </p:nvPr>
        </p:nvSpPr>
        <p:spPr>
          <a:xfrm>
            <a:off x="609600" y="396240"/>
            <a:ext cx="10972800" cy="355601"/>
          </a:xfrm>
          <a:prstGeom prst="rect">
            <a:avLst/>
          </a:prstGeom>
        </p:spPr>
        <p:txBody>
          <a:bodyPr anchor="ctr"/>
          <a:lstStyle>
            <a:lvl1pPr marL="0" indent="0" algn="ctr">
              <a:lnSpc>
                <a:spcPct val="100000"/>
              </a:lnSpc>
              <a:spcBef>
                <a:spcPts val="0"/>
              </a:spcBef>
              <a:buNone/>
              <a:defRPr lang="en-UA" sz="1600" kern="1200" spc="333" dirty="0">
                <a:solidFill>
                  <a:schemeClr val="tx2"/>
                </a:solidFill>
                <a:latin typeface="+mn-lt"/>
                <a:ea typeface="Roboto Thin" pitchFamily="2" charset="0"/>
                <a:cs typeface="+mn-cs"/>
              </a:defRPr>
            </a:lvl1pPr>
          </a:lstStyle>
          <a:p>
            <a:pPr marL="0" lvl="0" algn="ctr" defTabSz="914446" rtl="0" eaLnBrk="1" latinLnBrk="0" hangingPunct="1"/>
            <a:r>
              <a:rPr lang="en-UA" dirty="0"/>
              <a:t>YOUR SUBTITLE</a:t>
            </a:r>
          </a:p>
        </p:txBody>
      </p:sp>
    </p:spTree>
    <p:extLst>
      <p:ext uri="{BB962C8B-B14F-4D97-AF65-F5344CB8AC3E}">
        <p14:creationId xmlns:p14="http://schemas.microsoft.com/office/powerpoint/2010/main" val="312211714"/>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userDrawn="1">
  <p:cSld name="PORTFOLIO-Image-01-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1" y="0"/>
            <a:ext cx="6095999" cy="6858000"/>
          </a:xfrm>
          <a:prstGeom prst="rect">
            <a:avLst/>
          </a:prstGeom>
          <a:solidFill>
            <a:schemeClr val="bg2">
              <a:lumMod val="25000"/>
            </a:schemeClr>
          </a:solidFill>
          <a:ln w="38100">
            <a:noFill/>
          </a:ln>
          <a:effectLst/>
        </p:spPr>
        <p:txBody>
          <a:bodyPr/>
          <a:lstStyle>
            <a:lvl1pPr>
              <a:defRPr lang="uk-UA" sz="1867">
                <a:solidFill>
                  <a:schemeClr val="bg1"/>
                </a:solidFill>
              </a:defRPr>
            </a:lvl1pPr>
          </a:lstStyle>
          <a:p>
            <a:pPr lvl="0"/>
            <a:endParaRPr lang="uk-UA"/>
          </a:p>
        </p:txBody>
      </p:sp>
    </p:spTree>
    <p:extLst>
      <p:ext uri="{BB962C8B-B14F-4D97-AF65-F5344CB8AC3E}">
        <p14:creationId xmlns:p14="http://schemas.microsoft.com/office/powerpoint/2010/main" val="2543972141"/>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userDrawn="1">
  <p:cSld name="PORTFOLIO-Image-05-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21C606D8-35EE-449B-9739-EED57E2B0C29}"/>
              </a:ext>
            </a:extLst>
          </p:cNvPr>
          <p:cNvSpPr>
            <a:spLocks noGrp="1"/>
          </p:cNvSpPr>
          <p:nvPr>
            <p:ph type="pic" sz="quarter" idx="10"/>
          </p:nvPr>
        </p:nvSpPr>
        <p:spPr>
          <a:xfrm>
            <a:off x="609600"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6" name="Picture Placeholder 3">
            <a:extLst>
              <a:ext uri="{FF2B5EF4-FFF2-40B4-BE49-F238E27FC236}">
                <a16:creationId xmlns:a16="http://schemas.microsoft.com/office/drawing/2014/main" id="{B21BCA39-ADFB-4BE6-9D20-13E8FADF99B0}"/>
              </a:ext>
            </a:extLst>
          </p:cNvPr>
          <p:cNvSpPr>
            <a:spLocks noGrp="1"/>
          </p:cNvSpPr>
          <p:nvPr>
            <p:ph type="pic" sz="quarter" idx="14"/>
          </p:nvPr>
        </p:nvSpPr>
        <p:spPr>
          <a:xfrm>
            <a:off x="9003792"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7" name="Picture Placeholder 3">
            <a:extLst>
              <a:ext uri="{FF2B5EF4-FFF2-40B4-BE49-F238E27FC236}">
                <a16:creationId xmlns:a16="http://schemas.microsoft.com/office/drawing/2014/main" id="{0B57B0E6-36B2-4E47-96C2-1EDF4BBE7946}"/>
              </a:ext>
            </a:extLst>
          </p:cNvPr>
          <p:cNvSpPr>
            <a:spLocks noGrp="1"/>
          </p:cNvSpPr>
          <p:nvPr>
            <p:ph type="pic" sz="quarter" idx="15"/>
          </p:nvPr>
        </p:nvSpPr>
        <p:spPr>
          <a:xfrm>
            <a:off x="3407664"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
        <p:nvSpPr>
          <p:cNvPr id="8" name="Picture Placeholder 3">
            <a:extLst>
              <a:ext uri="{FF2B5EF4-FFF2-40B4-BE49-F238E27FC236}">
                <a16:creationId xmlns:a16="http://schemas.microsoft.com/office/drawing/2014/main" id="{31BC7345-85E6-4338-92D9-E8AC45730E28}"/>
              </a:ext>
            </a:extLst>
          </p:cNvPr>
          <p:cNvSpPr>
            <a:spLocks noGrp="1"/>
          </p:cNvSpPr>
          <p:nvPr>
            <p:ph type="pic" sz="quarter" idx="16"/>
          </p:nvPr>
        </p:nvSpPr>
        <p:spPr>
          <a:xfrm>
            <a:off x="6205728" y="609600"/>
            <a:ext cx="2578608" cy="2578608"/>
          </a:xfrm>
          <a:prstGeom prst="roundRect">
            <a:avLst>
              <a:gd name="adj" fmla="val 0"/>
            </a:avLst>
          </a:prstGeom>
          <a:solidFill>
            <a:schemeClr val="bg2">
              <a:lumMod val="25000"/>
            </a:schemeClr>
          </a:solidFill>
          <a:ln w="38100">
            <a:noFill/>
          </a:ln>
          <a:effectLst/>
        </p:spPr>
        <p:txBody>
          <a:bodyPr/>
          <a:lstStyle>
            <a:lvl1pPr>
              <a:defRPr lang="uk-UA" sz="1867" dirty="0">
                <a:solidFill>
                  <a:schemeClr val="bg1"/>
                </a:solidFill>
              </a:defRPr>
            </a:lvl1pPr>
          </a:lstStyle>
          <a:p>
            <a:pPr lvl="0"/>
            <a:endParaRPr lang="uk-UA" dirty="0"/>
          </a:p>
        </p:txBody>
      </p:sp>
    </p:spTree>
    <p:extLst>
      <p:ext uri="{BB962C8B-B14F-4D97-AF65-F5344CB8AC3E}">
        <p14:creationId xmlns:p14="http://schemas.microsoft.com/office/powerpoint/2010/main" val="2471804513"/>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showMasterSp="0" userDrawn="1">
  <p:cSld name="DATA-Image-03-Light">
    <p:spTree>
      <p:nvGrpSpPr>
        <p:cNvPr id="1" name=""/>
        <p:cNvGrpSpPr/>
        <p:nvPr/>
      </p:nvGrpSpPr>
      <p:grpSpPr>
        <a:xfrm>
          <a:off x="0" y="0"/>
          <a:ext cx="0" cy="0"/>
          <a:chOff x="0" y="0"/>
          <a:chExt cx="0" cy="0"/>
        </a:xfrm>
      </p:grpSpPr>
      <p:sp>
        <p:nvSpPr>
          <p:cNvPr id="8" name="Picture Placeholder 3">
            <a:extLst>
              <a:ext uri="{FF2B5EF4-FFF2-40B4-BE49-F238E27FC236}">
                <a16:creationId xmlns:a16="http://schemas.microsoft.com/office/drawing/2014/main" id="{CD6A1AF2-0E5E-C543-BCC9-497B3A3D32FC}"/>
              </a:ext>
            </a:extLst>
          </p:cNvPr>
          <p:cNvSpPr>
            <a:spLocks noGrp="1"/>
          </p:cNvSpPr>
          <p:nvPr>
            <p:ph type="pic" sz="quarter" idx="13"/>
          </p:nvPr>
        </p:nvSpPr>
        <p:spPr>
          <a:xfrm>
            <a:off x="4470654"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
        <p:nvSpPr>
          <p:cNvPr id="9" name="Picture Placeholder 3">
            <a:extLst>
              <a:ext uri="{FF2B5EF4-FFF2-40B4-BE49-F238E27FC236}">
                <a16:creationId xmlns:a16="http://schemas.microsoft.com/office/drawing/2014/main" id="{35FD3BED-494D-7C46-A085-4717BEA81D19}"/>
              </a:ext>
            </a:extLst>
          </p:cNvPr>
          <p:cNvSpPr>
            <a:spLocks noGrp="1"/>
          </p:cNvSpPr>
          <p:nvPr>
            <p:ph type="pic" sz="quarter" idx="14"/>
          </p:nvPr>
        </p:nvSpPr>
        <p:spPr>
          <a:xfrm>
            <a:off x="8331708" y="2999232"/>
            <a:ext cx="3249168" cy="3249168"/>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139386901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8.xml><?xml version="1.0" encoding="utf-8"?>
<p:sldLayout xmlns:a="http://schemas.openxmlformats.org/drawingml/2006/main" xmlns:r="http://schemas.openxmlformats.org/officeDocument/2006/relationships" xmlns:p="http://schemas.openxmlformats.org/presentationml/2006/main" showMasterSp="0" userDrawn="1">
  <p:cSld name="DATA-Image-02-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EE3198DC-382B-B047-809E-869BFCC20B1A}"/>
              </a:ext>
            </a:extLst>
          </p:cNvPr>
          <p:cNvSpPr>
            <a:spLocks noGrp="1"/>
          </p:cNvSpPr>
          <p:nvPr>
            <p:ph type="pic" sz="quarter" idx="10"/>
          </p:nvPr>
        </p:nvSpPr>
        <p:spPr>
          <a:xfrm>
            <a:off x="6807200" y="609600"/>
            <a:ext cx="4775200"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362633834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39.xml><?xml version="1.0" encoding="utf-8"?>
<p:sldLayout xmlns:a="http://schemas.openxmlformats.org/drawingml/2006/main" xmlns:r="http://schemas.openxmlformats.org/officeDocument/2006/relationships" xmlns:p="http://schemas.openxmlformats.org/presentationml/2006/main" showMasterSp="0" userDrawn="1">
  <p:cSld name="DATA-Image-04-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7470987" y="609601"/>
            <a:ext cx="4068979" cy="56388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105872619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0.xml><?xml version="1.0" encoding="utf-8"?>
<p:sldLayout xmlns:a="http://schemas.openxmlformats.org/drawingml/2006/main" xmlns:r="http://schemas.openxmlformats.org/officeDocument/2006/relationships" xmlns:p="http://schemas.openxmlformats.org/presentationml/2006/main" userDrawn="1">
  <p:cSld name="DATA-Image-08-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1" y="0"/>
            <a:ext cx="2639569" cy="6858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289061788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Layouts/slideLayout241.xml><?xml version="1.0" encoding="utf-8"?>
<p:sldLayout xmlns:a="http://schemas.openxmlformats.org/drawingml/2006/main" xmlns:r="http://schemas.openxmlformats.org/officeDocument/2006/relationships" xmlns:p="http://schemas.openxmlformats.org/presentationml/2006/main" userDrawn="1">
  <p:cSld name="DATA-Image-07-Light">
    <p:spTree>
      <p:nvGrpSpPr>
        <p:cNvPr id="1" name=""/>
        <p:cNvGrpSpPr/>
        <p:nvPr/>
      </p:nvGrpSpPr>
      <p:grpSpPr>
        <a:xfrm>
          <a:off x="0" y="0"/>
          <a:ext cx="0" cy="0"/>
          <a:chOff x="0" y="0"/>
          <a:chExt cx="0" cy="0"/>
        </a:xfrm>
      </p:grpSpPr>
      <p:sp>
        <p:nvSpPr>
          <p:cNvPr id="3" name="Picture Placeholder 3">
            <a:extLst>
              <a:ext uri="{FF2B5EF4-FFF2-40B4-BE49-F238E27FC236}">
                <a16:creationId xmlns:a16="http://schemas.microsoft.com/office/drawing/2014/main" id="{A4EAD187-1DE1-43E0-829B-D15CC2978DC1}"/>
              </a:ext>
            </a:extLst>
          </p:cNvPr>
          <p:cNvSpPr>
            <a:spLocks noGrp="1"/>
          </p:cNvSpPr>
          <p:nvPr>
            <p:ph type="pic" sz="quarter" idx="14"/>
          </p:nvPr>
        </p:nvSpPr>
        <p:spPr>
          <a:xfrm>
            <a:off x="0" y="0"/>
            <a:ext cx="12191997" cy="3429000"/>
          </a:xfrm>
          <a:prstGeom prst="rect">
            <a:avLst/>
          </a:prstGeom>
          <a:solidFill>
            <a:schemeClr val="bg2">
              <a:lumMod val="25000"/>
            </a:schemeClr>
          </a:solidFill>
          <a:ln w="38100">
            <a:noFill/>
          </a:ln>
          <a:effectLst/>
        </p:spPr>
        <p:txBody>
          <a:bodyPr/>
          <a:lstStyle>
            <a:lvl1pPr>
              <a:defRPr lang="en-UA" sz="1867">
                <a:solidFill>
                  <a:schemeClr val="bg1"/>
                </a:solidFill>
              </a:defRPr>
            </a:lvl1pPr>
          </a:lstStyle>
          <a:p>
            <a:pPr lvl="0"/>
            <a:endParaRPr lang="en-UA"/>
          </a:p>
        </p:txBody>
      </p:sp>
    </p:spTree>
    <p:extLst>
      <p:ext uri="{BB962C8B-B14F-4D97-AF65-F5344CB8AC3E}">
        <p14:creationId xmlns:p14="http://schemas.microsoft.com/office/powerpoint/2010/main" val="1271695715"/>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17" Type="http://schemas.openxmlformats.org/officeDocument/2006/relationships/slideLayout" Target="../slideLayouts/slideLayout128.xml"/><Relationship Id="rId21" Type="http://schemas.openxmlformats.org/officeDocument/2006/relationships/slideLayout" Target="../slideLayouts/slideLayout32.xml"/><Relationship Id="rId42" Type="http://schemas.openxmlformats.org/officeDocument/2006/relationships/slideLayout" Target="../slideLayouts/slideLayout53.xml"/><Relationship Id="rId63" Type="http://schemas.openxmlformats.org/officeDocument/2006/relationships/slideLayout" Target="../slideLayouts/slideLayout74.xml"/><Relationship Id="rId84" Type="http://schemas.openxmlformats.org/officeDocument/2006/relationships/slideLayout" Target="../slideLayouts/slideLayout95.xml"/><Relationship Id="rId138" Type="http://schemas.openxmlformats.org/officeDocument/2006/relationships/slideLayout" Target="../slideLayouts/slideLayout149.xml"/><Relationship Id="rId159" Type="http://schemas.openxmlformats.org/officeDocument/2006/relationships/slideLayout" Target="../slideLayouts/slideLayout170.xml"/><Relationship Id="rId170" Type="http://schemas.openxmlformats.org/officeDocument/2006/relationships/slideLayout" Target="../slideLayouts/slideLayout181.xml"/><Relationship Id="rId191" Type="http://schemas.openxmlformats.org/officeDocument/2006/relationships/slideLayout" Target="../slideLayouts/slideLayout202.xml"/><Relationship Id="rId205" Type="http://schemas.openxmlformats.org/officeDocument/2006/relationships/slideLayout" Target="../slideLayouts/slideLayout216.xml"/><Relationship Id="rId226" Type="http://schemas.openxmlformats.org/officeDocument/2006/relationships/slideLayout" Target="../slideLayouts/slideLayout237.xml"/><Relationship Id="rId107" Type="http://schemas.openxmlformats.org/officeDocument/2006/relationships/slideLayout" Target="../slideLayouts/slideLayout118.xml"/><Relationship Id="rId11" Type="http://schemas.openxmlformats.org/officeDocument/2006/relationships/slideLayout" Target="../slideLayouts/slideLayout22.xml"/><Relationship Id="rId32" Type="http://schemas.openxmlformats.org/officeDocument/2006/relationships/slideLayout" Target="../slideLayouts/slideLayout43.xml"/><Relationship Id="rId53" Type="http://schemas.openxmlformats.org/officeDocument/2006/relationships/slideLayout" Target="../slideLayouts/slideLayout64.xml"/><Relationship Id="rId74" Type="http://schemas.openxmlformats.org/officeDocument/2006/relationships/slideLayout" Target="../slideLayouts/slideLayout85.xml"/><Relationship Id="rId128" Type="http://schemas.openxmlformats.org/officeDocument/2006/relationships/slideLayout" Target="../slideLayouts/slideLayout139.xml"/><Relationship Id="rId149" Type="http://schemas.openxmlformats.org/officeDocument/2006/relationships/slideLayout" Target="../slideLayouts/slideLayout160.xml"/><Relationship Id="rId5" Type="http://schemas.openxmlformats.org/officeDocument/2006/relationships/slideLayout" Target="../slideLayouts/slideLayout16.xml"/><Relationship Id="rId95" Type="http://schemas.openxmlformats.org/officeDocument/2006/relationships/slideLayout" Target="../slideLayouts/slideLayout106.xml"/><Relationship Id="rId160" Type="http://schemas.openxmlformats.org/officeDocument/2006/relationships/slideLayout" Target="../slideLayouts/slideLayout171.xml"/><Relationship Id="rId181" Type="http://schemas.openxmlformats.org/officeDocument/2006/relationships/slideLayout" Target="../slideLayouts/slideLayout192.xml"/><Relationship Id="rId216" Type="http://schemas.openxmlformats.org/officeDocument/2006/relationships/slideLayout" Target="../slideLayouts/slideLayout227.xml"/><Relationship Id="rId22" Type="http://schemas.openxmlformats.org/officeDocument/2006/relationships/slideLayout" Target="../slideLayouts/slideLayout33.xml"/><Relationship Id="rId43" Type="http://schemas.openxmlformats.org/officeDocument/2006/relationships/slideLayout" Target="../slideLayouts/slideLayout54.xml"/><Relationship Id="rId64" Type="http://schemas.openxmlformats.org/officeDocument/2006/relationships/slideLayout" Target="../slideLayouts/slideLayout75.xml"/><Relationship Id="rId118" Type="http://schemas.openxmlformats.org/officeDocument/2006/relationships/slideLayout" Target="../slideLayouts/slideLayout129.xml"/><Relationship Id="rId139" Type="http://schemas.openxmlformats.org/officeDocument/2006/relationships/slideLayout" Target="../slideLayouts/slideLayout150.xml"/><Relationship Id="rId85" Type="http://schemas.openxmlformats.org/officeDocument/2006/relationships/slideLayout" Target="../slideLayouts/slideLayout96.xml"/><Relationship Id="rId150" Type="http://schemas.openxmlformats.org/officeDocument/2006/relationships/slideLayout" Target="../slideLayouts/slideLayout161.xml"/><Relationship Id="rId171" Type="http://schemas.openxmlformats.org/officeDocument/2006/relationships/slideLayout" Target="../slideLayouts/slideLayout182.xml"/><Relationship Id="rId192" Type="http://schemas.openxmlformats.org/officeDocument/2006/relationships/slideLayout" Target="../slideLayouts/slideLayout203.xml"/><Relationship Id="rId206" Type="http://schemas.openxmlformats.org/officeDocument/2006/relationships/slideLayout" Target="../slideLayouts/slideLayout217.xml"/><Relationship Id="rId227" Type="http://schemas.openxmlformats.org/officeDocument/2006/relationships/slideLayout" Target="../slideLayouts/slideLayout238.xml"/><Relationship Id="rId12" Type="http://schemas.openxmlformats.org/officeDocument/2006/relationships/slideLayout" Target="../slideLayouts/slideLayout23.xml"/><Relationship Id="rId33" Type="http://schemas.openxmlformats.org/officeDocument/2006/relationships/slideLayout" Target="../slideLayouts/slideLayout44.xml"/><Relationship Id="rId108" Type="http://schemas.openxmlformats.org/officeDocument/2006/relationships/slideLayout" Target="../slideLayouts/slideLayout119.xml"/><Relationship Id="rId129" Type="http://schemas.openxmlformats.org/officeDocument/2006/relationships/slideLayout" Target="../slideLayouts/slideLayout140.xml"/><Relationship Id="rId54" Type="http://schemas.openxmlformats.org/officeDocument/2006/relationships/slideLayout" Target="../slideLayouts/slideLayout65.xml"/><Relationship Id="rId75" Type="http://schemas.openxmlformats.org/officeDocument/2006/relationships/slideLayout" Target="../slideLayouts/slideLayout86.xml"/><Relationship Id="rId96" Type="http://schemas.openxmlformats.org/officeDocument/2006/relationships/slideLayout" Target="../slideLayouts/slideLayout107.xml"/><Relationship Id="rId140" Type="http://schemas.openxmlformats.org/officeDocument/2006/relationships/slideLayout" Target="../slideLayouts/slideLayout151.xml"/><Relationship Id="rId161" Type="http://schemas.openxmlformats.org/officeDocument/2006/relationships/slideLayout" Target="../slideLayouts/slideLayout172.xml"/><Relationship Id="rId182" Type="http://schemas.openxmlformats.org/officeDocument/2006/relationships/slideLayout" Target="../slideLayouts/slideLayout193.xml"/><Relationship Id="rId217" Type="http://schemas.openxmlformats.org/officeDocument/2006/relationships/slideLayout" Target="../slideLayouts/slideLayout228.xml"/><Relationship Id="rId6" Type="http://schemas.openxmlformats.org/officeDocument/2006/relationships/slideLayout" Target="../slideLayouts/slideLayout17.xml"/><Relationship Id="rId23" Type="http://schemas.openxmlformats.org/officeDocument/2006/relationships/slideLayout" Target="../slideLayouts/slideLayout34.xml"/><Relationship Id="rId119" Type="http://schemas.openxmlformats.org/officeDocument/2006/relationships/slideLayout" Target="../slideLayouts/slideLayout130.xml"/><Relationship Id="rId44" Type="http://schemas.openxmlformats.org/officeDocument/2006/relationships/slideLayout" Target="../slideLayouts/slideLayout55.xml"/><Relationship Id="rId65" Type="http://schemas.openxmlformats.org/officeDocument/2006/relationships/slideLayout" Target="../slideLayouts/slideLayout76.xml"/><Relationship Id="rId86" Type="http://schemas.openxmlformats.org/officeDocument/2006/relationships/slideLayout" Target="../slideLayouts/slideLayout97.xml"/><Relationship Id="rId130" Type="http://schemas.openxmlformats.org/officeDocument/2006/relationships/slideLayout" Target="../slideLayouts/slideLayout141.xml"/><Relationship Id="rId151" Type="http://schemas.openxmlformats.org/officeDocument/2006/relationships/slideLayout" Target="../slideLayouts/slideLayout162.xml"/><Relationship Id="rId172" Type="http://schemas.openxmlformats.org/officeDocument/2006/relationships/slideLayout" Target="../slideLayouts/slideLayout183.xml"/><Relationship Id="rId193" Type="http://schemas.openxmlformats.org/officeDocument/2006/relationships/slideLayout" Target="../slideLayouts/slideLayout204.xml"/><Relationship Id="rId207" Type="http://schemas.openxmlformats.org/officeDocument/2006/relationships/slideLayout" Target="../slideLayouts/slideLayout218.xml"/><Relationship Id="rId228" Type="http://schemas.openxmlformats.org/officeDocument/2006/relationships/slideLayout" Target="../slideLayouts/slideLayout239.xml"/><Relationship Id="rId13" Type="http://schemas.openxmlformats.org/officeDocument/2006/relationships/slideLayout" Target="../slideLayouts/slideLayout24.xml"/><Relationship Id="rId109" Type="http://schemas.openxmlformats.org/officeDocument/2006/relationships/slideLayout" Target="../slideLayouts/slideLayout120.xml"/><Relationship Id="rId34" Type="http://schemas.openxmlformats.org/officeDocument/2006/relationships/slideLayout" Target="../slideLayouts/slideLayout45.xml"/><Relationship Id="rId55" Type="http://schemas.openxmlformats.org/officeDocument/2006/relationships/slideLayout" Target="../slideLayouts/slideLayout66.xml"/><Relationship Id="rId76" Type="http://schemas.openxmlformats.org/officeDocument/2006/relationships/slideLayout" Target="../slideLayouts/slideLayout87.xml"/><Relationship Id="rId97" Type="http://schemas.openxmlformats.org/officeDocument/2006/relationships/slideLayout" Target="../slideLayouts/slideLayout108.xml"/><Relationship Id="rId120" Type="http://schemas.openxmlformats.org/officeDocument/2006/relationships/slideLayout" Target="../slideLayouts/slideLayout131.xml"/><Relationship Id="rId141" Type="http://schemas.openxmlformats.org/officeDocument/2006/relationships/slideLayout" Target="../slideLayouts/slideLayout152.xml"/><Relationship Id="rId7" Type="http://schemas.openxmlformats.org/officeDocument/2006/relationships/slideLayout" Target="../slideLayouts/slideLayout18.xml"/><Relationship Id="rId162" Type="http://schemas.openxmlformats.org/officeDocument/2006/relationships/slideLayout" Target="../slideLayouts/slideLayout173.xml"/><Relationship Id="rId183" Type="http://schemas.openxmlformats.org/officeDocument/2006/relationships/slideLayout" Target="../slideLayouts/slideLayout194.xml"/><Relationship Id="rId218" Type="http://schemas.openxmlformats.org/officeDocument/2006/relationships/slideLayout" Target="../slideLayouts/slideLayout229.xml"/><Relationship Id="rId24" Type="http://schemas.openxmlformats.org/officeDocument/2006/relationships/slideLayout" Target="../slideLayouts/slideLayout35.xml"/><Relationship Id="rId45" Type="http://schemas.openxmlformats.org/officeDocument/2006/relationships/slideLayout" Target="../slideLayouts/slideLayout56.xml"/><Relationship Id="rId66" Type="http://schemas.openxmlformats.org/officeDocument/2006/relationships/slideLayout" Target="../slideLayouts/slideLayout77.xml"/><Relationship Id="rId87" Type="http://schemas.openxmlformats.org/officeDocument/2006/relationships/slideLayout" Target="../slideLayouts/slideLayout98.xml"/><Relationship Id="rId110" Type="http://schemas.openxmlformats.org/officeDocument/2006/relationships/slideLayout" Target="../slideLayouts/slideLayout121.xml"/><Relationship Id="rId131" Type="http://schemas.openxmlformats.org/officeDocument/2006/relationships/slideLayout" Target="../slideLayouts/slideLayout142.xml"/><Relationship Id="rId152" Type="http://schemas.openxmlformats.org/officeDocument/2006/relationships/slideLayout" Target="../slideLayouts/slideLayout163.xml"/><Relationship Id="rId173" Type="http://schemas.openxmlformats.org/officeDocument/2006/relationships/slideLayout" Target="../slideLayouts/slideLayout184.xml"/><Relationship Id="rId194" Type="http://schemas.openxmlformats.org/officeDocument/2006/relationships/slideLayout" Target="../slideLayouts/slideLayout205.xml"/><Relationship Id="rId208" Type="http://schemas.openxmlformats.org/officeDocument/2006/relationships/slideLayout" Target="../slideLayouts/slideLayout219.xml"/><Relationship Id="rId229" Type="http://schemas.openxmlformats.org/officeDocument/2006/relationships/slideLayout" Target="../slideLayouts/slideLayout240.xml"/><Relationship Id="rId14" Type="http://schemas.openxmlformats.org/officeDocument/2006/relationships/slideLayout" Target="../slideLayouts/slideLayout25.xml"/><Relationship Id="rId35" Type="http://schemas.openxmlformats.org/officeDocument/2006/relationships/slideLayout" Target="../slideLayouts/slideLayout46.xml"/><Relationship Id="rId56" Type="http://schemas.openxmlformats.org/officeDocument/2006/relationships/slideLayout" Target="../slideLayouts/slideLayout67.xml"/><Relationship Id="rId77" Type="http://schemas.openxmlformats.org/officeDocument/2006/relationships/slideLayout" Target="../slideLayouts/slideLayout88.xml"/><Relationship Id="rId100" Type="http://schemas.openxmlformats.org/officeDocument/2006/relationships/slideLayout" Target="../slideLayouts/slideLayout111.xml"/><Relationship Id="rId8" Type="http://schemas.openxmlformats.org/officeDocument/2006/relationships/slideLayout" Target="../slideLayouts/slideLayout19.xml"/><Relationship Id="rId98" Type="http://schemas.openxmlformats.org/officeDocument/2006/relationships/slideLayout" Target="../slideLayouts/slideLayout109.xml"/><Relationship Id="rId121" Type="http://schemas.openxmlformats.org/officeDocument/2006/relationships/slideLayout" Target="../slideLayouts/slideLayout132.xml"/><Relationship Id="rId142" Type="http://schemas.openxmlformats.org/officeDocument/2006/relationships/slideLayout" Target="../slideLayouts/slideLayout153.xml"/><Relationship Id="rId163" Type="http://schemas.openxmlformats.org/officeDocument/2006/relationships/slideLayout" Target="../slideLayouts/slideLayout174.xml"/><Relationship Id="rId184" Type="http://schemas.openxmlformats.org/officeDocument/2006/relationships/slideLayout" Target="../slideLayouts/slideLayout195.xml"/><Relationship Id="rId219" Type="http://schemas.openxmlformats.org/officeDocument/2006/relationships/slideLayout" Target="../slideLayouts/slideLayout230.xml"/><Relationship Id="rId230" Type="http://schemas.openxmlformats.org/officeDocument/2006/relationships/slideLayout" Target="../slideLayouts/slideLayout241.xml"/><Relationship Id="rId25" Type="http://schemas.openxmlformats.org/officeDocument/2006/relationships/slideLayout" Target="../slideLayouts/slideLayout36.xml"/><Relationship Id="rId46" Type="http://schemas.openxmlformats.org/officeDocument/2006/relationships/slideLayout" Target="../slideLayouts/slideLayout57.xml"/><Relationship Id="rId67" Type="http://schemas.openxmlformats.org/officeDocument/2006/relationships/slideLayout" Target="../slideLayouts/slideLayout78.xml"/><Relationship Id="rId116" Type="http://schemas.openxmlformats.org/officeDocument/2006/relationships/slideLayout" Target="../slideLayouts/slideLayout127.xml"/><Relationship Id="rId137" Type="http://schemas.openxmlformats.org/officeDocument/2006/relationships/slideLayout" Target="../slideLayouts/slideLayout148.xml"/><Relationship Id="rId158" Type="http://schemas.openxmlformats.org/officeDocument/2006/relationships/slideLayout" Target="../slideLayouts/slideLayout169.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62" Type="http://schemas.openxmlformats.org/officeDocument/2006/relationships/slideLayout" Target="../slideLayouts/slideLayout73.xml"/><Relationship Id="rId83" Type="http://schemas.openxmlformats.org/officeDocument/2006/relationships/slideLayout" Target="../slideLayouts/slideLayout94.xml"/><Relationship Id="rId88" Type="http://schemas.openxmlformats.org/officeDocument/2006/relationships/slideLayout" Target="../slideLayouts/slideLayout99.xml"/><Relationship Id="rId111" Type="http://schemas.openxmlformats.org/officeDocument/2006/relationships/slideLayout" Target="../slideLayouts/slideLayout122.xml"/><Relationship Id="rId132" Type="http://schemas.openxmlformats.org/officeDocument/2006/relationships/slideLayout" Target="../slideLayouts/slideLayout143.xml"/><Relationship Id="rId153" Type="http://schemas.openxmlformats.org/officeDocument/2006/relationships/slideLayout" Target="../slideLayouts/slideLayout164.xml"/><Relationship Id="rId174" Type="http://schemas.openxmlformats.org/officeDocument/2006/relationships/slideLayout" Target="../slideLayouts/slideLayout185.xml"/><Relationship Id="rId179" Type="http://schemas.openxmlformats.org/officeDocument/2006/relationships/slideLayout" Target="../slideLayouts/slideLayout190.xml"/><Relationship Id="rId195" Type="http://schemas.openxmlformats.org/officeDocument/2006/relationships/slideLayout" Target="../slideLayouts/slideLayout206.xml"/><Relationship Id="rId209" Type="http://schemas.openxmlformats.org/officeDocument/2006/relationships/slideLayout" Target="../slideLayouts/slideLayout220.xml"/><Relationship Id="rId190" Type="http://schemas.openxmlformats.org/officeDocument/2006/relationships/slideLayout" Target="../slideLayouts/slideLayout201.xml"/><Relationship Id="rId204" Type="http://schemas.openxmlformats.org/officeDocument/2006/relationships/slideLayout" Target="../slideLayouts/slideLayout215.xml"/><Relationship Id="rId220" Type="http://schemas.openxmlformats.org/officeDocument/2006/relationships/slideLayout" Target="../slideLayouts/slideLayout231.xml"/><Relationship Id="rId225" Type="http://schemas.openxmlformats.org/officeDocument/2006/relationships/slideLayout" Target="../slideLayouts/slideLayout236.xml"/><Relationship Id="rId15" Type="http://schemas.openxmlformats.org/officeDocument/2006/relationships/slideLayout" Target="../slideLayouts/slideLayout26.xml"/><Relationship Id="rId36" Type="http://schemas.openxmlformats.org/officeDocument/2006/relationships/slideLayout" Target="../slideLayouts/slideLayout47.xml"/><Relationship Id="rId57" Type="http://schemas.openxmlformats.org/officeDocument/2006/relationships/slideLayout" Target="../slideLayouts/slideLayout68.xml"/><Relationship Id="rId106" Type="http://schemas.openxmlformats.org/officeDocument/2006/relationships/slideLayout" Target="../slideLayouts/slideLayout117.xml"/><Relationship Id="rId127" Type="http://schemas.openxmlformats.org/officeDocument/2006/relationships/slideLayout" Target="../slideLayouts/slideLayout138.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52" Type="http://schemas.openxmlformats.org/officeDocument/2006/relationships/slideLayout" Target="../slideLayouts/slideLayout63.xml"/><Relationship Id="rId73" Type="http://schemas.openxmlformats.org/officeDocument/2006/relationships/slideLayout" Target="../slideLayouts/slideLayout84.xml"/><Relationship Id="rId78" Type="http://schemas.openxmlformats.org/officeDocument/2006/relationships/slideLayout" Target="../slideLayouts/slideLayout89.xml"/><Relationship Id="rId94" Type="http://schemas.openxmlformats.org/officeDocument/2006/relationships/slideLayout" Target="../slideLayouts/slideLayout105.xml"/><Relationship Id="rId99" Type="http://schemas.openxmlformats.org/officeDocument/2006/relationships/slideLayout" Target="../slideLayouts/slideLayout110.xml"/><Relationship Id="rId101" Type="http://schemas.openxmlformats.org/officeDocument/2006/relationships/slideLayout" Target="../slideLayouts/slideLayout112.xml"/><Relationship Id="rId122" Type="http://schemas.openxmlformats.org/officeDocument/2006/relationships/slideLayout" Target="../slideLayouts/slideLayout133.xml"/><Relationship Id="rId143" Type="http://schemas.openxmlformats.org/officeDocument/2006/relationships/slideLayout" Target="../slideLayouts/slideLayout154.xml"/><Relationship Id="rId148" Type="http://schemas.openxmlformats.org/officeDocument/2006/relationships/slideLayout" Target="../slideLayouts/slideLayout159.xml"/><Relationship Id="rId164" Type="http://schemas.openxmlformats.org/officeDocument/2006/relationships/slideLayout" Target="../slideLayouts/slideLayout175.xml"/><Relationship Id="rId169" Type="http://schemas.openxmlformats.org/officeDocument/2006/relationships/slideLayout" Target="../slideLayouts/slideLayout180.xml"/><Relationship Id="rId185" Type="http://schemas.openxmlformats.org/officeDocument/2006/relationships/slideLayout" Target="../slideLayouts/slideLayout196.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80" Type="http://schemas.openxmlformats.org/officeDocument/2006/relationships/slideLayout" Target="../slideLayouts/slideLayout191.xml"/><Relationship Id="rId210" Type="http://schemas.openxmlformats.org/officeDocument/2006/relationships/slideLayout" Target="../slideLayouts/slideLayout221.xml"/><Relationship Id="rId215" Type="http://schemas.openxmlformats.org/officeDocument/2006/relationships/slideLayout" Target="../slideLayouts/slideLayout226.xml"/><Relationship Id="rId26" Type="http://schemas.openxmlformats.org/officeDocument/2006/relationships/slideLayout" Target="../slideLayouts/slideLayout37.xml"/><Relationship Id="rId231" Type="http://schemas.openxmlformats.org/officeDocument/2006/relationships/theme" Target="../theme/theme2.xml"/><Relationship Id="rId47" Type="http://schemas.openxmlformats.org/officeDocument/2006/relationships/slideLayout" Target="../slideLayouts/slideLayout58.xml"/><Relationship Id="rId68" Type="http://schemas.openxmlformats.org/officeDocument/2006/relationships/slideLayout" Target="../slideLayouts/slideLayout79.xml"/><Relationship Id="rId89" Type="http://schemas.openxmlformats.org/officeDocument/2006/relationships/slideLayout" Target="../slideLayouts/slideLayout100.xml"/><Relationship Id="rId112" Type="http://schemas.openxmlformats.org/officeDocument/2006/relationships/slideLayout" Target="../slideLayouts/slideLayout123.xml"/><Relationship Id="rId133" Type="http://schemas.openxmlformats.org/officeDocument/2006/relationships/slideLayout" Target="../slideLayouts/slideLayout144.xml"/><Relationship Id="rId154" Type="http://schemas.openxmlformats.org/officeDocument/2006/relationships/slideLayout" Target="../slideLayouts/slideLayout165.xml"/><Relationship Id="rId175" Type="http://schemas.openxmlformats.org/officeDocument/2006/relationships/slideLayout" Target="../slideLayouts/slideLayout186.xml"/><Relationship Id="rId196" Type="http://schemas.openxmlformats.org/officeDocument/2006/relationships/slideLayout" Target="../slideLayouts/slideLayout207.xml"/><Relationship Id="rId200" Type="http://schemas.openxmlformats.org/officeDocument/2006/relationships/slideLayout" Target="../slideLayouts/slideLayout211.xml"/><Relationship Id="rId16" Type="http://schemas.openxmlformats.org/officeDocument/2006/relationships/slideLayout" Target="../slideLayouts/slideLayout27.xml"/><Relationship Id="rId221" Type="http://schemas.openxmlformats.org/officeDocument/2006/relationships/slideLayout" Target="../slideLayouts/slideLayout232.xml"/><Relationship Id="rId37" Type="http://schemas.openxmlformats.org/officeDocument/2006/relationships/slideLayout" Target="../slideLayouts/slideLayout48.xml"/><Relationship Id="rId58" Type="http://schemas.openxmlformats.org/officeDocument/2006/relationships/slideLayout" Target="../slideLayouts/slideLayout69.xml"/><Relationship Id="rId79" Type="http://schemas.openxmlformats.org/officeDocument/2006/relationships/slideLayout" Target="../slideLayouts/slideLayout90.xml"/><Relationship Id="rId102" Type="http://schemas.openxmlformats.org/officeDocument/2006/relationships/slideLayout" Target="../slideLayouts/slideLayout113.xml"/><Relationship Id="rId123" Type="http://schemas.openxmlformats.org/officeDocument/2006/relationships/slideLayout" Target="../slideLayouts/slideLayout134.xml"/><Relationship Id="rId144" Type="http://schemas.openxmlformats.org/officeDocument/2006/relationships/slideLayout" Target="../slideLayouts/slideLayout155.xml"/><Relationship Id="rId90" Type="http://schemas.openxmlformats.org/officeDocument/2006/relationships/slideLayout" Target="../slideLayouts/slideLayout101.xml"/><Relationship Id="rId165" Type="http://schemas.openxmlformats.org/officeDocument/2006/relationships/slideLayout" Target="../slideLayouts/slideLayout176.xml"/><Relationship Id="rId186" Type="http://schemas.openxmlformats.org/officeDocument/2006/relationships/slideLayout" Target="../slideLayouts/slideLayout197.xml"/><Relationship Id="rId211" Type="http://schemas.openxmlformats.org/officeDocument/2006/relationships/slideLayout" Target="../slideLayouts/slideLayout222.xml"/><Relationship Id="rId27" Type="http://schemas.openxmlformats.org/officeDocument/2006/relationships/slideLayout" Target="../slideLayouts/slideLayout38.xml"/><Relationship Id="rId48" Type="http://schemas.openxmlformats.org/officeDocument/2006/relationships/slideLayout" Target="../slideLayouts/slideLayout59.xml"/><Relationship Id="rId69" Type="http://schemas.openxmlformats.org/officeDocument/2006/relationships/slideLayout" Target="../slideLayouts/slideLayout80.xml"/><Relationship Id="rId113" Type="http://schemas.openxmlformats.org/officeDocument/2006/relationships/slideLayout" Target="../slideLayouts/slideLayout124.xml"/><Relationship Id="rId134" Type="http://schemas.openxmlformats.org/officeDocument/2006/relationships/slideLayout" Target="../slideLayouts/slideLayout145.xml"/><Relationship Id="rId80" Type="http://schemas.openxmlformats.org/officeDocument/2006/relationships/slideLayout" Target="../slideLayouts/slideLayout91.xml"/><Relationship Id="rId155" Type="http://schemas.openxmlformats.org/officeDocument/2006/relationships/slideLayout" Target="../slideLayouts/slideLayout166.xml"/><Relationship Id="rId176" Type="http://schemas.openxmlformats.org/officeDocument/2006/relationships/slideLayout" Target="../slideLayouts/slideLayout187.xml"/><Relationship Id="rId197" Type="http://schemas.openxmlformats.org/officeDocument/2006/relationships/slideLayout" Target="../slideLayouts/slideLayout208.xml"/><Relationship Id="rId201" Type="http://schemas.openxmlformats.org/officeDocument/2006/relationships/slideLayout" Target="../slideLayouts/slideLayout212.xml"/><Relationship Id="rId222" Type="http://schemas.openxmlformats.org/officeDocument/2006/relationships/slideLayout" Target="../slideLayouts/slideLayout233.xml"/><Relationship Id="rId17" Type="http://schemas.openxmlformats.org/officeDocument/2006/relationships/slideLayout" Target="../slideLayouts/slideLayout28.xml"/><Relationship Id="rId38" Type="http://schemas.openxmlformats.org/officeDocument/2006/relationships/slideLayout" Target="../slideLayouts/slideLayout49.xml"/><Relationship Id="rId59" Type="http://schemas.openxmlformats.org/officeDocument/2006/relationships/slideLayout" Target="../slideLayouts/slideLayout70.xml"/><Relationship Id="rId103" Type="http://schemas.openxmlformats.org/officeDocument/2006/relationships/slideLayout" Target="../slideLayouts/slideLayout114.xml"/><Relationship Id="rId124" Type="http://schemas.openxmlformats.org/officeDocument/2006/relationships/slideLayout" Target="../slideLayouts/slideLayout135.xml"/><Relationship Id="rId70" Type="http://schemas.openxmlformats.org/officeDocument/2006/relationships/slideLayout" Target="../slideLayouts/slideLayout81.xml"/><Relationship Id="rId91" Type="http://schemas.openxmlformats.org/officeDocument/2006/relationships/slideLayout" Target="../slideLayouts/slideLayout102.xml"/><Relationship Id="rId145" Type="http://schemas.openxmlformats.org/officeDocument/2006/relationships/slideLayout" Target="../slideLayouts/slideLayout156.xml"/><Relationship Id="rId166" Type="http://schemas.openxmlformats.org/officeDocument/2006/relationships/slideLayout" Target="../slideLayouts/slideLayout177.xml"/><Relationship Id="rId187" Type="http://schemas.openxmlformats.org/officeDocument/2006/relationships/slideLayout" Target="../slideLayouts/slideLayout198.xml"/><Relationship Id="rId1" Type="http://schemas.openxmlformats.org/officeDocument/2006/relationships/slideLayout" Target="../slideLayouts/slideLayout12.xml"/><Relationship Id="rId212" Type="http://schemas.openxmlformats.org/officeDocument/2006/relationships/slideLayout" Target="../slideLayouts/slideLayout223.xml"/><Relationship Id="rId28" Type="http://schemas.openxmlformats.org/officeDocument/2006/relationships/slideLayout" Target="../slideLayouts/slideLayout39.xml"/><Relationship Id="rId49" Type="http://schemas.openxmlformats.org/officeDocument/2006/relationships/slideLayout" Target="../slideLayouts/slideLayout60.xml"/><Relationship Id="rId114" Type="http://schemas.openxmlformats.org/officeDocument/2006/relationships/slideLayout" Target="../slideLayouts/slideLayout125.xml"/><Relationship Id="rId60" Type="http://schemas.openxmlformats.org/officeDocument/2006/relationships/slideLayout" Target="../slideLayouts/slideLayout71.xml"/><Relationship Id="rId81" Type="http://schemas.openxmlformats.org/officeDocument/2006/relationships/slideLayout" Target="../slideLayouts/slideLayout92.xml"/><Relationship Id="rId135" Type="http://schemas.openxmlformats.org/officeDocument/2006/relationships/slideLayout" Target="../slideLayouts/slideLayout146.xml"/><Relationship Id="rId156" Type="http://schemas.openxmlformats.org/officeDocument/2006/relationships/slideLayout" Target="../slideLayouts/slideLayout167.xml"/><Relationship Id="rId177" Type="http://schemas.openxmlformats.org/officeDocument/2006/relationships/slideLayout" Target="../slideLayouts/slideLayout188.xml"/><Relationship Id="rId198" Type="http://schemas.openxmlformats.org/officeDocument/2006/relationships/slideLayout" Target="../slideLayouts/slideLayout209.xml"/><Relationship Id="rId202" Type="http://schemas.openxmlformats.org/officeDocument/2006/relationships/slideLayout" Target="../slideLayouts/slideLayout213.xml"/><Relationship Id="rId223" Type="http://schemas.openxmlformats.org/officeDocument/2006/relationships/slideLayout" Target="../slideLayouts/slideLayout234.xml"/><Relationship Id="rId18" Type="http://schemas.openxmlformats.org/officeDocument/2006/relationships/slideLayout" Target="../slideLayouts/slideLayout29.xml"/><Relationship Id="rId39" Type="http://schemas.openxmlformats.org/officeDocument/2006/relationships/slideLayout" Target="../slideLayouts/slideLayout50.xml"/><Relationship Id="rId50" Type="http://schemas.openxmlformats.org/officeDocument/2006/relationships/slideLayout" Target="../slideLayouts/slideLayout61.xml"/><Relationship Id="rId104" Type="http://schemas.openxmlformats.org/officeDocument/2006/relationships/slideLayout" Target="../slideLayouts/slideLayout115.xml"/><Relationship Id="rId125" Type="http://schemas.openxmlformats.org/officeDocument/2006/relationships/slideLayout" Target="../slideLayouts/slideLayout136.xml"/><Relationship Id="rId146" Type="http://schemas.openxmlformats.org/officeDocument/2006/relationships/slideLayout" Target="../slideLayouts/slideLayout157.xml"/><Relationship Id="rId167" Type="http://schemas.openxmlformats.org/officeDocument/2006/relationships/slideLayout" Target="../slideLayouts/slideLayout178.xml"/><Relationship Id="rId188" Type="http://schemas.openxmlformats.org/officeDocument/2006/relationships/slideLayout" Target="../slideLayouts/slideLayout199.xml"/><Relationship Id="rId71" Type="http://schemas.openxmlformats.org/officeDocument/2006/relationships/slideLayout" Target="../slideLayouts/slideLayout82.xml"/><Relationship Id="rId92" Type="http://schemas.openxmlformats.org/officeDocument/2006/relationships/slideLayout" Target="../slideLayouts/slideLayout103.xml"/><Relationship Id="rId213" Type="http://schemas.openxmlformats.org/officeDocument/2006/relationships/slideLayout" Target="../slideLayouts/slideLayout224.xml"/><Relationship Id="rId2" Type="http://schemas.openxmlformats.org/officeDocument/2006/relationships/slideLayout" Target="../slideLayouts/slideLayout13.xml"/><Relationship Id="rId29" Type="http://schemas.openxmlformats.org/officeDocument/2006/relationships/slideLayout" Target="../slideLayouts/slideLayout40.xml"/><Relationship Id="rId40" Type="http://schemas.openxmlformats.org/officeDocument/2006/relationships/slideLayout" Target="../slideLayouts/slideLayout51.xml"/><Relationship Id="rId115" Type="http://schemas.openxmlformats.org/officeDocument/2006/relationships/slideLayout" Target="../slideLayouts/slideLayout126.xml"/><Relationship Id="rId136" Type="http://schemas.openxmlformats.org/officeDocument/2006/relationships/slideLayout" Target="../slideLayouts/slideLayout147.xml"/><Relationship Id="rId157" Type="http://schemas.openxmlformats.org/officeDocument/2006/relationships/slideLayout" Target="../slideLayouts/slideLayout168.xml"/><Relationship Id="rId178" Type="http://schemas.openxmlformats.org/officeDocument/2006/relationships/slideLayout" Target="../slideLayouts/slideLayout189.xml"/><Relationship Id="rId61" Type="http://schemas.openxmlformats.org/officeDocument/2006/relationships/slideLayout" Target="../slideLayouts/slideLayout72.xml"/><Relationship Id="rId82" Type="http://schemas.openxmlformats.org/officeDocument/2006/relationships/slideLayout" Target="../slideLayouts/slideLayout93.xml"/><Relationship Id="rId199" Type="http://schemas.openxmlformats.org/officeDocument/2006/relationships/slideLayout" Target="../slideLayouts/slideLayout210.xml"/><Relationship Id="rId203" Type="http://schemas.openxmlformats.org/officeDocument/2006/relationships/slideLayout" Target="../slideLayouts/slideLayout214.xml"/><Relationship Id="rId19" Type="http://schemas.openxmlformats.org/officeDocument/2006/relationships/slideLayout" Target="../slideLayouts/slideLayout30.xml"/><Relationship Id="rId224" Type="http://schemas.openxmlformats.org/officeDocument/2006/relationships/slideLayout" Target="../slideLayouts/slideLayout235.xml"/><Relationship Id="rId30" Type="http://schemas.openxmlformats.org/officeDocument/2006/relationships/slideLayout" Target="../slideLayouts/slideLayout41.xml"/><Relationship Id="rId105" Type="http://schemas.openxmlformats.org/officeDocument/2006/relationships/slideLayout" Target="../slideLayouts/slideLayout116.xml"/><Relationship Id="rId126" Type="http://schemas.openxmlformats.org/officeDocument/2006/relationships/slideLayout" Target="../slideLayouts/slideLayout137.xml"/><Relationship Id="rId147" Type="http://schemas.openxmlformats.org/officeDocument/2006/relationships/slideLayout" Target="../slideLayouts/slideLayout158.xml"/><Relationship Id="rId168" Type="http://schemas.openxmlformats.org/officeDocument/2006/relationships/slideLayout" Target="../slideLayouts/slideLayout179.xml"/><Relationship Id="rId51" Type="http://schemas.openxmlformats.org/officeDocument/2006/relationships/slideLayout" Target="../slideLayouts/slideLayout62.xml"/><Relationship Id="rId72" Type="http://schemas.openxmlformats.org/officeDocument/2006/relationships/slideLayout" Target="../slideLayouts/slideLayout83.xml"/><Relationship Id="rId93" Type="http://schemas.openxmlformats.org/officeDocument/2006/relationships/slideLayout" Target="../slideLayouts/slideLayout104.xml"/><Relationship Id="rId189" Type="http://schemas.openxmlformats.org/officeDocument/2006/relationships/slideLayout" Target="../slideLayouts/slideLayout200.xml"/><Relationship Id="rId3" Type="http://schemas.openxmlformats.org/officeDocument/2006/relationships/slideLayout" Target="../slideLayouts/slideLayout14.xml"/><Relationship Id="rId214" Type="http://schemas.openxmlformats.org/officeDocument/2006/relationships/slideLayout" Target="../slideLayouts/slideLayout2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D505AB3-0D26-D8C7-C653-A7ADB74CEB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825168AF-2606-2AA5-1B05-39FA1F9C54F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95D991B-A797-74B8-5D08-2675A016E7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13FD1A1-132B-4CF7-9160-ED2AD6896377}" type="datetimeFigureOut">
              <a:rPr lang="de-DE" smtClean="0"/>
              <a:t>21.08.2023</a:t>
            </a:fld>
            <a:endParaRPr lang="de-DE"/>
          </a:p>
        </p:txBody>
      </p:sp>
      <p:sp>
        <p:nvSpPr>
          <p:cNvPr id="5" name="Fußzeilenplatzhalter 4">
            <a:extLst>
              <a:ext uri="{FF2B5EF4-FFF2-40B4-BE49-F238E27FC236}">
                <a16:creationId xmlns:a16="http://schemas.microsoft.com/office/drawing/2014/main" id="{C5659E60-975C-38FD-B1EA-081AC0564DA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a:extLst>
              <a:ext uri="{FF2B5EF4-FFF2-40B4-BE49-F238E27FC236}">
                <a16:creationId xmlns:a16="http://schemas.microsoft.com/office/drawing/2014/main" id="{C56FBF1A-06B7-EB52-3634-41D1D3FBB5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CF54EAF-10D1-48C1-9612-A215EE220E14}" type="slidenum">
              <a:rPr lang="de-DE" smtClean="0"/>
              <a:t>‹Nr.›</a:t>
            </a:fld>
            <a:endParaRPr lang="de-DE"/>
          </a:p>
        </p:txBody>
      </p:sp>
    </p:spTree>
    <p:extLst>
      <p:ext uri="{BB962C8B-B14F-4D97-AF65-F5344CB8AC3E}">
        <p14:creationId xmlns:p14="http://schemas.microsoft.com/office/powerpoint/2010/main" val="366522589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19867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 id="2147483728" r:id="rId68"/>
    <p:sldLayoutId id="2147483729" r:id="rId69"/>
    <p:sldLayoutId id="2147483730" r:id="rId70"/>
    <p:sldLayoutId id="2147483731" r:id="rId71"/>
    <p:sldLayoutId id="2147483732" r:id="rId72"/>
    <p:sldLayoutId id="2147483733" r:id="rId73"/>
    <p:sldLayoutId id="2147483734" r:id="rId74"/>
    <p:sldLayoutId id="2147483735" r:id="rId75"/>
    <p:sldLayoutId id="2147483736" r:id="rId76"/>
    <p:sldLayoutId id="2147483737" r:id="rId77"/>
    <p:sldLayoutId id="2147483738" r:id="rId78"/>
    <p:sldLayoutId id="2147483739" r:id="rId79"/>
    <p:sldLayoutId id="2147483740" r:id="rId80"/>
    <p:sldLayoutId id="2147483741" r:id="rId81"/>
    <p:sldLayoutId id="2147483742" r:id="rId82"/>
    <p:sldLayoutId id="2147483743" r:id="rId83"/>
    <p:sldLayoutId id="2147483744" r:id="rId84"/>
    <p:sldLayoutId id="2147483745" r:id="rId85"/>
    <p:sldLayoutId id="2147483746" r:id="rId86"/>
    <p:sldLayoutId id="2147483747" r:id="rId87"/>
    <p:sldLayoutId id="2147483748" r:id="rId88"/>
    <p:sldLayoutId id="2147483749" r:id="rId89"/>
    <p:sldLayoutId id="2147483750" r:id="rId90"/>
    <p:sldLayoutId id="2147483751" r:id="rId91"/>
    <p:sldLayoutId id="2147483752" r:id="rId92"/>
    <p:sldLayoutId id="2147483753" r:id="rId93"/>
    <p:sldLayoutId id="2147483754" r:id="rId94"/>
    <p:sldLayoutId id="2147483755" r:id="rId95"/>
    <p:sldLayoutId id="2147483756" r:id="rId96"/>
    <p:sldLayoutId id="2147483757" r:id="rId97"/>
    <p:sldLayoutId id="2147483758" r:id="rId98"/>
    <p:sldLayoutId id="2147483759" r:id="rId99"/>
    <p:sldLayoutId id="2147483760" r:id="rId100"/>
    <p:sldLayoutId id="2147483761" r:id="rId101"/>
    <p:sldLayoutId id="2147483762" r:id="rId102"/>
    <p:sldLayoutId id="2147483763" r:id="rId103"/>
    <p:sldLayoutId id="2147483764" r:id="rId104"/>
    <p:sldLayoutId id="2147483765" r:id="rId105"/>
    <p:sldLayoutId id="2147483766" r:id="rId106"/>
    <p:sldLayoutId id="2147483767" r:id="rId107"/>
    <p:sldLayoutId id="2147483768" r:id="rId108"/>
    <p:sldLayoutId id="2147483769" r:id="rId109"/>
    <p:sldLayoutId id="2147483770" r:id="rId110"/>
    <p:sldLayoutId id="2147483771" r:id="rId111"/>
    <p:sldLayoutId id="2147483772" r:id="rId112"/>
    <p:sldLayoutId id="2147483773" r:id="rId113"/>
    <p:sldLayoutId id="2147483774" r:id="rId114"/>
    <p:sldLayoutId id="2147483775" r:id="rId115"/>
    <p:sldLayoutId id="2147483776" r:id="rId116"/>
    <p:sldLayoutId id="2147483777" r:id="rId117"/>
    <p:sldLayoutId id="2147483778" r:id="rId118"/>
    <p:sldLayoutId id="2147483779" r:id="rId119"/>
    <p:sldLayoutId id="2147483780" r:id="rId120"/>
    <p:sldLayoutId id="2147483781" r:id="rId121"/>
    <p:sldLayoutId id="2147483782" r:id="rId122"/>
    <p:sldLayoutId id="2147483783" r:id="rId123"/>
    <p:sldLayoutId id="2147483784" r:id="rId124"/>
    <p:sldLayoutId id="2147483785" r:id="rId125"/>
    <p:sldLayoutId id="2147483786" r:id="rId126"/>
    <p:sldLayoutId id="2147483787" r:id="rId127"/>
    <p:sldLayoutId id="2147483788" r:id="rId128"/>
    <p:sldLayoutId id="2147483789" r:id="rId129"/>
    <p:sldLayoutId id="2147483790" r:id="rId130"/>
    <p:sldLayoutId id="2147483791" r:id="rId131"/>
    <p:sldLayoutId id="2147483792" r:id="rId132"/>
    <p:sldLayoutId id="2147483793" r:id="rId133"/>
    <p:sldLayoutId id="2147483794" r:id="rId134"/>
    <p:sldLayoutId id="2147483795" r:id="rId135"/>
    <p:sldLayoutId id="2147483796" r:id="rId136"/>
    <p:sldLayoutId id="2147483797" r:id="rId137"/>
    <p:sldLayoutId id="2147483798" r:id="rId138"/>
    <p:sldLayoutId id="2147483799" r:id="rId139"/>
    <p:sldLayoutId id="2147483800" r:id="rId140"/>
    <p:sldLayoutId id="2147483801" r:id="rId141"/>
    <p:sldLayoutId id="2147483802" r:id="rId142"/>
    <p:sldLayoutId id="2147483803" r:id="rId143"/>
    <p:sldLayoutId id="2147483804" r:id="rId144"/>
    <p:sldLayoutId id="2147483805" r:id="rId145"/>
    <p:sldLayoutId id="2147483806" r:id="rId146"/>
    <p:sldLayoutId id="2147483807" r:id="rId147"/>
    <p:sldLayoutId id="2147483808" r:id="rId148"/>
    <p:sldLayoutId id="2147483809" r:id="rId149"/>
    <p:sldLayoutId id="2147483810" r:id="rId150"/>
    <p:sldLayoutId id="2147483811" r:id="rId151"/>
    <p:sldLayoutId id="2147483812" r:id="rId152"/>
    <p:sldLayoutId id="2147483813" r:id="rId153"/>
    <p:sldLayoutId id="2147483814" r:id="rId154"/>
    <p:sldLayoutId id="2147483815" r:id="rId155"/>
    <p:sldLayoutId id="2147483816" r:id="rId156"/>
    <p:sldLayoutId id="2147483817" r:id="rId157"/>
    <p:sldLayoutId id="2147483818" r:id="rId158"/>
    <p:sldLayoutId id="2147483819" r:id="rId159"/>
    <p:sldLayoutId id="2147483820" r:id="rId160"/>
    <p:sldLayoutId id="2147483821" r:id="rId161"/>
    <p:sldLayoutId id="2147483822" r:id="rId162"/>
    <p:sldLayoutId id="2147483823" r:id="rId163"/>
    <p:sldLayoutId id="2147483824" r:id="rId164"/>
    <p:sldLayoutId id="2147483825" r:id="rId165"/>
    <p:sldLayoutId id="2147483826" r:id="rId166"/>
    <p:sldLayoutId id="2147483827" r:id="rId167"/>
    <p:sldLayoutId id="2147483828" r:id="rId168"/>
    <p:sldLayoutId id="2147483829" r:id="rId169"/>
    <p:sldLayoutId id="2147483830" r:id="rId170"/>
    <p:sldLayoutId id="2147483831" r:id="rId171"/>
    <p:sldLayoutId id="2147483832" r:id="rId172"/>
    <p:sldLayoutId id="2147483833" r:id="rId173"/>
    <p:sldLayoutId id="2147483834" r:id="rId174"/>
    <p:sldLayoutId id="2147483835" r:id="rId175"/>
    <p:sldLayoutId id="2147483836" r:id="rId176"/>
    <p:sldLayoutId id="2147483837" r:id="rId177"/>
    <p:sldLayoutId id="2147483838" r:id="rId178"/>
    <p:sldLayoutId id="2147483839" r:id="rId179"/>
    <p:sldLayoutId id="2147483840" r:id="rId180"/>
    <p:sldLayoutId id="2147483841" r:id="rId181"/>
    <p:sldLayoutId id="2147483842" r:id="rId182"/>
    <p:sldLayoutId id="2147483843" r:id="rId183"/>
    <p:sldLayoutId id="2147483844" r:id="rId184"/>
    <p:sldLayoutId id="2147483845" r:id="rId185"/>
    <p:sldLayoutId id="2147483846" r:id="rId186"/>
    <p:sldLayoutId id="2147483847" r:id="rId187"/>
    <p:sldLayoutId id="2147483848" r:id="rId188"/>
    <p:sldLayoutId id="2147483849" r:id="rId189"/>
    <p:sldLayoutId id="2147483850" r:id="rId190"/>
    <p:sldLayoutId id="2147483851" r:id="rId191"/>
    <p:sldLayoutId id="2147483852" r:id="rId192"/>
    <p:sldLayoutId id="2147483853" r:id="rId193"/>
    <p:sldLayoutId id="2147483854" r:id="rId194"/>
    <p:sldLayoutId id="2147483855" r:id="rId195"/>
    <p:sldLayoutId id="2147483856" r:id="rId196"/>
    <p:sldLayoutId id="2147483857" r:id="rId197"/>
    <p:sldLayoutId id="2147483858" r:id="rId198"/>
    <p:sldLayoutId id="2147483859" r:id="rId199"/>
    <p:sldLayoutId id="2147483860" r:id="rId200"/>
    <p:sldLayoutId id="2147483861" r:id="rId201"/>
    <p:sldLayoutId id="2147483862" r:id="rId202"/>
    <p:sldLayoutId id="2147483863" r:id="rId203"/>
    <p:sldLayoutId id="2147483864" r:id="rId204"/>
    <p:sldLayoutId id="2147483865" r:id="rId205"/>
    <p:sldLayoutId id="2147483866" r:id="rId206"/>
    <p:sldLayoutId id="2147483867" r:id="rId207"/>
    <p:sldLayoutId id="2147483868" r:id="rId208"/>
    <p:sldLayoutId id="2147483869" r:id="rId209"/>
    <p:sldLayoutId id="2147483870" r:id="rId210"/>
    <p:sldLayoutId id="2147483871" r:id="rId211"/>
    <p:sldLayoutId id="2147483872" r:id="rId212"/>
    <p:sldLayoutId id="2147483873" r:id="rId213"/>
    <p:sldLayoutId id="2147483874" r:id="rId214"/>
    <p:sldLayoutId id="2147483875" r:id="rId215"/>
    <p:sldLayoutId id="2147483876" r:id="rId216"/>
    <p:sldLayoutId id="2147483877" r:id="rId217"/>
    <p:sldLayoutId id="2147483878" r:id="rId218"/>
    <p:sldLayoutId id="2147483879" r:id="rId219"/>
    <p:sldLayoutId id="2147483880" r:id="rId220"/>
    <p:sldLayoutId id="2147483881" r:id="rId221"/>
    <p:sldLayoutId id="2147483882" r:id="rId222"/>
    <p:sldLayoutId id="2147483883" r:id="rId223"/>
    <p:sldLayoutId id="2147483884" r:id="rId224"/>
    <p:sldLayoutId id="2147483885" r:id="rId225"/>
    <p:sldLayoutId id="2147483886" r:id="rId226"/>
    <p:sldLayoutId id="2147483887" r:id="rId227"/>
    <p:sldLayoutId id="2147483888" r:id="rId228"/>
    <p:sldLayoutId id="2147483889" r:id="rId229"/>
    <p:sldLayoutId id="2147483890" r:id="rId230"/>
  </p:sldLayoutIdLst>
  <mc:AlternateContent xmlns:mc="http://schemas.openxmlformats.org/markup-compatibility/2006" xmlns:p14="http://schemas.microsoft.com/office/powerpoint/2010/main">
    <mc:Choice Requires="p14">
      <p:transition spd="slow" p14:dur="1750">
        <p14:flip dir="r"/>
      </p:transition>
    </mc:Choice>
    <mc:Fallback xmlns="">
      <p:transition spd="slow">
        <p:fade/>
      </p:transition>
    </mc:Fallback>
  </mc:AlternateContent>
  <p:hf hdr="0" ftr="0" dt="0"/>
  <p:txStyles>
    <p:titleStyle>
      <a:lvl1pPr algn="l" defTabSz="914446"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11" indent="-228611" algn="l" defTabSz="914446"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34" indent="-228611" algn="l" defTabSz="914446"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57" indent="-228611" algn="l" defTabSz="914446"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80"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503"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726"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949"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171"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394" indent="-228611" algn="l" defTabSz="91444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46" rtl="0" eaLnBrk="1" latinLnBrk="0" hangingPunct="1">
        <a:defRPr sz="1800" kern="1200">
          <a:solidFill>
            <a:schemeClr val="tx1"/>
          </a:solidFill>
          <a:latin typeface="+mn-lt"/>
          <a:ea typeface="+mn-ea"/>
          <a:cs typeface="+mn-cs"/>
        </a:defRPr>
      </a:lvl1pPr>
      <a:lvl2pPr marL="457223" algn="l" defTabSz="914446" rtl="0" eaLnBrk="1" latinLnBrk="0" hangingPunct="1">
        <a:defRPr sz="1800" kern="1200">
          <a:solidFill>
            <a:schemeClr val="tx1"/>
          </a:solidFill>
          <a:latin typeface="+mn-lt"/>
          <a:ea typeface="+mn-ea"/>
          <a:cs typeface="+mn-cs"/>
        </a:defRPr>
      </a:lvl2pPr>
      <a:lvl3pPr marL="914446" algn="l" defTabSz="914446" rtl="0" eaLnBrk="1" latinLnBrk="0" hangingPunct="1">
        <a:defRPr sz="1800" kern="1200">
          <a:solidFill>
            <a:schemeClr val="tx1"/>
          </a:solidFill>
          <a:latin typeface="+mn-lt"/>
          <a:ea typeface="+mn-ea"/>
          <a:cs typeface="+mn-cs"/>
        </a:defRPr>
      </a:lvl3pPr>
      <a:lvl4pPr marL="1371669" algn="l" defTabSz="914446" rtl="0" eaLnBrk="1" latinLnBrk="0" hangingPunct="1">
        <a:defRPr sz="1800" kern="1200">
          <a:solidFill>
            <a:schemeClr val="tx1"/>
          </a:solidFill>
          <a:latin typeface="+mn-lt"/>
          <a:ea typeface="+mn-ea"/>
          <a:cs typeface="+mn-cs"/>
        </a:defRPr>
      </a:lvl4pPr>
      <a:lvl5pPr marL="1828891" algn="l" defTabSz="914446" rtl="0" eaLnBrk="1" latinLnBrk="0" hangingPunct="1">
        <a:defRPr sz="1800" kern="1200">
          <a:solidFill>
            <a:schemeClr val="tx1"/>
          </a:solidFill>
          <a:latin typeface="+mn-lt"/>
          <a:ea typeface="+mn-ea"/>
          <a:cs typeface="+mn-cs"/>
        </a:defRPr>
      </a:lvl5pPr>
      <a:lvl6pPr marL="2286114" algn="l" defTabSz="914446" rtl="0" eaLnBrk="1" latinLnBrk="0" hangingPunct="1">
        <a:defRPr sz="1800" kern="1200">
          <a:solidFill>
            <a:schemeClr val="tx1"/>
          </a:solidFill>
          <a:latin typeface="+mn-lt"/>
          <a:ea typeface="+mn-ea"/>
          <a:cs typeface="+mn-cs"/>
        </a:defRPr>
      </a:lvl6pPr>
      <a:lvl7pPr marL="2743337" algn="l" defTabSz="914446" rtl="0" eaLnBrk="1" latinLnBrk="0" hangingPunct="1">
        <a:defRPr sz="1800" kern="1200">
          <a:solidFill>
            <a:schemeClr val="tx1"/>
          </a:solidFill>
          <a:latin typeface="+mn-lt"/>
          <a:ea typeface="+mn-ea"/>
          <a:cs typeface="+mn-cs"/>
        </a:defRPr>
      </a:lvl7pPr>
      <a:lvl8pPr marL="3200560" algn="l" defTabSz="914446" rtl="0" eaLnBrk="1" latinLnBrk="0" hangingPunct="1">
        <a:defRPr sz="1800" kern="1200">
          <a:solidFill>
            <a:schemeClr val="tx1"/>
          </a:solidFill>
          <a:latin typeface="+mn-lt"/>
          <a:ea typeface="+mn-ea"/>
          <a:cs typeface="+mn-cs"/>
        </a:defRPr>
      </a:lvl8pPr>
      <a:lvl9pPr marL="3657783" algn="l" defTabSz="914446"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18">
            <a:extLst>
              <a:ext uri="{FF2B5EF4-FFF2-40B4-BE49-F238E27FC236}">
                <a16:creationId xmlns:a16="http://schemas.microsoft.com/office/drawing/2014/main" id="{ED21F8C7-12E0-4CE2-B2B4-3DEE3BB47035}"/>
              </a:ext>
            </a:extLst>
          </p:cNvPr>
          <p:cNvSpPr txBox="1"/>
          <p:nvPr/>
        </p:nvSpPr>
        <p:spPr>
          <a:xfrm>
            <a:off x="1680088" y="3827896"/>
            <a:ext cx="5612248" cy="66697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0" i="0" u="none" strike="noStrike" kern="1200" cap="none" spc="0" normalizeH="0" baseline="0" noProof="0" dirty="0">
                <a:ln>
                  <a:noFill/>
                </a:ln>
                <a:solidFill>
                  <a:srgbClr val="B6B6BD"/>
                </a:solidFill>
                <a:effectLst/>
                <a:uLnTx/>
                <a:uFillTx/>
                <a:latin typeface="Source Sans Pro"/>
                <a:ea typeface="+mn-ea"/>
                <a:cs typeface="+mn-cs"/>
              </a:rPr>
              <a:t>Was zeichnet GIT nun aus, und wieso ist dieses das meist bekannteste Tool zur Versionsverwaltung</a:t>
            </a:r>
          </a:p>
        </p:txBody>
      </p:sp>
      <p:sp>
        <p:nvSpPr>
          <p:cNvPr id="20" name="TextBox 19">
            <a:extLst>
              <a:ext uri="{FF2B5EF4-FFF2-40B4-BE49-F238E27FC236}">
                <a16:creationId xmlns:a16="http://schemas.microsoft.com/office/drawing/2014/main" id="{1FD57414-E1D7-4B68-AE57-2C22A4B1A300}"/>
              </a:ext>
            </a:extLst>
          </p:cNvPr>
          <p:cNvSpPr txBox="1"/>
          <p:nvPr/>
        </p:nvSpPr>
        <p:spPr>
          <a:xfrm>
            <a:off x="397566" y="1755922"/>
            <a:ext cx="6894770" cy="1939185"/>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333" b="1" i="0" u="none" strike="noStrike" kern="1200" cap="none" spc="0" normalizeH="0" baseline="0" noProof="0" dirty="0">
                <a:ln>
                  <a:noFill/>
                </a:ln>
                <a:solidFill>
                  <a:srgbClr val="FFFFFF"/>
                </a:solidFill>
                <a:effectLst/>
                <a:uLnTx/>
                <a:uFillTx/>
                <a:latin typeface="Source Sans Pro"/>
                <a:ea typeface="Roboto Black" panose="02000000000000000000" pitchFamily="2" charset="0"/>
                <a:cs typeface="+mn-cs"/>
              </a:rPr>
              <a:t>GIT für Entwickler</a:t>
            </a:r>
            <a:endParaRPr kumimoji="0" lang="de-DE" sz="1333" b="0" i="0" u="none" strike="noStrike" kern="1200" cap="none" spc="0" normalizeH="0" baseline="0" noProof="0" dirty="0">
              <a:ln>
                <a:noFill/>
              </a:ln>
              <a:solidFill>
                <a:srgbClr val="FFFFFF"/>
              </a:solidFill>
              <a:effectLst/>
              <a:uLnTx/>
              <a:uFillTx/>
              <a:latin typeface="Bebas Neue" panose="020B0606020202050201" pitchFamily="34" charset="0"/>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dirty="0">
                <a:ln>
                  <a:noFill/>
                </a:ln>
                <a:gradFill>
                  <a:gsLst>
                    <a:gs pos="50000">
                      <a:srgbClr val="FF5355"/>
                    </a:gs>
                    <a:gs pos="100000">
                      <a:srgbClr val="CE59C4"/>
                    </a:gs>
                    <a:gs pos="1000">
                      <a:srgbClr val="FFC955"/>
                    </a:gs>
                  </a:gsLst>
                  <a:lin ang="8100000" scaled="0"/>
                </a:gradFill>
                <a:effectLst/>
                <a:uLnTx/>
                <a:uFillTx/>
                <a:latin typeface="Source Sans Pro Black"/>
                <a:ea typeface="+mn-ea"/>
                <a:cs typeface="+mn-cs"/>
              </a:rPr>
              <a:t>Einführung und Grundlagen</a:t>
            </a:r>
          </a:p>
        </p:txBody>
      </p:sp>
      <p:sp>
        <p:nvSpPr>
          <p:cNvPr id="5" name="TextBox 4">
            <a:extLst>
              <a:ext uri="{FF2B5EF4-FFF2-40B4-BE49-F238E27FC236}">
                <a16:creationId xmlns:a16="http://schemas.microsoft.com/office/drawing/2014/main" id="{827B051B-E820-4754-9C07-E245C0DA7850}"/>
              </a:ext>
            </a:extLst>
          </p:cNvPr>
          <p:cNvSpPr txBox="1"/>
          <p:nvPr/>
        </p:nvSpPr>
        <p:spPr>
          <a:xfrm>
            <a:off x="609600" y="6076279"/>
            <a:ext cx="2641600" cy="29745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1333" b="1" i="0" u="none" strike="noStrike" kern="1200" cap="none" spc="0" normalizeH="0" baseline="0" noProof="0" dirty="0">
                <a:ln>
                  <a:noFill/>
                </a:ln>
                <a:solidFill>
                  <a:srgbClr val="F2F2F5"/>
                </a:solidFill>
                <a:effectLst/>
                <a:uLnTx/>
                <a:uFillTx/>
                <a:latin typeface="Source Sans Pro"/>
                <a:ea typeface="+mn-ea"/>
                <a:cs typeface="+mn-cs"/>
              </a:rPr>
              <a:t>© 2023 Ben Coepp Publishing</a:t>
            </a:r>
          </a:p>
        </p:txBody>
      </p:sp>
      <p:sp>
        <p:nvSpPr>
          <p:cNvPr id="6" name="TextBox 5">
            <a:extLst>
              <a:ext uri="{FF2B5EF4-FFF2-40B4-BE49-F238E27FC236}">
                <a16:creationId xmlns:a16="http://schemas.microsoft.com/office/drawing/2014/main" id="{771DBB7B-0480-4D69-AB1A-CBC77C7904BB}"/>
              </a:ext>
            </a:extLst>
          </p:cNvPr>
          <p:cNvSpPr txBox="1"/>
          <p:nvPr/>
        </p:nvSpPr>
        <p:spPr>
          <a:xfrm>
            <a:off x="609600" y="408258"/>
            <a:ext cx="1828800" cy="46166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en-US" sz="2400" b="1" i="0" u="none" strike="noStrike" kern="1200" cap="none" spc="0" normalizeH="0" baseline="0" noProof="0" dirty="0">
              <a:ln>
                <a:noFill/>
              </a:ln>
              <a:solidFill>
                <a:srgbClr val="FFC955"/>
              </a:solidFill>
              <a:effectLst/>
              <a:uLnTx/>
              <a:uFillTx/>
              <a:latin typeface="Source Sans Pro"/>
              <a:ea typeface="+mn-ea"/>
              <a:cs typeface="+mn-cs"/>
            </a:endParaRPr>
          </a:p>
        </p:txBody>
      </p:sp>
      <p:cxnSp>
        <p:nvCxnSpPr>
          <p:cNvPr id="11" name="Straight Connector 10">
            <a:extLst>
              <a:ext uri="{FF2B5EF4-FFF2-40B4-BE49-F238E27FC236}">
                <a16:creationId xmlns:a16="http://schemas.microsoft.com/office/drawing/2014/main" id="{9E8B2DFD-0BD6-4013-8B00-B7D217A68CD6}"/>
              </a:ext>
            </a:extLst>
          </p:cNvPr>
          <p:cNvCxnSpPr>
            <a:cxnSpLocks/>
          </p:cNvCxnSpPr>
          <p:nvPr/>
        </p:nvCxnSpPr>
        <p:spPr>
          <a:xfrm>
            <a:off x="609600" y="6420523"/>
            <a:ext cx="2990490"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3" name="Picture Placeholder 2">
            <a:extLst>
              <a:ext uri="{FF2B5EF4-FFF2-40B4-BE49-F238E27FC236}">
                <a16:creationId xmlns:a16="http://schemas.microsoft.com/office/drawing/2014/main" id="{28590D2E-BA9E-4B34-9BC6-3A57DB73BB8E}"/>
              </a:ext>
            </a:extLst>
          </p:cNvPr>
          <p:cNvSpPr>
            <a:spLocks noGrp="1"/>
          </p:cNvSpPr>
          <p:nvPr>
            <p:ph type="pic" sz="quarter" idx="11"/>
          </p:nvPr>
        </p:nvSpPr>
        <p:spPr>
          <a:xfrm flipH="1">
            <a:off x="7851649" y="-20531"/>
            <a:ext cx="4340351" cy="6858000"/>
          </a:xfrm>
        </p:spPr>
        <p:txBody>
          <a:bodyPr/>
          <a:lstStyle/>
          <a:p>
            <a:endParaRPr lang="de-DE"/>
          </a:p>
        </p:txBody>
      </p:sp>
    </p:spTree>
    <p:extLst>
      <p:ext uri="{BB962C8B-B14F-4D97-AF65-F5344CB8AC3E}">
        <p14:creationId xmlns:p14="http://schemas.microsoft.com/office/powerpoint/2010/main" val="107367899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C8610E2F-1ABB-4BD0-A32D-836CC0B8ABB5}"/>
              </a:ext>
            </a:extLst>
          </p:cNvPr>
          <p:cNvSpPr>
            <a:spLocks noGrp="1"/>
          </p:cNvSpPr>
          <p:nvPr>
            <p:ph type="pic" sz="quarter" idx="10"/>
          </p:nvPr>
        </p:nvSpPr>
        <p:spPr/>
        <p:txBody>
          <a:bodyPr/>
          <a:lstStyle/>
          <a:p>
            <a:endParaRPr lang="de-DE"/>
          </a:p>
        </p:txBody>
      </p:sp>
      <p:sp>
        <p:nvSpPr>
          <p:cNvPr id="9" name="Freeform: Shape 8">
            <a:extLst>
              <a:ext uri="{FF2B5EF4-FFF2-40B4-BE49-F238E27FC236}">
                <a16:creationId xmlns:a16="http://schemas.microsoft.com/office/drawing/2014/main" id="{A109083D-E2F8-4D62-88DE-C70082648A7D}"/>
              </a:ext>
            </a:extLst>
          </p:cNvPr>
          <p:cNvSpPr/>
          <p:nvPr/>
        </p:nvSpPr>
        <p:spPr>
          <a:xfrm>
            <a:off x="0" y="0"/>
            <a:ext cx="2895600" cy="6858000"/>
          </a:xfrm>
          <a:custGeom>
            <a:avLst/>
            <a:gdLst>
              <a:gd name="connsiteX0" fmla="*/ 0 w 4343400"/>
              <a:gd name="connsiteY0" fmla="*/ 0 h 10287000"/>
              <a:gd name="connsiteX1" fmla="*/ 4343400 w 4343400"/>
              <a:gd name="connsiteY1" fmla="*/ 0 h 10287000"/>
              <a:gd name="connsiteX2" fmla="*/ 2057400 w 4343400"/>
              <a:gd name="connsiteY2" fmla="*/ 10287000 h 10287000"/>
              <a:gd name="connsiteX3" fmla="*/ 0 w 4343400"/>
              <a:gd name="connsiteY3" fmla="*/ 10287000 h 10287000"/>
            </a:gdLst>
            <a:ahLst/>
            <a:cxnLst>
              <a:cxn ang="0">
                <a:pos x="connsiteX0" y="connsiteY0"/>
              </a:cxn>
              <a:cxn ang="0">
                <a:pos x="connsiteX1" y="connsiteY1"/>
              </a:cxn>
              <a:cxn ang="0">
                <a:pos x="connsiteX2" y="connsiteY2"/>
              </a:cxn>
              <a:cxn ang="0">
                <a:pos x="connsiteX3" y="connsiteY3"/>
              </a:cxn>
            </a:cxnLst>
            <a:rect l="l" t="t" r="r" b="b"/>
            <a:pathLst>
              <a:path w="4343400" h="10287000">
                <a:moveTo>
                  <a:pt x="0" y="0"/>
                </a:moveTo>
                <a:lnTo>
                  <a:pt x="4343400" y="0"/>
                </a:lnTo>
                <a:lnTo>
                  <a:pt x="2057400" y="10287000"/>
                </a:lnTo>
                <a:lnTo>
                  <a:pt x="0" y="10287000"/>
                </a:lnTo>
                <a:close/>
              </a:path>
            </a:pathLst>
          </a:cu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20" name="TextBox 19">
            <a:extLst>
              <a:ext uri="{FF2B5EF4-FFF2-40B4-BE49-F238E27FC236}">
                <a16:creationId xmlns:a16="http://schemas.microsoft.com/office/drawing/2014/main" id="{13E334DF-B59D-46F2-B296-F211CF667F32}"/>
              </a:ext>
            </a:extLst>
          </p:cNvPr>
          <p:cNvSpPr txBox="1"/>
          <p:nvPr/>
        </p:nvSpPr>
        <p:spPr>
          <a:xfrm rot="16200000">
            <a:off x="-2131946" y="2705725"/>
            <a:ext cx="5997715" cy="1446550"/>
          </a:xfrm>
          <a:prstGeom prst="rect">
            <a:avLst/>
          </a:prstGeom>
          <a:noFill/>
          <a:effectLst>
            <a:outerShdw blurRad="63500" sx="102000" sy="102000" algn="ctr" rotWithShape="0">
              <a:schemeClr val="bg1">
                <a:alpha val="40000"/>
              </a:schemeClr>
            </a:outerShdw>
          </a:effectLst>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FFFF"/>
                </a:solidFill>
                <a:effectLst/>
                <a:uLnTx/>
                <a:uFillTx/>
                <a:latin typeface="Source Sans Pro Black"/>
                <a:ea typeface="+mn-ea"/>
                <a:cs typeface="+mn-cs"/>
              </a:rPr>
              <a:t>Einfühlung </a:t>
            </a:r>
            <a:r>
              <a:rPr lang="de-DE" sz="4400" dirty="0">
                <a:solidFill>
                  <a:srgbClr val="FFFFFF"/>
                </a:solidFill>
                <a:latin typeface="Source Sans Pro Black"/>
              </a:rPr>
              <a:t>und</a:t>
            </a:r>
            <a:r>
              <a:rPr kumimoji="0" lang="de-DE" sz="4400" b="0" i="0" u="none" strike="noStrike" kern="1200" cap="none" spc="0" normalizeH="0" baseline="0" noProof="0" dirty="0">
                <a:ln>
                  <a:noFill/>
                </a:ln>
                <a:solidFill>
                  <a:srgbClr val="FFFFFF"/>
                </a:solidFill>
                <a:effectLst/>
                <a:uLnTx/>
                <a:uFillTx/>
                <a:latin typeface="Source Sans Pro Black"/>
                <a:ea typeface="+mn-ea"/>
                <a:cs typeface="+mn-cs"/>
              </a:rPr>
              <a:t> </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400" b="0" i="0" u="none" strike="noStrike" kern="1200" cap="none" spc="0" normalizeH="0" baseline="0" noProof="0" dirty="0">
                <a:ln>
                  <a:noFill/>
                </a:ln>
                <a:solidFill>
                  <a:srgbClr val="FFC955"/>
                </a:solidFill>
                <a:effectLst/>
                <a:uLnTx/>
                <a:uFillTx/>
                <a:latin typeface="Source Sans Pro Black"/>
                <a:ea typeface="+mn-ea"/>
                <a:cs typeface="+mn-cs"/>
              </a:rPr>
              <a:t>Grundlagen</a:t>
            </a:r>
          </a:p>
        </p:txBody>
      </p:sp>
      <p:sp>
        <p:nvSpPr>
          <p:cNvPr id="68" name="TextBox 67">
            <a:extLst>
              <a:ext uri="{FF2B5EF4-FFF2-40B4-BE49-F238E27FC236}">
                <a16:creationId xmlns:a16="http://schemas.microsoft.com/office/drawing/2014/main" id="{410BF81A-DC00-4BEE-96D1-61632F0B67E4}"/>
              </a:ext>
            </a:extLst>
          </p:cNvPr>
          <p:cNvSpPr txBox="1"/>
          <p:nvPr/>
        </p:nvSpPr>
        <p:spPr>
          <a:xfrm>
            <a:off x="7467600" y="1269018"/>
            <a:ext cx="3810001" cy="2061718"/>
          </a:xfrm>
          <a:prstGeom prst="rect">
            <a:avLst/>
          </a:prstGeom>
          <a:noFill/>
        </p:spPr>
        <p:txBody>
          <a:bodyPr wrap="square" rtlCol="0">
            <a:spAutoFit/>
          </a:bodyPr>
          <a:lstStyle/>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Einführung in </a:t>
            </a: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Git</a:t>
            </a:r>
            <a:endPar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Git</a:t>
            </a: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 installieren</a:t>
            </a: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Trees</a:t>
            </a: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 und </a:t>
            </a: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Commits</a:t>
            </a: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 Konfigurieren von </a:t>
            </a:r>
            <a:r>
              <a:rPr kumimoji="0" lang="de-DE" sz="21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Git</a:t>
            </a:r>
            <a:endPar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a:p>
            <a:pPr marL="304815" marR="0" lvl="0" indent="-304815" algn="r" defTabSz="914446" rtl="0" eaLnBrk="1" fontAlgn="auto" latinLnBrk="0" hangingPunct="1">
              <a:lnSpc>
                <a:spcPct val="100000"/>
              </a:lnSpc>
              <a:spcBef>
                <a:spcPts val="0"/>
              </a:spcBef>
              <a:spcAft>
                <a:spcPts val="0"/>
              </a:spcAft>
              <a:buClr>
                <a:srgbClr val="FFC955"/>
              </a:buClr>
              <a:buSzTx/>
              <a:buFont typeface="Montserrat" panose="00000500000000000000" pitchFamily="2" charset="0"/>
              <a:buChar char="#"/>
              <a:tabLst/>
              <a:defRPr/>
            </a:pPr>
            <a:r>
              <a:rPr kumimoji="0" lang="de-DE" sz="21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Hinzufügen, Umbenennen und Entfernen von Dateien</a:t>
            </a:r>
          </a:p>
        </p:txBody>
      </p:sp>
      <p:cxnSp>
        <p:nvCxnSpPr>
          <p:cNvPr id="69" name="Straight Connector 68">
            <a:extLst>
              <a:ext uri="{FF2B5EF4-FFF2-40B4-BE49-F238E27FC236}">
                <a16:creationId xmlns:a16="http://schemas.microsoft.com/office/drawing/2014/main" id="{3BFFDCEB-84AF-4EE8-A609-BB926F90B79B}"/>
              </a:ext>
            </a:extLst>
          </p:cNvPr>
          <p:cNvCxnSpPr>
            <a:cxnSpLocks/>
          </p:cNvCxnSpPr>
          <p:nvPr/>
        </p:nvCxnSpPr>
        <p:spPr>
          <a:xfrm>
            <a:off x="5759449" y="5588981"/>
            <a:ext cx="5518151" cy="0"/>
          </a:xfrm>
          <a:prstGeom prst="line">
            <a:avLst/>
          </a:prstGeom>
          <a:ln w="38100" cap="sq">
            <a:solidFill>
              <a:schemeClr val="accent1"/>
            </a:solidFill>
            <a:bevel/>
            <a:headEnd type="none"/>
            <a:tailEnd type="none"/>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18432E4E-F536-4AF0-AA67-DA587EA3E023}"/>
              </a:ext>
            </a:extLst>
          </p:cNvPr>
          <p:cNvSpPr txBox="1"/>
          <p:nvPr/>
        </p:nvSpPr>
        <p:spPr>
          <a:xfrm>
            <a:off x="7213601" y="5054600"/>
            <a:ext cx="4064000" cy="42056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133" b="0" i="1"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von</a:t>
            </a:r>
            <a:r>
              <a:rPr kumimoji="0" lang="de-DE" sz="2133" b="0" i="1" u="none" strike="noStrike" kern="1200" cap="none" spc="0" normalizeH="0" baseline="0" noProof="0" dirty="0">
                <a:ln>
                  <a:noFill/>
                </a:ln>
                <a:solidFill>
                  <a:srgbClr val="FFFFFF"/>
                </a:solidFill>
                <a:effectLst/>
                <a:uLnTx/>
                <a:uFillTx/>
                <a:latin typeface="Source Sans Pro Black"/>
                <a:ea typeface="Source Sans Pro Black" panose="020B0803030403020204" pitchFamily="34" charset="0"/>
                <a:cs typeface="+mn-cs"/>
              </a:rPr>
              <a:t> </a:t>
            </a:r>
            <a:r>
              <a:rPr kumimoji="0" lang="de-DE" sz="2133" b="0" i="1" u="none" strike="noStrike" kern="1200" cap="none" spc="0" normalizeH="0" baseline="0" noProof="0" dirty="0">
                <a:ln>
                  <a:noFill/>
                </a:ln>
                <a:solidFill>
                  <a:srgbClr val="FFC955"/>
                </a:solidFill>
                <a:effectLst/>
                <a:uLnTx/>
                <a:uFillTx/>
                <a:latin typeface="Source Sans Pro"/>
                <a:ea typeface="Source Sans Pro Black" panose="020B0803030403020204" pitchFamily="34" charset="0"/>
                <a:cs typeface="+mn-cs"/>
              </a:rPr>
              <a:t>Ben Cöppicus</a:t>
            </a:r>
          </a:p>
        </p:txBody>
      </p:sp>
      <p:sp>
        <p:nvSpPr>
          <p:cNvPr id="72" name="TextBox 71">
            <a:extLst>
              <a:ext uri="{FF2B5EF4-FFF2-40B4-BE49-F238E27FC236}">
                <a16:creationId xmlns:a16="http://schemas.microsoft.com/office/drawing/2014/main" id="{A8A56C5D-A638-42A1-BC23-1FFA8EAFFCC2}"/>
              </a:ext>
            </a:extLst>
          </p:cNvPr>
          <p:cNvSpPr txBox="1"/>
          <p:nvPr/>
        </p:nvSpPr>
        <p:spPr>
          <a:xfrm>
            <a:off x="6654801" y="5746214"/>
            <a:ext cx="4622800" cy="297454"/>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
                <a:srgbClr val="FFC955"/>
              </a:buClr>
              <a:buSzTx/>
              <a:buFontTx/>
              <a:buNone/>
              <a:tabLst/>
              <a:defRPr/>
            </a:pPr>
            <a:r>
              <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rPr>
              <a:t>16.08.2023 @ </a:t>
            </a:r>
            <a:r>
              <a:rPr kumimoji="0" lang="de-DE" sz="1333" b="0" i="0" u="none" strike="noStrike" kern="1200" cap="none" spc="0" normalizeH="0" baseline="0" noProof="0" dirty="0" err="1">
                <a:ln>
                  <a:noFill/>
                </a:ln>
                <a:solidFill>
                  <a:srgbClr val="F2F2F5"/>
                </a:solidFill>
                <a:effectLst/>
                <a:uLnTx/>
                <a:uFillTx/>
                <a:latin typeface="Source Sans Pro"/>
                <a:ea typeface="Source Sans Pro Black" panose="020B0803030403020204" pitchFamily="34" charset="0"/>
                <a:cs typeface="+mn-cs"/>
              </a:rPr>
              <a:t>BenCoeppPublishing</a:t>
            </a:r>
            <a:endParaRPr kumimoji="0" lang="de-DE" sz="1333" b="0" i="0" u="none" strike="noStrike" kern="1200" cap="none" spc="0" normalizeH="0" baseline="0" noProof="0" dirty="0">
              <a:ln>
                <a:noFill/>
              </a:ln>
              <a:solidFill>
                <a:srgbClr val="F2F2F5"/>
              </a:solidFill>
              <a:effectLst/>
              <a:uLnTx/>
              <a:uFillTx/>
              <a:latin typeface="Source Sans Pro"/>
              <a:ea typeface="Source Sans Pro Black" panose="020B0803030403020204" pitchFamily="34" charset="0"/>
              <a:cs typeface="+mn-cs"/>
            </a:endParaRPr>
          </a:p>
        </p:txBody>
      </p:sp>
    </p:spTree>
    <p:extLst>
      <p:ext uri="{BB962C8B-B14F-4D97-AF65-F5344CB8AC3E}">
        <p14:creationId xmlns:p14="http://schemas.microsoft.com/office/powerpoint/2010/main" val="1743839173"/>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Einführung in </a:t>
            </a: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Git</a:t>
            </a:r>
            <a:endParaRPr kumimoji="0" lang="de-DE" sz="4000" b="0"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5443617"/>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1744264"/>
            <a:ext cx="6738730" cy="3416320"/>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ist ein weit verbreitetes verteiltes Versionsverwaltungssystem, das zur Verfolgung von Änderungen in Quellcode und anderen Dateien verwendet wird. Es ermöglicht Entwicklern, Änderungen zu protokollieren, verschiedene Versionen zu verwalten, in Teamprojekten zusammenzuarbeiten und ermöglicht die einfache Verfolgung der Geschichte und Entwicklung eines Softwareprojekts.</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160584"/>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a:ln>
                  <a:noFill/>
                </a:ln>
                <a:solidFill>
                  <a:srgbClr val="B6B6BD"/>
                </a:solidFill>
                <a:effectLst/>
                <a:uLnTx/>
                <a:uFillTx/>
                <a:latin typeface="Source Sans Pro"/>
                <a:ea typeface="+mn-ea"/>
                <a:cs typeface="+mn-cs"/>
              </a:rPr>
              <a:t>GIT</a:t>
            </a: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1108252"/>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3084454520"/>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62156" y="1997839"/>
            <a:ext cx="4775201" cy="286232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Recherche 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Welche </a:t>
            </a:r>
            <a:r>
              <a:rPr kumimoji="0" lang="de-DE" sz="3600" b="1" i="0" u="none" strike="noStrike" kern="1200" cap="none" spc="0" normalizeH="0" baseline="0" noProof="0" dirty="0" err="1">
                <a:ln>
                  <a:noFill/>
                </a:ln>
                <a:solidFill>
                  <a:srgbClr val="FFFFFF"/>
                </a:solidFill>
                <a:effectLst/>
                <a:uLnTx/>
                <a:uFillTx/>
                <a:latin typeface="Source Sans Pro Black"/>
                <a:ea typeface="+mn-ea"/>
                <a:cs typeface="+mn-cs"/>
              </a:rPr>
              <a:t>Git</a:t>
            </a: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 Alternativen kennen Sie, und welche finden Sie Online</a:t>
            </a: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42857612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959FC21-BFC7-499C-AF8C-2E89CF56BF1D}"/>
              </a:ext>
            </a:extLst>
          </p:cNvPr>
          <p:cNvSpPr/>
          <p:nvPr/>
        </p:nvSpPr>
        <p:spPr>
          <a:xfrm>
            <a:off x="6096000" y="0"/>
            <a:ext cx="6096000" cy="6858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 name="TextBox 3">
            <a:extLst>
              <a:ext uri="{FF2B5EF4-FFF2-40B4-BE49-F238E27FC236}">
                <a16:creationId xmlns:a16="http://schemas.microsoft.com/office/drawing/2014/main" id="{10C80821-88F8-4154-A2E5-1D83A2AEFB98}"/>
              </a:ext>
            </a:extLst>
          </p:cNvPr>
          <p:cNvSpPr txBox="1"/>
          <p:nvPr/>
        </p:nvSpPr>
        <p:spPr>
          <a:xfrm>
            <a:off x="784087" y="2475022"/>
            <a:ext cx="4526692" cy="193899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4000" b="1" i="0" u="none" strike="noStrike" kern="1200" cap="none" spc="0" normalizeH="0" baseline="0" noProof="0" dirty="0">
                <a:ln>
                  <a:noFill/>
                </a:ln>
                <a:solidFill>
                  <a:srgbClr val="FFFFFF"/>
                </a:solidFill>
                <a:effectLst/>
                <a:uLnTx/>
                <a:uFillTx/>
                <a:latin typeface="Source Sans Pro Black"/>
                <a:ea typeface="+mn-ea"/>
                <a:cs typeface="+mn-cs"/>
              </a:rPr>
              <a:t>Warum verwendet aber jeder trotzdem </a:t>
            </a:r>
            <a:r>
              <a:rPr kumimoji="0" lang="de-DE" sz="4000" b="1" i="0" u="none" strike="noStrike" kern="1200" cap="none" spc="0" normalizeH="0" baseline="0" noProof="0" dirty="0" err="1">
                <a:ln>
                  <a:noFill/>
                </a:ln>
                <a:solidFill>
                  <a:srgbClr val="FFFFFF"/>
                </a:solidFill>
                <a:effectLst/>
                <a:uLnTx/>
                <a:uFillTx/>
                <a:latin typeface="Source Sans Pro Black"/>
                <a:ea typeface="+mn-ea"/>
                <a:cs typeface="+mn-cs"/>
              </a:rPr>
              <a:t>Git</a:t>
            </a:r>
            <a:endParaRPr kumimoji="0" lang="de-DE" sz="4000" b="1"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5" name="TextBox 4">
            <a:extLst>
              <a:ext uri="{FF2B5EF4-FFF2-40B4-BE49-F238E27FC236}">
                <a16:creationId xmlns:a16="http://schemas.microsoft.com/office/drawing/2014/main" id="{D663DDAE-A3E0-4006-A14F-75583D8C4086}"/>
              </a:ext>
            </a:extLst>
          </p:cNvPr>
          <p:cNvSpPr txBox="1"/>
          <p:nvPr/>
        </p:nvSpPr>
        <p:spPr>
          <a:xfrm>
            <a:off x="8026400" y="1279695"/>
            <a:ext cx="2235200" cy="4329647"/>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27535" b="1" i="0" u="none" strike="noStrike" kern="1200" cap="none" spc="0" normalizeH="0" baseline="0" noProof="0" dirty="0">
                <a:ln>
                  <a:noFill/>
                </a:ln>
                <a:gradFill>
                  <a:gsLst>
                    <a:gs pos="0">
                      <a:srgbClr val="FF5355"/>
                    </a:gs>
                    <a:gs pos="100000">
                      <a:srgbClr val="CE59C4"/>
                    </a:gs>
                  </a:gsLst>
                  <a:lin ang="5400000" scaled="1"/>
                </a:gradFill>
                <a:effectLst/>
                <a:uLnTx/>
                <a:uFillTx/>
                <a:latin typeface="Source Sans Pro"/>
                <a:ea typeface="+mn-ea"/>
                <a:cs typeface="+mn-cs"/>
              </a:rPr>
              <a:t>?</a:t>
            </a:r>
            <a:endParaRPr kumimoji="0" lang="uk-UA" sz="27535" b="1" i="0" u="none" strike="noStrike" kern="1200" cap="none" spc="0" normalizeH="0" baseline="0" noProof="0" dirty="0">
              <a:ln>
                <a:noFill/>
              </a:ln>
              <a:gradFill>
                <a:gsLst>
                  <a:gs pos="0">
                    <a:srgbClr val="FF5355"/>
                  </a:gs>
                  <a:gs pos="100000">
                    <a:srgbClr val="CE59C4"/>
                  </a:gs>
                </a:gsLst>
                <a:lin ang="5400000" scaled="1"/>
              </a:gradFill>
              <a:effectLst/>
              <a:uLnTx/>
              <a:uFillTx/>
              <a:latin typeface="Source Sans Pro"/>
              <a:ea typeface="+mn-ea"/>
              <a:cs typeface="+mn-cs"/>
            </a:endParaRPr>
          </a:p>
        </p:txBody>
      </p:sp>
      <p:cxnSp>
        <p:nvCxnSpPr>
          <p:cNvPr id="8" name="Straight Connector 7">
            <a:extLst>
              <a:ext uri="{FF2B5EF4-FFF2-40B4-BE49-F238E27FC236}">
                <a16:creationId xmlns:a16="http://schemas.microsoft.com/office/drawing/2014/main" id="{D6A577BE-0B81-4A3F-8C26-EAAF72E9EF0D}"/>
              </a:ext>
            </a:extLst>
          </p:cNvPr>
          <p:cNvCxnSpPr>
            <a:cxnSpLocks/>
          </p:cNvCxnSpPr>
          <p:nvPr/>
        </p:nvCxnSpPr>
        <p:spPr>
          <a:xfrm>
            <a:off x="11277600" y="3429000"/>
            <a:ext cx="914400" cy="0"/>
          </a:xfrm>
          <a:prstGeom prst="line">
            <a:avLst/>
          </a:prstGeom>
          <a:ln w="38100">
            <a:solidFill>
              <a:schemeClr val="tx2"/>
            </a:solidFill>
            <a:headEnd type="oval"/>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20402401"/>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28CC38F-6EB8-49DA-9CA9-8F7C2A1E789C}"/>
              </a:ext>
            </a:extLst>
          </p:cNvPr>
          <p:cNvSpPr/>
          <p:nvPr/>
        </p:nvSpPr>
        <p:spPr>
          <a:xfrm>
            <a:off x="0" y="0"/>
            <a:ext cx="6096000" cy="6858000"/>
          </a:xfrm>
          <a:prstGeom prst="rect">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 name="Freeform 15">
            <a:extLst>
              <a:ext uri="{FF2B5EF4-FFF2-40B4-BE49-F238E27FC236}">
                <a16:creationId xmlns:a16="http://schemas.microsoft.com/office/drawing/2014/main" id="{3C5B59F0-5303-4DCB-96DC-27ECDC3CF9D6}"/>
              </a:ext>
            </a:extLst>
          </p:cNvPr>
          <p:cNvSpPr>
            <a:spLocks noEditPoints="1"/>
          </p:cNvSpPr>
          <p:nvPr/>
        </p:nvSpPr>
        <p:spPr bwMode="auto">
          <a:xfrm>
            <a:off x="1625600" y="2006600"/>
            <a:ext cx="2844800" cy="2844800"/>
          </a:xfrm>
          <a:custGeom>
            <a:avLst/>
            <a:gdLst>
              <a:gd name="T0" fmla="*/ 144 w 176"/>
              <a:gd name="T1" fmla="*/ 88 h 176"/>
              <a:gd name="T2" fmla="*/ 152 w 176"/>
              <a:gd name="T3" fmla="*/ 88 h 176"/>
              <a:gd name="T4" fmla="*/ 60 w 176"/>
              <a:gd name="T5" fmla="*/ 136 h 176"/>
              <a:gd name="T6" fmla="*/ 56 w 176"/>
              <a:gd name="T7" fmla="*/ 143 h 176"/>
              <a:gd name="T8" fmla="*/ 60 w 176"/>
              <a:gd name="T9" fmla="*/ 136 h 176"/>
              <a:gd name="T10" fmla="*/ 33 w 176"/>
              <a:gd name="T11" fmla="*/ 120 h 176"/>
              <a:gd name="T12" fmla="*/ 40 w 176"/>
              <a:gd name="T13" fmla="*/ 116 h 176"/>
              <a:gd name="T14" fmla="*/ 56 w 176"/>
              <a:gd name="T15" fmla="*/ 33 h 176"/>
              <a:gd name="T16" fmla="*/ 60 w 176"/>
              <a:gd name="T17" fmla="*/ 40 h 176"/>
              <a:gd name="T18" fmla="*/ 56 w 176"/>
              <a:gd name="T19" fmla="*/ 33 h 176"/>
              <a:gd name="T20" fmla="*/ 24 w 176"/>
              <a:gd name="T21" fmla="*/ 88 h 176"/>
              <a:gd name="T22" fmla="*/ 32 w 176"/>
              <a:gd name="T23" fmla="*/ 88 h 176"/>
              <a:gd name="T24" fmla="*/ 116 w 176"/>
              <a:gd name="T25" fmla="*/ 40 h 176"/>
              <a:gd name="T26" fmla="*/ 120 w 176"/>
              <a:gd name="T27" fmla="*/ 33 h 176"/>
              <a:gd name="T28" fmla="*/ 116 w 176"/>
              <a:gd name="T29" fmla="*/ 40 h 176"/>
              <a:gd name="T30" fmla="*/ 33 w 176"/>
              <a:gd name="T31" fmla="*/ 56 h 176"/>
              <a:gd name="T32" fmla="*/ 40 w 176"/>
              <a:gd name="T33" fmla="*/ 60 h 176"/>
              <a:gd name="T34" fmla="*/ 142 w 176"/>
              <a:gd name="T35" fmla="*/ 115 h 176"/>
              <a:gd name="T36" fmla="*/ 138 w 176"/>
              <a:gd name="T37" fmla="*/ 121 h 176"/>
              <a:gd name="T38" fmla="*/ 142 w 176"/>
              <a:gd name="T39" fmla="*/ 115 h 176"/>
              <a:gd name="T40" fmla="*/ 84 w 176"/>
              <a:gd name="T41" fmla="*/ 148 h 176"/>
              <a:gd name="T42" fmla="*/ 92 w 176"/>
              <a:gd name="T43" fmla="*/ 148 h 176"/>
              <a:gd name="T44" fmla="*/ 138 w 176"/>
              <a:gd name="T45" fmla="*/ 55 h 176"/>
              <a:gd name="T46" fmla="*/ 142 w 176"/>
              <a:gd name="T47" fmla="*/ 61 h 176"/>
              <a:gd name="T48" fmla="*/ 138 w 176"/>
              <a:gd name="T49" fmla="*/ 55 h 176"/>
              <a:gd name="T50" fmla="*/ 103 w 176"/>
              <a:gd name="T51" fmla="*/ 84 h 176"/>
              <a:gd name="T52" fmla="*/ 92 w 176"/>
              <a:gd name="T53" fmla="*/ 28 h 176"/>
              <a:gd name="T54" fmla="*/ 84 w 176"/>
              <a:gd name="T55" fmla="*/ 28 h 176"/>
              <a:gd name="T56" fmla="*/ 72 w 176"/>
              <a:gd name="T57" fmla="*/ 88 h 176"/>
              <a:gd name="T58" fmla="*/ 103 w 176"/>
              <a:gd name="T59" fmla="*/ 92 h 176"/>
              <a:gd name="T60" fmla="*/ 128 w 176"/>
              <a:gd name="T61" fmla="*/ 88 h 176"/>
              <a:gd name="T62" fmla="*/ 88 w 176"/>
              <a:gd name="T63" fmla="*/ 96 h 176"/>
              <a:gd name="T64" fmla="*/ 88 w 176"/>
              <a:gd name="T65" fmla="*/ 80 h 176"/>
              <a:gd name="T66" fmla="*/ 88 w 176"/>
              <a:gd name="T67" fmla="*/ 96 h 176"/>
              <a:gd name="T68" fmla="*/ 115 w 176"/>
              <a:gd name="T69" fmla="*/ 142 h 176"/>
              <a:gd name="T70" fmla="*/ 121 w 176"/>
              <a:gd name="T71" fmla="*/ 138 h 176"/>
              <a:gd name="T72" fmla="*/ 88 w 176"/>
              <a:gd name="T73" fmla="*/ 0 h 176"/>
              <a:gd name="T74" fmla="*/ 88 w 176"/>
              <a:gd name="T75" fmla="*/ 176 h 176"/>
              <a:gd name="T76" fmla="*/ 88 w 176"/>
              <a:gd name="T77" fmla="*/ 0 h 176"/>
              <a:gd name="T78" fmla="*/ 8 w 176"/>
              <a:gd name="T79" fmla="*/ 88 h 176"/>
              <a:gd name="T80" fmla="*/ 168 w 176"/>
              <a:gd name="T81" fmla="*/ 88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76" h="176">
                <a:moveTo>
                  <a:pt x="148" y="84"/>
                </a:moveTo>
                <a:cubicBezTo>
                  <a:pt x="146" y="84"/>
                  <a:pt x="144" y="86"/>
                  <a:pt x="144" y="88"/>
                </a:cubicBezTo>
                <a:cubicBezTo>
                  <a:pt x="144" y="90"/>
                  <a:pt x="146" y="92"/>
                  <a:pt x="148" y="92"/>
                </a:cubicBezTo>
                <a:cubicBezTo>
                  <a:pt x="150" y="92"/>
                  <a:pt x="152" y="90"/>
                  <a:pt x="152" y="88"/>
                </a:cubicBezTo>
                <a:cubicBezTo>
                  <a:pt x="152" y="86"/>
                  <a:pt x="150" y="84"/>
                  <a:pt x="148" y="84"/>
                </a:cubicBezTo>
                <a:moveTo>
                  <a:pt x="60" y="136"/>
                </a:moveTo>
                <a:cubicBezTo>
                  <a:pt x="58" y="135"/>
                  <a:pt x="56" y="136"/>
                  <a:pt x="55" y="138"/>
                </a:cubicBezTo>
                <a:cubicBezTo>
                  <a:pt x="53" y="140"/>
                  <a:pt x="54" y="142"/>
                  <a:pt x="56" y="143"/>
                </a:cubicBezTo>
                <a:cubicBezTo>
                  <a:pt x="58" y="145"/>
                  <a:pt x="60" y="144"/>
                  <a:pt x="61" y="142"/>
                </a:cubicBezTo>
                <a:cubicBezTo>
                  <a:pt x="63" y="140"/>
                  <a:pt x="62" y="138"/>
                  <a:pt x="60" y="136"/>
                </a:cubicBezTo>
                <a:moveTo>
                  <a:pt x="34" y="115"/>
                </a:moveTo>
                <a:cubicBezTo>
                  <a:pt x="32" y="116"/>
                  <a:pt x="31" y="118"/>
                  <a:pt x="33" y="120"/>
                </a:cubicBezTo>
                <a:cubicBezTo>
                  <a:pt x="34" y="122"/>
                  <a:pt x="36" y="123"/>
                  <a:pt x="38" y="121"/>
                </a:cubicBezTo>
                <a:cubicBezTo>
                  <a:pt x="40" y="120"/>
                  <a:pt x="41" y="118"/>
                  <a:pt x="40" y="116"/>
                </a:cubicBezTo>
                <a:cubicBezTo>
                  <a:pt x="38" y="114"/>
                  <a:pt x="36" y="113"/>
                  <a:pt x="34" y="115"/>
                </a:cubicBezTo>
                <a:moveTo>
                  <a:pt x="56" y="33"/>
                </a:moveTo>
                <a:cubicBezTo>
                  <a:pt x="54" y="34"/>
                  <a:pt x="53" y="36"/>
                  <a:pt x="55" y="38"/>
                </a:cubicBezTo>
                <a:cubicBezTo>
                  <a:pt x="56" y="40"/>
                  <a:pt x="58" y="41"/>
                  <a:pt x="60" y="40"/>
                </a:cubicBezTo>
                <a:cubicBezTo>
                  <a:pt x="62" y="38"/>
                  <a:pt x="63" y="36"/>
                  <a:pt x="61" y="34"/>
                </a:cubicBezTo>
                <a:cubicBezTo>
                  <a:pt x="60" y="32"/>
                  <a:pt x="58" y="31"/>
                  <a:pt x="56" y="33"/>
                </a:cubicBezTo>
                <a:moveTo>
                  <a:pt x="28" y="84"/>
                </a:moveTo>
                <a:cubicBezTo>
                  <a:pt x="26" y="84"/>
                  <a:pt x="24" y="86"/>
                  <a:pt x="24" y="88"/>
                </a:cubicBezTo>
                <a:cubicBezTo>
                  <a:pt x="24" y="90"/>
                  <a:pt x="26" y="92"/>
                  <a:pt x="28" y="92"/>
                </a:cubicBezTo>
                <a:cubicBezTo>
                  <a:pt x="30" y="92"/>
                  <a:pt x="32" y="90"/>
                  <a:pt x="32" y="88"/>
                </a:cubicBezTo>
                <a:cubicBezTo>
                  <a:pt x="32" y="86"/>
                  <a:pt x="30" y="84"/>
                  <a:pt x="28" y="84"/>
                </a:cubicBezTo>
                <a:moveTo>
                  <a:pt x="116" y="40"/>
                </a:moveTo>
                <a:cubicBezTo>
                  <a:pt x="118" y="41"/>
                  <a:pt x="120" y="40"/>
                  <a:pt x="121" y="38"/>
                </a:cubicBezTo>
                <a:cubicBezTo>
                  <a:pt x="123" y="36"/>
                  <a:pt x="122" y="34"/>
                  <a:pt x="120" y="33"/>
                </a:cubicBezTo>
                <a:cubicBezTo>
                  <a:pt x="118" y="31"/>
                  <a:pt x="116" y="32"/>
                  <a:pt x="115" y="34"/>
                </a:cubicBezTo>
                <a:cubicBezTo>
                  <a:pt x="113" y="36"/>
                  <a:pt x="114" y="38"/>
                  <a:pt x="116" y="40"/>
                </a:cubicBezTo>
                <a:moveTo>
                  <a:pt x="38" y="55"/>
                </a:moveTo>
                <a:cubicBezTo>
                  <a:pt x="36" y="53"/>
                  <a:pt x="34" y="54"/>
                  <a:pt x="33" y="56"/>
                </a:cubicBezTo>
                <a:cubicBezTo>
                  <a:pt x="31" y="58"/>
                  <a:pt x="32" y="60"/>
                  <a:pt x="34" y="61"/>
                </a:cubicBezTo>
                <a:cubicBezTo>
                  <a:pt x="36" y="63"/>
                  <a:pt x="38" y="62"/>
                  <a:pt x="40" y="60"/>
                </a:cubicBezTo>
                <a:cubicBezTo>
                  <a:pt x="41" y="58"/>
                  <a:pt x="40" y="56"/>
                  <a:pt x="38" y="55"/>
                </a:cubicBezTo>
                <a:moveTo>
                  <a:pt x="142" y="115"/>
                </a:moveTo>
                <a:cubicBezTo>
                  <a:pt x="140" y="113"/>
                  <a:pt x="138" y="114"/>
                  <a:pt x="137" y="116"/>
                </a:cubicBezTo>
                <a:cubicBezTo>
                  <a:pt x="135" y="118"/>
                  <a:pt x="136" y="120"/>
                  <a:pt x="138" y="121"/>
                </a:cubicBezTo>
                <a:cubicBezTo>
                  <a:pt x="140" y="123"/>
                  <a:pt x="142" y="122"/>
                  <a:pt x="143" y="120"/>
                </a:cubicBezTo>
                <a:cubicBezTo>
                  <a:pt x="145" y="118"/>
                  <a:pt x="144" y="116"/>
                  <a:pt x="142" y="115"/>
                </a:cubicBezTo>
                <a:moveTo>
                  <a:pt x="88" y="144"/>
                </a:moveTo>
                <a:cubicBezTo>
                  <a:pt x="86" y="144"/>
                  <a:pt x="84" y="146"/>
                  <a:pt x="84" y="148"/>
                </a:cubicBezTo>
                <a:cubicBezTo>
                  <a:pt x="84" y="150"/>
                  <a:pt x="86" y="152"/>
                  <a:pt x="88" y="152"/>
                </a:cubicBezTo>
                <a:cubicBezTo>
                  <a:pt x="90" y="152"/>
                  <a:pt x="92" y="150"/>
                  <a:pt x="92" y="148"/>
                </a:cubicBezTo>
                <a:cubicBezTo>
                  <a:pt x="92" y="146"/>
                  <a:pt x="90" y="144"/>
                  <a:pt x="88" y="144"/>
                </a:cubicBezTo>
                <a:moveTo>
                  <a:pt x="138" y="55"/>
                </a:moveTo>
                <a:cubicBezTo>
                  <a:pt x="136" y="56"/>
                  <a:pt x="135" y="58"/>
                  <a:pt x="137" y="60"/>
                </a:cubicBezTo>
                <a:cubicBezTo>
                  <a:pt x="138" y="62"/>
                  <a:pt x="140" y="63"/>
                  <a:pt x="142" y="61"/>
                </a:cubicBezTo>
                <a:cubicBezTo>
                  <a:pt x="144" y="60"/>
                  <a:pt x="145" y="58"/>
                  <a:pt x="143" y="56"/>
                </a:cubicBezTo>
                <a:cubicBezTo>
                  <a:pt x="142" y="54"/>
                  <a:pt x="140" y="53"/>
                  <a:pt x="138" y="55"/>
                </a:cubicBezTo>
                <a:moveTo>
                  <a:pt x="124" y="84"/>
                </a:moveTo>
                <a:cubicBezTo>
                  <a:pt x="103" y="84"/>
                  <a:pt x="103" y="84"/>
                  <a:pt x="103" y="84"/>
                </a:cubicBezTo>
                <a:cubicBezTo>
                  <a:pt x="102" y="78"/>
                  <a:pt x="98" y="74"/>
                  <a:pt x="92" y="73"/>
                </a:cubicBezTo>
                <a:cubicBezTo>
                  <a:pt x="92" y="28"/>
                  <a:pt x="92" y="28"/>
                  <a:pt x="92" y="28"/>
                </a:cubicBezTo>
                <a:cubicBezTo>
                  <a:pt x="92" y="26"/>
                  <a:pt x="90" y="24"/>
                  <a:pt x="88" y="24"/>
                </a:cubicBezTo>
                <a:cubicBezTo>
                  <a:pt x="86" y="24"/>
                  <a:pt x="84" y="26"/>
                  <a:pt x="84" y="28"/>
                </a:cubicBezTo>
                <a:cubicBezTo>
                  <a:pt x="84" y="73"/>
                  <a:pt x="84" y="73"/>
                  <a:pt x="84" y="73"/>
                </a:cubicBezTo>
                <a:cubicBezTo>
                  <a:pt x="77" y="74"/>
                  <a:pt x="72" y="81"/>
                  <a:pt x="72" y="88"/>
                </a:cubicBezTo>
                <a:cubicBezTo>
                  <a:pt x="72" y="97"/>
                  <a:pt x="79" y="104"/>
                  <a:pt x="88" y="104"/>
                </a:cubicBezTo>
                <a:cubicBezTo>
                  <a:pt x="95" y="104"/>
                  <a:pt x="102" y="99"/>
                  <a:pt x="103" y="92"/>
                </a:cubicBezTo>
                <a:cubicBezTo>
                  <a:pt x="124" y="92"/>
                  <a:pt x="124" y="92"/>
                  <a:pt x="124" y="92"/>
                </a:cubicBezTo>
                <a:cubicBezTo>
                  <a:pt x="126" y="92"/>
                  <a:pt x="128" y="90"/>
                  <a:pt x="128" y="88"/>
                </a:cubicBezTo>
                <a:cubicBezTo>
                  <a:pt x="128" y="86"/>
                  <a:pt x="126" y="84"/>
                  <a:pt x="124" y="84"/>
                </a:cubicBezTo>
                <a:moveTo>
                  <a:pt x="88" y="96"/>
                </a:moveTo>
                <a:cubicBezTo>
                  <a:pt x="84" y="96"/>
                  <a:pt x="80" y="92"/>
                  <a:pt x="80" y="88"/>
                </a:cubicBezTo>
                <a:cubicBezTo>
                  <a:pt x="80" y="84"/>
                  <a:pt x="84" y="80"/>
                  <a:pt x="88" y="80"/>
                </a:cubicBezTo>
                <a:cubicBezTo>
                  <a:pt x="92" y="80"/>
                  <a:pt x="96" y="84"/>
                  <a:pt x="96" y="88"/>
                </a:cubicBezTo>
                <a:cubicBezTo>
                  <a:pt x="96" y="92"/>
                  <a:pt x="92" y="96"/>
                  <a:pt x="88" y="96"/>
                </a:cubicBezTo>
                <a:moveTo>
                  <a:pt x="116" y="136"/>
                </a:moveTo>
                <a:cubicBezTo>
                  <a:pt x="114" y="138"/>
                  <a:pt x="113" y="140"/>
                  <a:pt x="115" y="142"/>
                </a:cubicBezTo>
                <a:cubicBezTo>
                  <a:pt x="116" y="144"/>
                  <a:pt x="118" y="145"/>
                  <a:pt x="120" y="143"/>
                </a:cubicBezTo>
                <a:cubicBezTo>
                  <a:pt x="122" y="142"/>
                  <a:pt x="123" y="140"/>
                  <a:pt x="121" y="138"/>
                </a:cubicBezTo>
                <a:cubicBezTo>
                  <a:pt x="120" y="136"/>
                  <a:pt x="118" y="135"/>
                  <a:pt x="116" y="136"/>
                </a:cubicBezTo>
                <a:moveTo>
                  <a:pt x="88" y="0"/>
                </a:moveTo>
                <a:cubicBezTo>
                  <a:pt x="39" y="0"/>
                  <a:pt x="0" y="39"/>
                  <a:pt x="0" y="88"/>
                </a:cubicBezTo>
                <a:cubicBezTo>
                  <a:pt x="0" y="137"/>
                  <a:pt x="39" y="176"/>
                  <a:pt x="88" y="176"/>
                </a:cubicBezTo>
                <a:cubicBezTo>
                  <a:pt x="137" y="176"/>
                  <a:pt x="176" y="137"/>
                  <a:pt x="176" y="88"/>
                </a:cubicBezTo>
                <a:cubicBezTo>
                  <a:pt x="176" y="39"/>
                  <a:pt x="137" y="0"/>
                  <a:pt x="88" y="0"/>
                </a:cubicBezTo>
                <a:moveTo>
                  <a:pt x="88" y="168"/>
                </a:moveTo>
                <a:cubicBezTo>
                  <a:pt x="44" y="168"/>
                  <a:pt x="8" y="132"/>
                  <a:pt x="8" y="88"/>
                </a:cubicBezTo>
                <a:cubicBezTo>
                  <a:pt x="8" y="44"/>
                  <a:pt x="44" y="8"/>
                  <a:pt x="88" y="8"/>
                </a:cubicBezTo>
                <a:cubicBezTo>
                  <a:pt x="132" y="8"/>
                  <a:pt x="168" y="44"/>
                  <a:pt x="168" y="88"/>
                </a:cubicBezTo>
                <a:cubicBezTo>
                  <a:pt x="168" y="132"/>
                  <a:pt x="132" y="168"/>
                  <a:pt x="88" y="168"/>
                </a:cubicBezTo>
              </a:path>
            </a:pathLst>
          </a:custGeom>
          <a:gradFill>
            <a:gsLst>
              <a:gs pos="100000">
                <a:schemeClr val="accent4"/>
              </a:gs>
              <a:gs pos="100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 name="TextBox 4">
            <a:extLst>
              <a:ext uri="{FF2B5EF4-FFF2-40B4-BE49-F238E27FC236}">
                <a16:creationId xmlns:a16="http://schemas.microsoft.com/office/drawing/2014/main" id="{054A98F1-1130-4CC8-A347-2274F3BB5B77}"/>
              </a:ext>
            </a:extLst>
          </p:cNvPr>
          <p:cNvSpPr txBox="1"/>
          <p:nvPr/>
        </p:nvSpPr>
        <p:spPr>
          <a:xfrm>
            <a:off x="6962084" y="1792334"/>
            <a:ext cx="4051300" cy="830997"/>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lang="de-DE" sz="2400" dirty="0">
                <a:solidFill>
                  <a:srgbClr val="FFFFFF"/>
                </a:solidFill>
                <a:latin typeface="Source Sans Pro Black"/>
              </a:rPr>
              <a:t>Gruppenzwang oder steckt mehr dahinter?</a:t>
            </a:r>
            <a:endParaRPr kumimoji="0" lang="de-DE" sz="2400" b="0"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6" name="TextBox 5">
            <a:extLst>
              <a:ext uri="{FF2B5EF4-FFF2-40B4-BE49-F238E27FC236}">
                <a16:creationId xmlns:a16="http://schemas.microsoft.com/office/drawing/2014/main" id="{D3517A2F-DDCF-45C6-AF1C-D8F684C4E045}"/>
              </a:ext>
            </a:extLst>
          </p:cNvPr>
          <p:cNvSpPr txBox="1"/>
          <p:nvPr/>
        </p:nvSpPr>
        <p:spPr>
          <a:xfrm>
            <a:off x="6962084" y="2718403"/>
            <a:ext cx="4051300" cy="230832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Es gibt viele Gründe dafür das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das populärste VCS ist. Von der großen Nutzeranzahl</a:t>
            </a:r>
            <a:r>
              <a:rPr lang="de-DE" sz="1600" dirty="0">
                <a:solidFill>
                  <a:srgbClr val="B6B6BD"/>
                </a:solidFill>
                <a:latin typeface="Source Sans Pro"/>
              </a:rPr>
              <a:t>, der weitreichenden Integrationen sowie auch einfach dem großen Umfang der Software. Meistens kann man aber sagen das es als das Standardwerkzeug angesehen wird. Und man nur etwas anderes verwendet wenn dies unbedingt gefordert ist.</a:t>
            </a:r>
            <a:endParaRPr kumimoji="0" lang="de-DE" sz="1600" b="0" i="0" u="none" strike="noStrike" kern="1200" cap="none" spc="0" normalizeH="0" baseline="0" noProof="0" dirty="0">
              <a:ln>
                <a:noFill/>
              </a:ln>
              <a:solidFill>
                <a:srgbClr val="B6B6BD"/>
              </a:solidFill>
              <a:effectLst/>
              <a:uLnTx/>
              <a:uFillTx/>
              <a:latin typeface="Source Sans Pro"/>
              <a:ea typeface="+mn-ea"/>
              <a:cs typeface="+mn-cs"/>
            </a:endParaRPr>
          </a:p>
        </p:txBody>
      </p:sp>
      <p:cxnSp>
        <p:nvCxnSpPr>
          <p:cNvPr id="7" name="Straight Connector 6">
            <a:extLst>
              <a:ext uri="{FF2B5EF4-FFF2-40B4-BE49-F238E27FC236}">
                <a16:creationId xmlns:a16="http://schemas.microsoft.com/office/drawing/2014/main" id="{6BDCB6D4-B524-4F67-80CE-7CD95DB65081}"/>
              </a:ext>
            </a:extLst>
          </p:cNvPr>
          <p:cNvCxnSpPr>
            <a:cxnSpLocks/>
          </p:cNvCxnSpPr>
          <p:nvPr/>
        </p:nvCxnSpPr>
        <p:spPr>
          <a:xfrm>
            <a:off x="0" y="3429000"/>
            <a:ext cx="914400" cy="0"/>
          </a:xfrm>
          <a:prstGeom prst="line">
            <a:avLst/>
          </a:prstGeom>
          <a:ln w="38100">
            <a:solidFill>
              <a:schemeClr val="tx2"/>
            </a:solidFill>
            <a:headEnd type="none"/>
            <a:tailEnd type="ova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1919062"/>
      </p:ext>
    </p:extLst>
  </p:cSld>
  <p:clrMapOvr>
    <a:masterClrMapping/>
  </p:clrMapOvr>
  <mc:AlternateContent xmlns:mc="http://schemas.openxmlformats.org/markup-compatibility/2006" xmlns:p14="http://schemas.microsoft.com/office/powerpoint/2010/main">
    <mc:Choice Requires="p14">
      <p:transition spd="slow" p14:dur="1200">
        <p14:prism/>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3075057"/>
            <a:ext cx="6762474" cy="707886"/>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Git</a:t>
            </a: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 installieren</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2663798264"/>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Rounded Corners 52">
            <a:extLst>
              <a:ext uri="{FF2B5EF4-FFF2-40B4-BE49-F238E27FC236}">
                <a16:creationId xmlns:a16="http://schemas.microsoft.com/office/drawing/2014/main" id="{EF6E3F43-8228-4A5F-B678-83EF7D2B82D8}"/>
              </a:ext>
            </a:extLst>
          </p:cNvPr>
          <p:cNvSpPr/>
          <p:nvPr/>
        </p:nvSpPr>
        <p:spPr>
          <a:xfrm>
            <a:off x="914399" y="914400"/>
            <a:ext cx="10363203" cy="1192800"/>
          </a:xfrm>
          <a:prstGeom prst="roundRect">
            <a:avLst>
              <a:gd name="adj" fmla="val 761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7" name="Rectangle: Rounded Corners 56">
            <a:extLst>
              <a:ext uri="{FF2B5EF4-FFF2-40B4-BE49-F238E27FC236}">
                <a16:creationId xmlns:a16="http://schemas.microsoft.com/office/drawing/2014/main" id="{404B4BD1-9AEE-451A-9C08-CDB4AA09A12C}"/>
              </a:ext>
            </a:extLst>
          </p:cNvPr>
          <p:cNvSpPr/>
          <p:nvPr/>
        </p:nvSpPr>
        <p:spPr>
          <a:xfrm>
            <a:off x="914399" y="4750800"/>
            <a:ext cx="10363203" cy="1192800"/>
          </a:xfrm>
          <a:prstGeom prst="roundRect">
            <a:avLst>
              <a:gd name="adj" fmla="val 761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8" name="Rectangle: Rounded Corners 57">
            <a:extLst>
              <a:ext uri="{FF2B5EF4-FFF2-40B4-BE49-F238E27FC236}">
                <a16:creationId xmlns:a16="http://schemas.microsoft.com/office/drawing/2014/main" id="{EC6A4D6D-9A7F-4696-9E87-3E5804D216DA}"/>
              </a:ext>
            </a:extLst>
          </p:cNvPr>
          <p:cNvSpPr/>
          <p:nvPr/>
        </p:nvSpPr>
        <p:spPr>
          <a:xfrm>
            <a:off x="914399" y="3472000"/>
            <a:ext cx="10363203" cy="1192800"/>
          </a:xfrm>
          <a:prstGeom prst="roundRect">
            <a:avLst>
              <a:gd name="adj" fmla="val 761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9" name="Rectangle: Rounded Corners 58">
            <a:extLst>
              <a:ext uri="{FF2B5EF4-FFF2-40B4-BE49-F238E27FC236}">
                <a16:creationId xmlns:a16="http://schemas.microsoft.com/office/drawing/2014/main" id="{518092BB-9BE4-4094-A3F2-B5F1123D1057}"/>
              </a:ext>
            </a:extLst>
          </p:cNvPr>
          <p:cNvSpPr/>
          <p:nvPr/>
        </p:nvSpPr>
        <p:spPr>
          <a:xfrm>
            <a:off x="914399" y="2193200"/>
            <a:ext cx="10363203" cy="1192800"/>
          </a:xfrm>
          <a:prstGeom prst="roundRect">
            <a:avLst>
              <a:gd name="adj" fmla="val 761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61" name="TextBox 60">
            <a:extLst>
              <a:ext uri="{FF2B5EF4-FFF2-40B4-BE49-F238E27FC236}">
                <a16:creationId xmlns:a16="http://schemas.microsoft.com/office/drawing/2014/main" id="{C0BA6410-969B-4D03-BC9D-E60EF4924557}"/>
              </a:ext>
            </a:extLst>
          </p:cNvPr>
          <p:cNvSpPr txBox="1"/>
          <p:nvPr/>
        </p:nvSpPr>
        <p:spPr>
          <a:xfrm>
            <a:off x="5900058" y="1110691"/>
            <a:ext cx="3802269" cy="830997"/>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innerhalb Ihrer VM installieren. Und austesten das der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–h Befehl aufrufbar ist.</a:t>
            </a:r>
          </a:p>
        </p:txBody>
      </p:sp>
      <p:sp>
        <p:nvSpPr>
          <p:cNvPr id="62" name="TextBox 61">
            <a:extLst>
              <a:ext uri="{FF2B5EF4-FFF2-40B4-BE49-F238E27FC236}">
                <a16:creationId xmlns:a16="http://schemas.microsoft.com/office/drawing/2014/main" id="{66AC34EC-E372-4D20-9260-3640869DD5DE}"/>
              </a:ext>
            </a:extLst>
          </p:cNvPr>
          <p:cNvSpPr txBox="1"/>
          <p:nvPr/>
        </p:nvSpPr>
        <p:spPr>
          <a:xfrm>
            <a:off x="1290577" y="1069655"/>
            <a:ext cx="4134138" cy="913199"/>
          </a:xfrm>
          <a:prstGeom prst="rect">
            <a:avLst/>
          </a:prstGeom>
          <a:noFill/>
        </p:spPr>
        <p:txBody>
          <a:bodyPr wrap="square" rtlCol="0">
            <a:spAutoFit/>
          </a:bodyPr>
          <a:lstStyle>
            <a:defPPr>
              <a:defRPr lang="uk-UA"/>
            </a:defPPr>
            <a:lvl1pPr algn="ctr">
              <a:defRPr sz="6600">
                <a:gradFill>
                  <a:gsLst>
                    <a:gs pos="100000">
                      <a:schemeClr val="accent3"/>
                    </a:gs>
                    <a:gs pos="1000">
                      <a:schemeClr val="accent2"/>
                    </a:gs>
                  </a:gsLst>
                  <a:lin ang="66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a:ln>
                  <a:noFill/>
                </a:ln>
                <a:gradFill>
                  <a:gsLst>
                    <a:gs pos="100000">
                      <a:srgbClr val="CE59C4"/>
                    </a:gs>
                    <a:gs pos="1000">
                      <a:srgbClr val="FF5355"/>
                    </a:gs>
                  </a:gsLst>
                  <a:lin ang="6600000" scaled="0"/>
                </a:gradFill>
                <a:effectLst/>
                <a:uLnTx/>
                <a:uFillTx/>
                <a:latin typeface="Source Sans Pro Black"/>
                <a:ea typeface="+mn-ea"/>
                <a:cs typeface="+mn-cs"/>
              </a:rPr>
              <a:t>Schritt 1</a:t>
            </a:r>
          </a:p>
        </p:txBody>
      </p:sp>
      <p:sp>
        <p:nvSpPr>
          <p:cNvPr id="64" name="TextBox 63">
            <a:extLst>
              <a:ext uri="{FF2B5EF4-FFF2-40B4-BE49-F238E27FC236}">
                <a16:creationId xmlns:a16="http://schemas.microsoft.com/office/drawing/2014/main" id="{DFA6EE25-7A93-443A-A67E-943FFFB62CFC}"/>
              </a:ext>
            </a:extLst>
          </p:cNvPr>
          <p:cNvSpPr txBox="1"/>
          <p:nvPr/>
        </p:nvSpPr>
        <p:spPr>
          <a:xfrm>
            <a:off x="6767286" y="2348455"/>
            <a:ext cx="4134138" cy="913199"/>
          </a:xfrm>
          <a:prstGeom prst="rect">
            <a:avLst/>
          </a:prstGeom>
          <a:noFill/>
        </p:spPr>
        <p:txBody>
          <a:bodyPr wrap="square" rtlCol="0">
            <a:spAutoFit/>
          </a:bodyPr>
          <a:lstStyle>
            <a:defPPr>
              <a:defRPr lang="uk-UA"/>
            </a:defPPr>
            <a:lvl1pPr algn="ctr">
              <a:defRPr sz="6600">
                <a:gradFill>
                  <a:gsLst>
                    <a:gs pos="100000">
                      <a:schemeClr val="accent4"/>
                    </a:gs>
                    <a:gs pos="1000">
                      <a:schemeClr val="accent3"/>
                    </a:gs>
                  </a:gsLst>
                  <a:lin ang="66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a:ln>
                  <a:noFill/>
                </a:ln>
                <a:gradFill>
                  <a:gsLst>
                    <a:gs pos="100000">
                      <a:srgbClr val="8766D0"/>
                    </a:gs>
                    <a:gs pos="1000">
                      <a:srgbClr val="CE59C4"/>
                    </a:gs>
                  </a:gsLst>
                  <a:lin ang="6600000" scaled="0"/>
                </a:gradFill>
                <a:effectLst/>
                <a:uLnTx/>
                <a:uFillTx/>
                <a:latin typeface="Source Sans Pro Black"/>
                <a:ea typeface="+mn-ea"/>
                <a:cs typeface="+mn-cs"/>
              </a:rPr>
              <a:t>Schritt 2</a:t>
            </a:r>
          </a:p>
        </p:txBody>
      </p:sp>
      <p:sp>
        <p:nvSpPr>
          <p:cNvPr id="66" name="TextBox 65">
            <a:extLst>
              <a:ext uri="{FF2B5EF4-FFF2-40B4-BE49-F238E27FC236}">
                <a16:creationId xmlns:a16="http://schemas.microsoft.com/office/drawing/2014/main" id="{2A15E49E-679B-4CAF-A6AB-FA99D7D2F2B1}"/>
              </a:ext>
            </a:extLst>
          </p:cNvPr>
          <p:cNvSpPr txBox="1"/>
          <p:nvPr/>
        </p:nvSpPr>
        <p:spPr>
          <a:xfrm>
            <a:off x="1290576" y="3627255"/>
            <a:ext cx="4134138" cy="913199"/>
          </a:xfrm>
          <a:prstGeom prst="rect">
            <a:avLst/>
          </a:prstGeom>
          <a:noFill/>
        </p:spPr>
        <p:txBody>
          <a:bodyPr wrap="square" rtlCol="0">
            <a:spAutoFit/>
          </a:bodyPr>
          <a:lstStyle>
            <a:defPPr>
              <a:defRPr lang="uk-UA"/>
            </a:defPPr>
            <a:lvl1pPr algn="ctr">
              <a:defRPr sz="6600">
                <a:gradFill>
                  <a:gsLst>
                    <a:gs pos="100000">
                      <a:schemeClr val="accent5"/>
                    </a:gs>
                    <a:gs pos="1000">
                      <a:schemeClr val="accent4"/>
                    </a:gs>
                  </a:gsLst>
                  <a:lin ang="186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a:ln>
                  <a:noFill/>
                </a:ln>
                <a:gradFill>
                  <a:gsLst>
                    <a:gs pos="100000">
                      <a:srgbClr val="6C9FF4"/>
                    </a:gs>
                    <a:gs pos="1000">
                      <a:srgbClr val="8766D0"/>
                    </a:gs>
                  </a:gsLst>
                  <a:lin ang="18600000" scaled="0"/>
                </a:gradFill>
                <a:effectLst/>
                <a:uLnTx/>
                <a:uFillTx/>
                <a:latin typeface="Source Sans Pro Black"/>
                <a:ea typeface="+mn-ea"/>
                <a:cs typeface="+mn-cs"/>
              </a:rPr>
              <a:t>Schritt 3</a:t>
            </a:r>
          </a:p>
        </p:txBody>
      </p:sp>
      <p:sp>
        <p:nvSpPr>
          <p:cNvPr id="68" name="TextBox 67">
            <a:extLst>
              <a:ext uri="{FF2B5EF4-FFF2-40B4-BE49-F238E27FC236}">
                <a16:creationId xmlns:a16="http://schemas.microsoft.com/office/drawing/2014/main" id="{7094ADD1-76D0-4D3C-BA47-BE5EFFFC1A42}"/>
              </a:ext>
            </a:extLst>
          </p:cNvPr>
          <p:cNvSpPr txBox="1"/>
          <p:nvPr/>
        </p:nvSpPr>
        <p:spPr>
          <a:xfrm>
            <a:off x="6767286" y="4906055"/>
            <a:ext cx="4134138" cy="913199"/>
          </a:xfrm>
          <a:prstGeom prst="rect">
            <a:avLst/>
          </a:prstGeom>
          <a:noFill/>
        </p:spPr>
        <p:txBody>
          <a:bodyPr wrap="square" rtlCol="0">
            <a:spAutoFit/>
          </a:bodyPr>
          <a:lstStyle>
            <a:defPPr>
              <a:defRPr lang="uk-UA"/>
            </a:defPPr>
            <a:lvl1pPr algn="ctr">
              <a:defRPr sz="6600">
                <a:gradFill>
                  <a:gsLst>
                    <a:gs pos="100000">
                      <a:schemeClr val="accent3"/>
                    </a:gs>
                    <a:gs pos="1000">
                      <a:schemeClr val="accent2"/>
                    </a:gs>
                  </a:gsLst>
                  <a:lin ang="66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a:ln>
                  <a:noFill/>
                </a:ln>
                <a:gradFill>
                  <a:gsLst>
                    <a:gs pos="100000">
                      <a:srgbClr val="5BC9B0"/>
                    </a:gs>
                    <a:gs pos="1000">
                      <a:srgbClr val="6C9FF4"/>
                    </a:gs>
                  </a:gsLst>
                  <a:lin ang="18600000" scaled="0"/>
                </a:gradFill>
                <a:effectLst/>
                <a:uLnTx/>
                <a:uFillTx/>
                <a:latin typeface="Source Sans Pro Black"/>
                <a:ea typeface="+mn-ea"/>
                <a:cs typeface="+mn-cs"/>
              </a:rPr>
              <a:t>Schritt 4</a:t>
            </a:r>
          </a:p>
        </p:txBody>
      </p:sp>
      <p:sp>
        <p:nvSpPr>
          <p:cNvPr id="70" name="TextBox 69">
            <a:extLst>
              <a:ext uri="{FF2B5EF4-FFF2-40B4-BE49-F238E27FC236}">
                <a16:creationId xmlns:a16="http://schemas.microsoft.com/office/drawing/2014/main" id="{FA18E09E-EFBA-4A6A-BFFB-F14A8EEBA28D}"/>
              </a:ext>
            </a:extLst>
          </p:cNvPr>
          <p:cNvSpPr txBox="1"/>
          <p:nvPr/>
        </p:nvSpPr>
        <p:spPr>
          <a:xfrm>
            <a:off x="2231139" y="2389491"/>
            <a:ext cx="3802269"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Stellen Sie sicher das jeder Nutzer eine eigene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Config</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hat und seinen eigenen Benutzer verwendet.</a:t>
            </a:r>
          </a:p>
        </p:txBody>
      </p:sp>
      <p:sp>
        <p:nvSpPr>
          <p:cNvPr id="72" name="TextBox 71">
            <a:extLst>
              <a:ext uri="{FF2B5EF4-FFF2-40B4-BE49-F238E27FC236}">
                <a16:creationId xmlns:a16="http://schemas.microsoft.com/office/drawing/2014/main" id="{F74E7B72-5D0F-4353-B866-1BAFBFF46B51}"/>
              </a:ext>
            </a:extLst>
          </p:cNvPr>
          <p:cNvSpPr txBox="1"/>
          <p:nvPr/>
        </p:nvSpPr>
        <p:spPr>
          <a:xfrm>
            <a:off x="5900058" y="3668291"/>
            <a:ext cx="3802269" cy="58477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Installieren Sie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Extensions</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bei sich auf Ihrer Lokalen Maschine. </a:t>
            </a:r>
          </a:p>
        </p:txBody>
      </p:sp>
      <p:sp>
        <p:nvSpPr>
          <p:cNvPr id="76" name="TextBox 75">
            <a:extLst>
              <a:ext uri="{FF2B5EF4-FFF2-40B4-BE49-F238E27FC236}">
                <a16:creationId xmlns:a16="http://schemas.microsoft.com/office/drawing/2014/main" id="{56200D66-FD02-4094-A37F-6D2BC6FABB13}"/>
              </a:ext>
            </a:extLst>
          </p:cNvPr>
          <p:cNvSpPr txBox="1"/>
          <p:nvPr/>
        </p:nvSpPr>
        <p:spPr>
          <a:xfrm>
            <a:off x="2231139" y="4947091"/>
            <a:ext cx="3802269" cy="584775"/>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Stellen Sie sicher das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Extensions</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funktioniert.</a:t>
            </a:r>
          </a:p>
        </p:txBody>
      </p:sp>
    </p:spTree>
    <p:extLst>
      <p:ext uri="{BB962C8B-B14F-4D97-AF65-F5344CB8AC3E}">
        <p14:creationId xmlns:p14="http://schemas.microsoft.com/office/powerpoint/2010/main" val="16265839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Install</a:t>
            </a: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 Befehl - Ubuntu</a:t>
            </a: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sudo</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apt-get</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install</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-all</a:t>
            </a:r>
          </a:p>
        </p:txBody>
      </p:sp>
    </p:spTree>
    <p:extLst>
      <p:ext uri="{BB962C8B-B14F-4D97-AF65-F5344CB8AC3E}">
        <p14:creationId xmlns:p14="http://schemas.microsoft.com/office/powerpoint/2010/main" val="27464106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8" y="0"/>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429526" y="2767280"/>
            <a:ext cx="6762474" cy="132343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Trees</a:t>
            </a: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 und </a:t>
            </a: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Commits</a:t>
            </a: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 Konfigurieren von </a:t>
            </a:r>
            <a:r>
              <a:rPr kumimoji="0" lang="de-DE" sz="4000" b="0" i="0" u="none" strike="noStrike" kern="1200" cap="none" spc="0" normalizeH="0" baseline="0" noProof="0" dirty="0" err="1">
                <a:ln>
                  <a:noFill/>
                </a:ln>
                <a:solidFill>
                  <a:srgbClr val="FFFFFF"/>
                </a:solidFill>
                <a:effectLst/>
                <a:uLnTx/>
                <a:uFillTx/>
                <a:latin typeface="Source Sans Pro Black"/>
                <a:ea typeface="+mn-ea"/>
                <a:cs typeface="+mn-cs"/>
              </a:rPr>
              <a:t>Git</a:t>
            </a:r>
            <a:endParaRPr kumimoji="0" lang="de-DE" sz="4000" b="0"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3231024318"/>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1744264"/>
            <a:ext cx="6738730" cy="3416320"/>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Ein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Git-Tree</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auch als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-Verzeichnisbaum oder Baum bezeichnet, ist ein zentrales Konzept 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einem verteilten Versionsverwaltungssystem. Ein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Git-Tree</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repräsentiert den Zustand eines Verzeichnisses zu einem bestimmten Zeitpunkt in der Historie eines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Git-Repositories</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Es enthält Informationen über Dateinamen, Dateitypen, Berechtigungen und Verweise auf die internen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-Objekte, die die Dateiinhalte repräsentieren.</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160584"/>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867" b="1" i="0" u="none" strike="noStrike" kern="1200" cap="none" spc="0" normalizeH="0" baseline="0" noProof="0" dirty="0">
                <a:ln>
                  <a:noFill/>
                </a:ln>
                <a:solidFill>
                  <a:srgbClr val="B6B6BD"/>
                </a:solidFill>
                <a:effectLst/>
                <a:uLnTx/>
                <a:uFillTx/>
                <a:latin typeface="Source Sans Pro"/>
                <a:ea typeface="+mn-ea"/>
                <a:cs typeface="+mn-cs"/>
              </a:rPr>
              <a:t> </a:t>
            </a: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Tree</a:t>
            </a:r>
            <a:endParaRPr kumimoji="0" lang="de-DE" sz="1867" b="1" i="0" u="none" strike="noStrike" kern="1200" cap="none" spc="0" normalizeH="0" baseline="0" noProof="0" dirty="0">
              <a:ln>
                <a:noFill/>
              </a:ln>
              <a:solidFill>
                <a:srgbClr val="B6B6BD"/>
              </a:solidFill>
              <a:effectLst/>
              <a:uLnTx/>
              <a:uFillTx/>
              <a:latin typeface="Source Sans Pro"/>
              <a:ea typeface="+mn-ea"/>
              <a:cs typeface="+mn-cs"/>
            </a:endParaRP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1108252"/>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1375947047"/>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62156" y="1997839"/>
            <a:ext cx="4775201" cy="286232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Recherche 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Finden Sie den </a:t>
            </a:r>
            <a:r>
              <a:rPr kumimoji="0" lang="de-DE" sz="3600" b="1" i="0" u="none" strike="noStrike" kern="1200" cap="none" spc="0" normalizeH="0" baseline="0" noProof="0" dirty="0" err="1">
                <a:ln>
                  <a:noFill/>
                </a:ln>
                <a:solidFill>
                  <a:srgbClr val="FFFFFF"/>
                </a:solidFill>
                <a:effectLst/>
                <a:uLnTx/>
                <a:uFillTx/>
                <a:latin typeface="Source Sans Pro Black"/>
                <a:ea typeface="+mn-ea"/>
                <a:cs typeface="+mn-cs"/>
              </a:rPr>
              <a:t>Git</a:t>
            </a: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 Befehl der Ihnen Ihren der</a:t>
            </a:r>
            <a:r>
              <a:rPr lang="de-DE" sz="3600" b="1" dirty="0">
                <a:solidFill>
                  <a:srgbClr val="FFFFFF"/>
                </a:solidFill>
                <a:latin typeface="Source Sans Pro Black"/>
              </a:rPr>
              <a:t>zeitigen </a:t>
            </a:r>
            <a:r>
              <a:rPr lang="de-DE" sz="3600" b="1" dirty="0" err="1">
                <a:solidFill>
                  <a:srgbClr val="FFFFFF"/>
                </a:solidFill>
                <a:latin typeface="Source Sans Pro Black"/>
              </a:rPr>
              <a:t>Git</a:t>
            </a:r>
            <a:r>
              <a:rPr lang="de-DE" sz="3600" b="1" dirty="0">
                <a:solidFill>
                  <a:srgbClr val="FFFFFF"/>
                </a:solidFill>
                <a:latin typeface="Source Sans Pro Black"/>
              </a:rPr>
              <a:t> </a:t>
            </a:r>
            <a:r>
              <a:rPr lang="de-DE" sz="3600" b="1" dirty="0" err="1">
                <a:solidFill>
                  <a:srgbClr val="FFFFFF"/>
                </a:solidFill>
                <a:latin typeface="Source Sans Pro Black"/>
              </a:rPr>
              <a:t>Tree</a:t>
            </a:r>
            <a:r>
              <a:rPr lang="de-DE" sz="3600" b="1" dirty="0">
                <a:solidFill>
                  <a:srgbClr val="FFFFFF"/>
                </a:solidFill>
                <a:latin typeface="Source Sans Pro Black"/>
              </a:rPr>
              <a:t> ausgeben kann</a:t>
            </a:r>
            <a:endParaRPr kumimoji="0" lang="de-DE" sz="3600" b="1" i="0" u="none" strike="noStrike" kern="1200" cap="none" spc="0" normalizeH="0" baseline="0" noProof="0" dirty="0">
              <a:ln>
                <a:noFill/>
              </a:ln>
              <a:solidFill>
                <a:srgbClr val="FFFFFF"/>
              </a:solidFill>
              <a:effectLst/>
              <a:uLnTx/>
              <a:uFillTx/>
              <a:latin typeface="Source Sans Pro Black"/>
              <a:ea typeface="+mn-ea"/>
              <a:cs typeface="+mn-cs"/>
            </a:endParaRP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2963514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Anzeigen des derzeitigen </a:t>
            </a: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Git</a:t>
            </a: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 </a:t>
            </a: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Trees</a:t>
            </a:r>
            <a:endParaRPr kumimoji="0" lang="de-DE" sz="2400" b="0" i="0" u="none" strike="noStrike" kern="1200" cap="none" spc="333" normalizeH="0" baseline="0" noProof="0" dirty="0">
              <a:ln>
                <a:noFill/>
              </a:ln>
              <a:solidFill>
                <a:srgbClr val="FFFFFF"/>
              </a:solidFill>
              <a:effectLst/>
              <a:uLnTx/>
              <a:uFillTx/>
              <a:latin typeface="Source Sans Pro Black"/>
              <a:ea typeface="+mn-ea"/>
              <a:cs typeface="+mn-cs"/>
            </a:endParaRP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log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graph</a:t>
            </a:r>
            <a:endParaRPr kumimoji="0" lang="de-DE" sz="3200" b="0" i="0" u="none" strike="noStrike" kern="1200" cap="none" spc="0" normalizeH="0" baseline="0" noProof="0" dirty="0">
              <a:ln>
                <a:noFill/>
              </a:ln>
              <a:solidFill>
                <a:srgbClr val="B6B6BD"/>
              </a:solidFill>
              <a:effectLst/>
              <a:uLnTx/>
              <a:uFillTx/>
              <a:latin typeface="Source Sans Pro"/>
              <a:ea typeface="+mn-ea"/>
              <a:cs typeface="+mn-cs"/>
            </a:endParaRPr>
          </a:p>
          <a:p>
            <a:pPr marL="0" marR="0" lvl="0" indent="0" algn="ctr" defTabSz="914446" rtl="0" eaLnBrk="1" fontAlgn="auto" latinLnBrk="0" hangingPunct="1">
              <a:lnSpc>
                <a:spcPct val="90000"/>
              </a:lnSpc>
              <a:spcBef>
                <a:spcPct val="0"/>
              </a:spcBef>
              <a:spcAft>
                <a:spcPts val="0"/>
              </a:spcAft>
              <a:buClrTx/>
              <a:buSzTx/>
              <a:buFontTx/>
              <a:buNone/>
              <a:tabLst/>
              <a:defRPr/>
            </a:pPr>
            <a:r>
              <a:rPr lang="de-DE" sz="3200" dirty="0">
                <a:solidFill>
                  <a:srgbClr val="B6B6BD"/>
                </a:solidFill>
                <a:latin typeface="Source Sans Pro"/>
              </a:rPr>
              <a:t>$ </a:t>
            </a:r>
            <a:r>
              <a:rPr lang="de-DE" sz="3200" dirty="0" err="1">
                <a:solidFill>
                  <a:srgbClr val="B6B6BD"/>
                </a:solidFill>
                <a:latin typeface="Source Sans Pro"/>
              </a:rPr>
              <a:t>git</a:t>
            </a:r>
            <a:r>
              <a:rPr lang="de-DE" sz="3200" dirty="0">
                <a:solidFill>
                  <a:srgbClr val="B6B6BD"/>
                </a:solidFill>
                <a:latin typeface="Source Sans Pro"/>
              </a:rPr>
              <a:t> log --graph --</a:t>
            </a:r>
            <a:r>
              <a:rPr lang="de-DE" sz="3200" dirty="0" err="1">
                <a:solidFill>
                  <a:srgbClr val="B6B6BD"/>
                </a:solidFill>
                <a:latin typeface="Source Sans Pro"/>
              </a:rPr>
              <a:t>oneline</a:t>
            </a:r>
            <a:r>
              <a:rPr lang="de-DE" sz="3200" dirty="0">
                <a:solidFill>
                  <a:srgbClr val="B6B6BD"/>
                </a:solidFill>
                <a:latin typeface="Source Sans Pro"/>
              </a:rPr>
              <a:t> --all</a:t>
            </a:r>
          </a:p>
        </p:txBody>
      </p:sp>
    </p:spTree>
    <p:extLst>
      <p:ext uri="{BB962C8B-B14F-4D97-AF65-F5344CB8AC3E}">
        <p14:creationId xmlns:p14="http://schemas.microsoft.com/office/powerpoint/2010/main" val="2540500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TextBox 26"/>
          <p:cNvSpPr txBox="1"/>
          <p:nvPr/>
        </p:nvSpPr>
        <p:spPr>
          <a:xfrm>
            <a:off x="68470" y="1744264"/>
            <a:ext cx="6738730" cy="378565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400" b="0" i="1" u="none" strike="noStrike" kern="1200" cap="none" spc="0" normalizeH="0" baseline="0" noProof="0" dirty="0">
                <a:ln>
                  <a:noFill/>
                </a:ln>
                <a:solidFill>
                  <a:srgbClr val="B6B6BD"/>
                </a:solidFill>
                <a:effectLst/>
                <a:uLnTx/>
                <a:uFillTx/>
                <a:latin typeface="Source Sans Pro"/>
                <a:ea typeface="+mn-ea"/>
                <a:cs typeface="+mn-cs"/>
              </a:rPr>
              <a:t>Ein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-Commit ist eine grundlegende Operation in </a:t>
            </a:r>
            <a:r>
              <a:rPr kumimoji="0" lang="de-DE" sz="2400" b="0" i="1"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2400" b="0" i="1" u="none" strike="noStrike" kern="1200" cap="none" spc="0" normalizeH="0" baseline="0" noProof="0" dirty="0">
                <a:ln>
                  <a:noFill/>
                </a:ln>
                <a:solidFill>
                  <a:srgbClr val="B6B6BD"/>
                </a:solidFill>
                <a:effectLst/>
                <a:uLnTx/>
                <a:uFillTx/>
                <a:latin typeface="Source Sans Pro"/>
                <a:ea typeface="+mn-ea"/>
                <a:cs typeface="+mn-cs"/>
              </a:rPr>
              <a:t>, einem verteilten Versionsverwaltungssystem. Ein Commit repräsentiert einen einzelnen Schnappschuss des gesamten Projekts zu einem bestimmten Zeitpunkt. Es besteht aus einer Sammlung von Änderungen an Dateien, die in einem bestimmten Arbeitsverzeichnis vorgenommen wurden, sowie Metadaten wie Autor, Zeitstempel und eine Commit-Nachricht, die den Zweck der Änderungen beschreibt.</a:t>
            </a:r>
          </a:p>
        </p:txBody>
      </p:sp>
      <p:sp>
        <p:nvSpPr>
          <p:cNvPr id="9" name="TextBox 8">
            <a:extLst>
              <a:ext uri="{FF2B5EF4-FFF2-40B4-BE49-F238E27FC236}">
                <a16:creationId xmlns:a16="http://schemas.microsoft.com/office/drawing/2014/main" id="{E7B99E75-A942-4785-87F6-968B84719648}"/>
              </a:ext>
            </a:extLst>
          </p:cNvPr>
          <p:cNvSpPr txBox="1"/>
          <p:nvPr/>
        </p:nvSpPr>
        <p:spPr>
          <a:xfrm>
            <a:off x="2133600" y="5438880"/>
            <a:ext cx="4673600" cy="830997"/>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29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rPr>
              <a:t>Definition</a:t>
            </a:r>
            <a:endParaRPr kumimoji="0" lang="de-DE" sz="2133" b="0" i="0" u="none" strike="noStrike" kern="1200" cap="none" spc="0" normalizeH="0" baseline="0" noProof="0" dirty="0">
              <a:ln>
                <a:noFill/>
              </a:ln>
              <a:gradFill>
                <a:gsLst>
                  <a:gs pos="0">
                    <a:srgbClr val="8766D0"/>
                  </a:gs>
                  <a:gs pos="100000">
                    <a:srgbClr val="6C9FF4"/>
                  </a:gs>
                </a:gsLst>
                <a:lin ang="5400000" scaled="1"/>
              </a:gradFill>
              <a:effectLst/>
              <a:uLnTx/>
              <a:uFillTx/>
              <a:latin typeface="Source Sans Pro Black"/>
              <a:ea typeface="+mn-ea"/>
              <a:cs typeface="+mn-cs"/>
            </a:endParaRP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867" b="1"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867" b="1" i="0" u="none" strike="noStrike" kern="1200" cap="none" spc="0" normalizeH="0" baseline="0" noProof="0" dirty="0">
                <a:ln>
                  <a:noFill/>
                </a:ln>
                <a:solidFill>
                  <a:srgbClr val="B6B6BD"/>
                </a:solidFill>
                <a:effectLst/>
                <a:uLnTx/>
                <a:uFillTx/>
                <a:latin typeface="Source Sans Pro"/>
                <a:ea typeface="+mn-ea"/>
                <a:cs typeface="+mn-cs"/>
              </a:rPr>
              <a:t> Commit</a:t>
            </a:r>
          </a:p>
        </p:txBody>
      </p:sp>
      <p:sp>
        <p:nvSpPr>
          <p:cNvPr id="10" name="Freeform 14">
            <a:extLst>
              <a:ext uri="{FF2B5EF4-FFF2-40B4-BE49-F238E27FC236}">
                <a16:creationId xmlns:a16="http://schemas.microsoft.com/office/drawing/2014/main" id="{96F93CB8-B4EC-483C-9822-E7A778B4F1A0}"/>
              </a:ext>
            </a:extLst>
          </p:cNvPr>
          <p:cNvSpPr>
            <a:spLocks noEditPoints="1"/>
          </p:cNvSpPr>
          <p:nvPr/>
        </p:nvSpPr>
        <p:spPr bwMode="auto">
          <a:xfrm>
            <a:off x="6096000" y="1108252"/>
            <a:ext cx="578596" cy="540717"/>
          </a:xfrm>
          <a:custGeom>
            <a:avLst/>
            <a:gdLst>
              <a:gd name="T0" fmla="*/ 79 w 185"/>
              <a:gd name="T1" fmla="*/ 8 h 172"/>
              <a:gd name="T2" fmla="*/ 79 w 185"/>
              <a:gd name="T3" fmla="*/ 38 h 172"/>
              <a:gd name="T4" fmla="*/ 72 w 185"/>
              <a:gd name="T5" fmla="*/ 46 h 172"/>
              <a:gd name="T6" fmla="*/ 48 w 185"/>
              <a:gd name="T7" fmla="*/ 91 h 172"/>
              <a:gd name="T8" fmla="*/ 72 w 185"/>
              <a:gd name="T9" fmla="*/ 91 h 172"/>
              <a:gd name="T10" fmla="*/ 79 w 185"/>
              <a:gd name="T11" fmla="*/ 99 h 172"/>
              <a:gd name="T12" fmla="*/ 79 w 185"/>
              <a:gd name="T13" fmla="*/ 164 h 172"/>
              <a:gd name="T14" fmla="*/ 72 w 185"/>
              <a:gd name="T15" fmla="*/ 172 h 172"/>
              <a:gd name="T16" fmla="*/ 8 w 185"/>
              <a:gd name="T17" fmla="*/ 172 h 172"/>
              <a:gd name="T18" fmla="*/ 0 w 185"/>
              <a:gd name="T19" fmla="*/ 164 h 172"/>
              <a:gd name="T20" fmla="*/ 0 w 185"/>
              <a:gd name="T21" fmla="*/ 99 h 172"/>
              <a:gd name="T22" fmla="*/ 4 w 185"/>
              <a:gd name="T23" fmla="*/ 59 h 172"/>
              <a:gd name="T24" fmla="*/ 18 w 185"/>
              <a:gd name="T25" fmla="*/ 28 h 172"/>
              <a:gd name="T26" fmla="*/ 41 w 185"/>
              <a:gd name="T27" fmla="*/ 7 h 172"/>
              <a:gd name="T28" fmla="*/ 72 w 185"/>
              <a:gd name="T29" fmla="*/ 0 h 172"/>
              <a:gd name="T30" fmla="*/ 79 w 185"/>
              <a:gd name="T31" fmla="*/ 8 h 172"/>
              <a:gd name="T32" fmla="*/ 177 w 185"/>
              <a:gd name="T33" fmla="*/ 46 h 172"/>
              <a:gd name="T34" fmla="*/ 185 w 185"/>
              <a:gd name="T35" fmla="*/ 38 h 172"/>
              <a:gd name="T36" fmla="*/ 185 w 185"/>
              <a:gd name="T37" fmla="*/ 8 h 172"/>
              <a:gd name="T38" fmla="*/ 177 w 185"/>
              <a:gd name="T39" fmla="*/ 0 h 172"/>
              <a:gd name="T40" fmla="*/ 146 w 185"/>
              <a:gd name="T41" fmla="*/ 7 h 172"/>
              <a:gd name="T42" fmla="*/ 123 w 185"/>
              <a:gd name="T43" fmla="*/ 28 h 172"/>
              <a:gd name="T44" fmla="*/ 109 w 185"/>
              <a:gd name="T45" fmla="*/ 59 h 172"/>
              <a:gd name="T46" fmla="*/ 105 w 185"/>
              <a:gd name="T47" fmla="*/ 99 h 172"/>
              <a:gd name="T48" fmla="*/ 105 w 185"/>
              <a:gd name="T49" fmla="*/ 164 h 172"/>
              <a:gd name="T50" fmla="*/ 113 w 185"/>
              <a:gd name="T51" fmla="*/ 172 h 172"/>
              <a:gd name="T52" fmla="*/ 177 w 185"/>
              <a:gd name="T53" fmla="*/ 172 h 172"/>
              <a:gd name="T54" fmla="*/ 185 w 185"/>
              <a:gd name="T55" fmla="*/ 164 h 172"/>
              <a:gd name="T56" fmla="*/ 185 w 185"/>
              <a:gd name="T57" fmla="*/ 99 h 172"/>
              <a:gd name="T58" fmla="*/ 177 w 185"/>
              <a:gd name="T59" fmla="*/ 91 h 172"/>
              <a:gd name="T60" fmla="*/ 153 w 185"/>
              <a:gd name="T61" fmla="*/ 91 h 172"/>
              <a:gd name="T62" fmla="*/ 177 w 185"/>
              <a:gd name="T63" fmla="*/ 46 h 172"/>
              <a:gd name="T64" fmla="*/ 177 w 185"/>
              <a:gd name="T65" fmla="*/ 46 h 172"/>
              <a:gd name="T66" fmla="*/ 177 w 185"/>
              <a:gd name="T67" fmla="*/ 46 h 1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 h="172">
                <a:moveTo>
                  <a:pt x="79" y="8"/>
                </a:moveTo>
                <a:cubicBezTo>
                  <a:pt x="79" y="38"/>
                  <a:pt x="79" y="38"/>
                  <a:pt x="79" y="38"/>
                </a:cubicBezTo>
                <a:cubicBezTo>
                  <a:pt x="79" y="43"/>
                  <a:pt x="76" y="46"/>
                  <a:pt x="72" y="46"/>
                </a:cubicBezTo>
                <a:cubicBezTo>
                  <a:pt x="57" y="46"/>
                  <a:pt x="49" y="61"/>
                  <a:pt x="48" y="91"/>
                </a:cubicBezTo>
                <a:cubicBezTo>
                  <a:pt x="72" y="91"/>
                  <a:pt x="72" y="91"/>
                  <a:pt x="72" y="91"/>
                </a:cubicBezTo>
                <a:cubicBezTo>
                  <a:pt x="76" y="91"/>
                  <a:pt x="79" y="95"/>
                  <a:pt x="79" y="99"/>
                </a:cubicBezTo>
                <a:cubicBezTo>
                  <a:pt x="79" y="164"/>
                  <a:pt x="79" y="164"/>
                  <a:pt x="79" y="164"/>
                </a:cubicBezTo>
                <a:cubicBezTo>
                  <a:pt x="79" y="168"/>
                  <a:pt x="76" y="172"/>
                  <a:pt x="72" y="172"/>
                </a:cubicBezTo>
                <a:cubicBezTo>
                  <a:pt x="8" y="172"/>
                  <a:pt x="8" y="172"/>
                  <a:pt x="8" y="172"/>
                </a:cubicBezTo>
                <a:cubicBezTo>
                  <a:pt x="3" y="172"/>
                  <a:pt x="0" y="168"/>
                  <a:pt x="0" y="164"/>
                </a:cubicBezTo>
                <a:cubicBezTo>
                  <a:pt x="0" y="99"/>
                  <a:pt x="0" y="99"/>
                  <a:pt x="0" y="99"/>
                </a:cubicBezTo>
                <a:cubicBezTo>
                  <a:pt x="0" y="84"/>
                  <a:pt x="1" y="71"/>
                  <a:pt x="4" y="59"/>
                </a:cubicBezTo>
                <a:cubicBezTo>
                  <a:pt x="7" y="47"/>
                  <a:pt x="12" y="37"/>
                  <a:pt x="18" y="28"/>
                </a:cubicBezTo>
                <a:cubicBezTo>
                  <a:pt x="24" y="19"/>
                  <a:pt x="32" y="12"/>
                  <a:pt x="41" y="7"/>
                </a:cubicBezTo>
                <a:cubicBezTo>
                  <a:pt x="50" y="2"/>
                  <a:pt x="60" y="0"/>
                  <a:pt x="72" y="0"/>
                </a:cubicBezTo>
                <a:cubicBezTo>
                  <a:pt x="76" y="0"/>
                  <a:pt x="79" y="3"/>
                  <a:pt x="79" y="8"/>
                </a:cubicBezTo>
                <a:close/>
                <a:moveTo>
                  <a:pt x="177" y="46"/>
                </a:moveTo>
                <a:cubicBezTo>
                  <a:pt x="181" y="46"/>
                  <a:pt x="185" y="43"/>
                  <a:pt x="185" y="38"/>
                </a:cubicBezTo>
                <a:cubicBezTo>
                  <a:pt x="185" y="8"/>
                  <a:pt x="185" y="8"/>
                  <a:pt x="185" y="8"/>
                </a:cubicBezTo>
                <a:cubicBezTo>
                  <a:pt x="185" y="3"/>
                  <a:pt x="181" y="0"/>
                  <a:pt x="177" y="0"/>
                </a:cubicBezTo>
                <a:cubicBezTo>
                  <a:pt x="165" y="0"/>
                  <a:pt x="155" y="2"/>
                  <a:pt x="146" y="7"/>
                </a:cubicBezTo>
                <a:cubicBezTo>
                  <a:pt x="137" y="12"/>
                  <a:pt x="129" y="19"/>
                  <a:pt x="123" y="28"/>
                </a:cubicBezTo>
                <a:cubicBezTo>
                  <a:pt x="117" y="37"/>
                  <a:pt x="112" y="47"/>
                  <a:pt x="109" y="59"/>
                </a:cubicBezTo>
                <a:cubicBezTo>
                  <a:pt x="107" y="71"/>
                  <a:pt x="105" y="84"/>
                  <a:pt x="105" y="99"/>
                </a:cubicBezTo>
                <a:cubicBezTo>
                  <a:pt x="105" y="164"/>
                  <a:pt x="105" y="164"/>
                  <a:pt x="105" y="164"/>
                </a:cubicBezTo>
                <a:cubicBezTo>
                  <a:pt x="105" y="168"/>
                  <a:pt x="108" y="172"/>
                  <a:pt x="113" y="172"/>
                </a:cubicBezTo>
                <a:cubicBezTo>
                  <a:pt x="177" y="172"/>
                  <a:pt x="177" y="172"/>
                  <a:pt x="177" y="172"/>
                </a:cubicBezTo>
                <a:cubicBezTo>
                  <a:pt x="181" y="172"/>
                  <a:pt x="185" y="168"/>
                  <a:pt x="185" y="164"/>
                </a:cubicBezTo>
                <a:cubicBezTo>
                  <a:pt x="185" y="99"/>
                  <a:pt x="185" y="99"/>
                  <a:pt x="185" y="99"/>
                </a:cubicBezTo>
                <a:cubicBezTo>
                  <a:pt x="185" y="95"/>
                  <a:pt x="181" y="91"/>
                  <a:pt x="177" y="91"/>
                </a:cubicBezTo>
                <a:cubicBezTo>
                  <a:pt x="153" y="91"/>
                  <a:pt x="153" y="91"/>
                  <a:pt x="153" y="91"/>
                </a:cubicBezTo>
                <a:cubicBezTo>
                  <a:pt x="154" y="61"/>
                  <a:pt x="162" y="46"/>
                  <a:pt x="177" y="46"/>
                </a:cubicBezTo>
                <a:close/>
                <a:moveTo>
                  <a:pt x="177" y="46"/>
                </a:moveTo>
                <a:cubicBezTo>
                  <a:pt x="177" y="46"/>
                  <a:pt x="177" y="46"/>
                  <a:pt x="177" y="46"/>
                </a:cubicBezTo>
              </a:path>
            </a:pathLst>
          </a:custGeom>
          <a:gradFill>
            <a:gsLst>
              <a:gs pos="100000">
                <a:schemeClr val="accent5"/>
              </a:gs>
              <a:gs pos="0">
                <a:schemeClr val="accent4"/>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uk-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3" name="Picture Placeholder 2">
            <a:extLst>
              <a:ext uri="{FF2B5EF4-FFF2-40B4-BE49-F238E27FC236}">
                <a16:creationId xmlns:a16="http://schemas.microsoft.com/office/drawing/2014/main" id="{0CA9902F-3BFD-4917-9386-5632CF73AD58}"/>
              </a:ext>
            </a:extLst>
          </p:cNvPr>
          <p:cNvSpPr>
            <a:spLocks noGrp="1"/>
          </p:cNvSpPr>
          <p:nvPr>
            <p:ph type="pic" sz="quarter" idx="12"/>
          </p:nvPr>
        </p:nvSpPr>
        <p:spPr/>
        <p:txBody>
          <a:bodyPr/>
          <a:lstStyle/>
          <a:p>
            <a:endParaRPr lang="de-DE"/>
          </a:p>
        </p:txBody>
      </p:sp>
    </p:spTree>
    <p:extLst>
      <p:ext uri="{BB962C8B-B14F-4D97-AF65-F5344CB8AC3E}">
        <p14:creationId xmlns:p14="http://schemas.microsoft.com/office/powerpoint/2010/main" val="1058338996"/>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62156" y="1997839"/>
            <a:ext cx="4775201" cy="286232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Recherche 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Finden Sie den </a:t>
            </a:r>
            <a:r>
              <a:rPr kumimoji="0" lang="de-DE" sz="3600" b="1" i="0" u="none" strike="noStrike" kern="1200" cap="none" spc="0" normalizeH="0" baseline="0" noProof="0" dirty="0" err="1">
                <a:ln>
                  <a:noFill/>
                </a:ln>
                <a:solidFill>
                  <a:srgbClr val="FFFFFF"/>
                </a:solidFill>
                <a:effectLst/>
                <a:uLnTx/>
                <a:uFillTx/>
                <a:latin typeface="Source Sans Pro Black"/>
                <a:ea typeface="+mn-ea"/>
                <a:cs typeface="+mn-cs"/>
              </a:rPr>
              <a:t>Git</a:t>
            </a: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 Befehl mit dem Sie einen neuen Commit erstellen können</a:t>
            </a: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9501036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de-DE" sz="2400" b="0" i="0" u="none" strike="noStrike" kern="1200" cap="none" spc="333" normalizeH="0" baseline="0" noProof="0" dirty="0">
                <a:ln>
                  <a:noFill/>
                </a:ln>
                <a:solidFill>
                  <a:srgbClr val="FFFFFF"/>
                </a:solidFill>
                <a:effectLst/>
                <a:uLnTx/>
                <a:uFillTx/>
                <a:latin typeface="Source Sans Pro Black"/>
                <a:ea typeface="+mn-ea"/>
                <a:cs typeface="+mn-cs"/>
              </a:rPr>
              <a:t>Erstellen eines neuen </a:t>
            </a:r>
            <a:r>
              <a:rPr kumimoji="0" lang="de-DE" sz="2400" b="0" i="0" u="none" strike="noStrike" kern="1200" cap="none" spc="333" normalizeH="0" baseline="0" noProof="0" dirty="0" err="1">
                <a:ln>
                  <a:noFill/>
                </a:ln>
                <a:solidFill>
                  <a:srgbClr val="FFFFFF"/>
                </a:solidFill>
                <a:effectLst/>
                <a:uLnTx/>
                <a:uFillTx/>
                <a:latin typeface="Source Sans Pro Black"/>
                <a:ea typeface="+mn-ea"/>
                <a:cs typeface="+mn-cs"/>
              </a:rPr>
              <a:t>Commits</a:t>
            </a:r>
            <a:endParaRPr kumimoji="0" lang="de-DE" sz="2400" b="0" i="0" u="none" strike="noStrike" kern="1200" cap="none" spc="333" normalizeH="0" baseline="0" noProof="0" dirty="0">
              <a:ln>
                <a:noFill/>
              </a:ln>
              <a:solidFill>
                <a:srgbClr val="FFFFFF"/>
              </a:solidFill>
              <a:effectLst/>
              <a:uLnTx/>
              <a:uFillTx/>
              <a:latin typeface="Source Sans Pro Black"/>
              <a:ea typeface="+mn-ea"/>
              <a:cs typeface="+mn-cs"/>
            </a:endParaRP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commit</a:t>
            </a:r>
            <a:endParaRPr lang="de-DE" sz="3200" dirty="0">
              <a:solidFill>
                <a:srgbClr val="B6B6BD"/>
              </a:solidFill>
              <a:latin typeface="Source Sans Pro"/>
            </a:endParaRPr>
          </a:p>
        </p:txBody>
      </p:sp>
    </p:spTree>
    <p:extLst>
      <p:ext uri="{BB962C8B-B14F-4D97-AF65-F5344CB8AC3E}">
        <p14:creationId xmlns:p14="http://schemas.microsoft.com/office/powerpoint/2010/main" val="11144240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6D415B99-998B-FF46-BCEB-F2D96F4A5973}"/>
              </a:ext>
            </a:extLst>
          </p:cNvPr>
          <p:cNvSpPr txBox="1"/>
          <p:nvPr/>
        </p:nvSpPr>
        <p:spPr>
          <a:xfrm>
            <a:off x="1462156" y="1997839"/>
            <a:ext cx="4775201" cy="2862322"/>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B6B6BD"/>
                </a:solidFill>
                <a:effectLst/>
                <a:uLnTx/>
                <a:uFillTx/>
                <a:latin typeface="Source Sans Pro"/>
                <a:ea typeface="+mn-ea"/>
                <a:cs typeface="+mn-cs"/>
              </a:rPr>
              <a:t>Aufgabe</a:t>
            </a:r>
          </a:p>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Konfigurieren Sie Ihr </a:t>
            </a:r>
            <a:r>
              <a:rPr kumimoji="0" lang="de-DE" sz="3600" b="1" i="0" u="none" strike="noStrike" kern="1200" cap="none" spc="0" normalizeH="0" baseline="0" noProof="0" dirty="0" err="1">
                <a:ln>
                  <a:noFill/>
                </a:ln>
                <a:solidFill>
                  <a:srgbClr val="FFFFFF"/>
                </a:solidFill>
                <a:effectLst/>
                <a:uLnTx/>
                <a:uFillTx/>
                <a:latin typeface="Source Sans Pro Black"/>
                <a:ea typeface="+mn-ea"/>
                <a:cs typeface="+mn-cs"/>
              </a:rPr>
              <a:t>Git</a:t>
            </a:r>
            <a:r>
              <a:rPr kumimoji="0" lang="de-DE" sz="3600" b="1" i="0" u="none" strike="noStrike" kern="1200" cap="none" spc="0" normalizeH="0" baseline="0" noProof="0" dirty="0">
                <a:ln>
                  <a:noFill/>
                </a:ln>
                <a:solidFill>
                  <a:srgbClr val="FFFFFF"/>
                </a:solidFill>
                <a:effectLst/>
                <a:uLnTx/>
                <a:uFillTx/>
                <a:latin typeface="Source Sans Pro Black"/>
                <a:ea typeface="+mn-ea"/>
                <a:cs typeface="+mn-cs"/>
              </a:rPr>
              <a:t> mit Ihrem eigenen Nutzernamen sowie Email </a:t>
            </a:r>
          </a:p>
        </p:txBody>
      </p:sp>
      <p:sp>
        <p:nvSpPr>
          <p:cNvPr id="2" name="Oval 1">
            <a:extLst>
              <a:ext uri="{FF2B5EF4-FFF2-40B4-BE49-F238E27FC236}">
                <a16:creationId xmlns:a16="http://schemas.microsoft.com/office/drawing/2014/main" id="{E5454B15-01F0-D149-B4D7-3EB7782D1709}"/>
              </a:ext>
            </a:extLst>
          </p:cNvPr>
          <p:cNvSpPr/>
          <p:nvPr/>
        </p:nvSpPr>
        <p:spPr>
          <a:xfrm>
            <a:off x="7010400" y="2057400"/>
            <a:ext cx="2743200" cy="2743200"/>
          </a:xfrm>
          <a:prstGeom prst="ellipse">
            <a:avLst/>
          </a:prstGeom>
          <a:gradFill>
            <a:gsLst>
              <a:gs pos="100000">
                <a:schemeClr val="accent4"/>
              </a:gs>
              <a:gs pos="0">
                <a:schemeClr val="accent3"/>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en-UA"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17" name="TextBox 16">
            <a:extLst>
              <a:ext uri="{FF2B5EF4-FFF2-40B4-BE49-F238E27FC236}">
                <a16:creationId xmlns:a16="http://schemas.microsoft.com/office/drawing/2014/main" id="{CCCDB8E6-E786-9547-AA89-EF86BE4DBCA4}"/>
              </a:ext>
            </a:extLst>
          </p:cNvPr>
          <p:cNvSpPr txBox="1"/>
          <p:nvPr/>
        </p:nvSpPr>
        <p:spPr>
          <a:xfrm>
            <a:off x="7264400" y="2172246"/>
            <a:ext cx="2235200" cy="2544414"/>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kumimoji="0" lang="en-US"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rPr>
              <a:t>?</a:t>
            </a:r>
            <a:endParaRPr kumimoji="0" lang="uk-UA" sz="15934" b="1" i="0" u="none" strike="noStrike" kern="1200" cap="none" spc="0" normalizeH="0" baseline="0" noProof="0" dirty="0">
              <a:ln>
                <a:noFill/>
              </a:ln>
              <a:solidFill>
                <a:srgbClr val="FFFFFF"/>
              </a:solidFill>
              <a:effectLst/>
              <a:uLnTx/>
              <a:uFillTx/>
              <a:latin typeface="Montserrat" panose="00000500000000000000" pitchFamily="2" charset="0"/>
              <a:ea typeface="+mn-ea"/>
              <a:cs typeface="+mn-cs"/>
            </a:endParaRPr>
          </a:p>
        </p:txBody>
      </p:sp>
    </p:spTree>
    <p:extLst>
      <p:ext uri="{BB962C8B-B14F-4D97-AF65-F5344CB8AC3E}">
        <p14:creationId xmlns:p14="http://schemas.microsoft.com/office/powerpoint/2010/main" val="18110749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32C423C-8CB4-4609-A8B9-BF360408F2D0}"/>
              </a:ext>
            </a:extLst>
          </p:cNvPr>
          <p:cNvSpPr txBox="1"/>
          <p:nvPr/>
        </p:nvSpPr>
        <p:spPr>
          <a:xfrm>
            <a:off x="761999" y="5974993"/>
            <a:ext cx="10668002" cy="461665"/>
          </a:xfrm>
          <a:prstGeom prst="rect">
            <a:avLst/>
          </a:prstGeom>
          <a:noFill/>
        </p:spPr>
        <p:txBody>
          <a:bodyPr wrap="square" rtlCol="0">
            <a:spAutoFit/>
          </a:bodyPr>
          <a:lstStyle/>
          <a:p>
            <a:pPr marL="0" marR="0" lvl="0" indent="0" algn="ctr" defTabSz="914446" rtl="0" eaLnBrk="1" fontAlgn="auto" latinLnBrk="0" hangingPunct="1">
              <a:lnSpc>
                <a:spcPct val="100000"/>
              </a:lnSpc>
              <a:spcBef>
                <a:spcPts val="0"/>
              </a:spcBef>
              <a:spcAft>
                <a:spcPts val="0"/>
              </a:spcAft>
              <a:buClrTx/>
              <a:buSzTx/>
              <a:buFontTx/>
              <a:buNone/>
              <a:tabLst/>
              <a:defRPr/>
            </a:pPr>
            <a:r>
              <a:rPr lang="de-DE" sz="2400" spc="333" dirty="0">
                <a:solidFill>
                  <a:srgbClr val="FFFFFF"/>
                </a:solidFill>
                <a:latin typeface="Source Sans Pro Black"/>
              </a:rPr>
              <a:t>Eintragen Nutzername und Email </a:t>
            </a:r>
            <a:r>
              <a:rPr lang="de-DE" sz="2400" spc="333" dirty="0" err="1">
                <a:solidFill>
                  <a:srgbClr val="FFFFFF"/>
                </a:solidFill>
                <a:latin typeface="Source Sans Pro Black"/>
              </a:rPr>
              <a:t>Git</a:t>
            </a:r>
            <a:r>
              <a:rPr lang="de-DE" sz="2400" spc="333" dirty="0">
                <a:solidFill>
                  <a:srgbClr val="FFFFFF"/>
                </a:solidFill>
                <a:latin typeface="Source Sans Pro Black"/>
              </a:rPr>
              <a:t> </a:t>
            </a:r>
            <a:r>
              <a:rPr lang="de-DE" sz="2400" spc="333" dirty="0" err="1">
                <a:solidFill>
                  <a:srgbClr val="FFFFFF"/>
                </a:solidFill>
                <a:latin typeface="Source Sans Pro Black"/>
              </a:rPr>
              <a:t>Config</a:t>
            </a:r>
            <a:endParaRPr kumimoji="0" lang="de-DE" sz="2400" b="0" i="0" u="none" strike="noStrike" kern="1200" cap="none" spc="333" normalizeH="0" baseline="0" noProof="0" dirty="0">
              <a:ln>
                <a:noFill/>
              </a:ln>
              <a:solidFill>
                <a:srgbClr val="FFFFFF"/>
              </a:solidFill>
              <a:effectLst/>
              <a:uLnTx/>
              <a:uFillTx/>
              <a:latin typeface="Source Sans Pro Black"/>
              <a:ea typeface="+mn-ea"/>
              <a:cs typeface="+mn-cs"/>
            </a:endParaRPr>
          </a:p>
        </p:txBody>
      </p:sp>
      <p:sp>
        <p:nvSpPr>
          <p:cNvPr id="5" name="Title 1">
            <a:extLst>
              <a:ext uri="{FF2B5EF4-FFF2-40B4-BE49-F238E27FC236}">
                <a16:creationId xmlns:a16="http://schemas.microsoft.com/office/drawing/2014/main" id="{22D4049C-CC3A-4333-9B31-38DD48AC22A7}"/>
              </a:ext>
            </a:extLst>
          </p:cNvPr>
          <p:cNvSpPr txBox="1">
            <a:spLocks/>
          </p:cNvSpPr>
          <p:nvPr/>
        </p:nvSpPr>
        <p:spPr>
          <a:xfrm>
            <a:off x="1422400" y="1709209"/>
            <a:ext cx="9347201" cy="3439583"/>
          </a:xfrm>
          <a:prstGeom prst="rect">
            <a:avLst/>
          </a:prstGeom>
        </p:spPr>
        <p:txBody>
          <a:bodyPr anchor="ctr"/>
          <a:lstStyle>
            <a:lvl1pPr algn="ctr" defTabSz="1371600" rtl="0" eaLnBrk="1" latinLnBrk="0" hangingPunct="1">
              <a:lnSpc>
                <a:spcPct val="90000"/>
              </a:lnSpc>
              <a:spcBef>
                <a:spcPct val="0"/>
              </a:spcBef>
              <a:buNone/>
              <a:defRPr lang="en-US" sz="7200" kern="1200">
                <a:gradFill>
                  <a:gsLst>
                    <a:gs pos="25000">
                      <a:schemeClr val="accent2"/>
                    </a:gs>
                    <a:gs pos="75000">
                      <a:schemeClr val="accent4"/>
                    </a:gs>
                    <a:gs pos="50000">
                      <a:schemeClr val="accent3"/>
                    </a:gs>
                    <a:gs pos="0">
                      <a:schemeClr val="accent1"/>
                    </a:gs>
                    <a:gs pos="100000">
                      <a:schemeClr val="accent5"/>
                    </a:gs>
                  </a:gsLst>
                  <a:lin ang="8100000" scaled="0"/>
                </a:gradFill>
                <a:latin typeface="+mj-lt"/>
                <a:ea typeface="+mn-ea"/>
                <a:cs typeface="+mn-cs"/>
              </a:defRPr>
            </a:lvl1pPr>
          </a:lstStyle>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config</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--global user.name "John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Doe</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a:t>
            </a:r>
          </a:p>
          <a:p>
            <a:pPr marL="0" marR="0" lvl="0" indent="0" algn="ctr" defTabSz="914446" rtl="0" eaLnBrk="1" fontAlgn="auto" latinLnBrk="0" hangingPunct="1">
              <a:lnSpc>
                <a:spcPct val="90000"/>
              </a:lnSpc>
              <a:spcBef>
                <a:spcPct val="0"/>
              </a:spcBef>
              <a:spcAft>
                <a:spcPts val="0"/>
              </a:spcAft>
              <a:buClrTx/>
              <a:buSzTx/>
              <a:buFontTx/>
              <a:buNone/>
              <a:tabLst/>
              <a:defRPr/>
            </a:pP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config</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--global </a:t>
            </a:r>
            <a:r>
              <a:rPr kumimoji="0" lang="de-DE" sz="3200" b="0" i="0" u="none" strike="noStrike" kern="1200" cap="none" spc="0" normalizeH="0" baseline="0" noProof="0" dirty="0" err="1">
                <a:ln>
                  <a:noFill/>
                </a:ln>
                <a:solidFill>
                  <a:srgbClr val="B6B6BD"/>
                </a:solidFill>
                <a:effectLst/>
                <a:uLnTx/>
                <a:uFillTx/>
                <a:latin typeface="Source Sans Pro"/>
                <a:ea typeface="+mn-ea"/>
                <a:cs typeface="+mn-cs"/>
              </a:rPr>
              <a:t>user.email</a:t>
            </a:r>
            <a:r>
              <a:rPr kumimoji="0" lang="de-DE" sz="3200" b="0" i="0" u="none" strike="noStrike" kern="1200" cap="none" spc="0" normalizeH="0" baseline="0" noProof="0" dirty="0">
                <a:ln>
                  <a:noFill/>
                </a:ln>
                <a:solidFill>
                  <a:srgbClr val="B6B6BD"/>
                </a:solidFill>
                <a:effectLst/>
                <a:uLnTx/>
                <a:uFillTx/>
                <a:latin typeface="Source Sans Pro"/>
                <a:ea typeface="+mn-ea"/>
                <a:cs typeface="+mn-cs"/>
              </a:rPr>
              <a:t> johndoe@example.com</a:t>
            </a:r>
            <a:endParaRPr lang="de-DE" sz="3200" dirty="0">
              <a:solidFill>
                <a:srgbClr val="B6B6BD"/>
              </a:solidFill>
              <a:latin typeface="Source Sans Pro"/>
            </a:endParaRPr>
          </a:p>
        </p:txBody>
      </p:sp>
    </p:spTree>
    <p:extLst>
      <p:ext uri="{BB962C8B-B14F-4D97-AF65-F5344CB8AC3E}">
        <p14:creationId xmlns:p14="http://schemas.microsoft.com/office/powerpoint/2010/main" val="34495505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B14C063B-B052-46EF-9487-3AA5A4F2964C}"/>
              </a:ext>
            </a:extLst>
          </p:cNvPr>
          <p:cNvSpPr>
            <a:spLocks noGrp="1"/>
          </p:cNvSpPr>
          <p:nvPr>
            <p:ph type="pic" sz="quarter" idx="10"/>
          </p:nvPr>
        </p:nvSpPr>
        <p:spPr/>
        <p:txBody>
          <a:bodyPr/>
          <a:lstStyle/>
          <a:p>
            <a:endParaRPr lang="de-DE"/>
          </a:p>
        </p:txBody>
      </p:sp>
      <p:sp>
        <p:nvSpPr>
          <p:cNvPr id="5" name="Freeform: Shape 4">
            <a:extLst>
              <a:ext uri="{FF2B5EF4-FFF2-40B4-BE49-F238E27FC236}">
                <a16:creationId xmlns:a16="http://schemas.microsoft.com/office/drawing/2014/main" id="{3F02183D-3155-460F-9462-B7782A8A1209}"/>
              </a:ext>
            </a:extLst>
          </p:cNvPr>
          <p:cNvSpPr/>
          <p:nvPr/>
        </p:nvSpPr>
        <p:spPr>
          <a:xfrm>
            <a:off x="4137857" y="-1"/>
            <a:ext cx="8054143" cy="6858000"/>
          </a:xfrm>
          <a:custGeom>
            <a:avLst/>
            <a:gdLst>
              <a:gd name="connsiteX0" fmla="*/ 0 w 12081215"/>
              <a:gd name="connsiteY0" fmla="*/ 0 h 10287000"/>
              <a:gd name="connsiteX1" fmla="*/ 12081215 w 12081215"/>
              <a:gd name="connsiteY1" fmla="*/ 0 h 10287000"/>
              <a:gd name="connsiteX2" fmla="*/ 12081215 w 12081215"/>
              <a:gd name="connsiteY2" fmla="*/ 10287000 h 10287000"/>
              <a:gd name="connsiteX3" fmla="*/ 0 w 12081215"/>
              <a:gd name="connsiteY3" fmla="*/ 10287000 h 10287000"/>
              <a:gd name="connsiteX4" fmla="*/ 65386 w 12081215"/>
              <a:gd name="connsiteY4" fmla="*/ 10192852 h 10287000"/>
              <a:gd name="connsiteX5" fmla="*/ 1547093 w 12081215"/>
              <a:gd name="connsiteY5" fmla="*/ 5143500 h 10287000"/>
              <a:gd name="connsiteX6" fmla="*/ 65386 w 12081215"/>
              <a:gd name="connsiteY6" fmla="*/ 94148 h 10287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081215" h="10287000">
                <a:moveTo>
                  <a:pt x="0" y="0"/>
                </a:moveTo>
                <a:lnTo>
                  <a:pt x="12081215" y="0"/>
                </a:lnTo>
                <a:lnTo>
                  <a:pt x="12081215" y="10287000"/>
                </a:lnTo>
                <a:lnTo>
                  <a:pt x="0" y="10287000"/>
                </a:lnTo>
                <a:lnTo>
                  <a:pt x="65386" y="10192852"/>
                </a:lnTo>
                <a:cubicBezTo>
                  <a:pt x="995993" y="8784821"/>
                  <a:pt x="1547093" y="7036984"/>
                  <a:pt x="1547093" y="5143500"/>
                </a:cubicBezTo>
                <a:cubicBezTo>
                  <a:pt x="1547093" y="3250017"/>
                  <a:pt x="995993" y="1502179"/>
                  <a:pt x="65386" y="94148"/>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47" name="TextBox 46">
            <a:extLst>
              <a:ext uri="{FF2B5EF4-FFF2-40B4-BE49-F238E27FC236}">
                <a16:creationId xmlns:a16="http://schemas.microsoft.com/office/drawing/2014/main" id="{23E5A027-7F68-49D0-91B3-936311EC45C2}"/>
              </a:ext>
            </a:extLst>
          </p:cNvPr>
          <p:cNvSpPr txBox="1"/>
          <p:nvPr/>
        </p:nvSpPr>
        <p:spPr>
          <a:xfrm>
            <a:off x="5398606" y="2767280"/>
            <a:ext cx="6762474" cy="1323439"/>
          </a:xfrm>
          <a:prstGeom prst="rect">
            <a:avLst/>
          </a:prstGeom>
          <a:noFill/>
        </p:spPr>
        <p:txBody>
          <a:bodyPr wrap="square" rtlCol="0">
            <a:spAutoFit/>
          </a:bodyPr>
          <a:lstStyle>
            <a:defPPr>
              <a:defRPr lang="uk-UA"/>
            </a:defPPr>
            <a:lvl1pPr algn="ctr">
              <a:defRPr sz="16600">
                <a:gradFill>
                  <a:gsLst>
                    <a:gs pos="100000">
                      <a:schemeClr val="accent6"/>
                    </a:gs>
                    <a:gs pos="80000">
                      <a:schemeClr val="accent5"/>
                    </a:gs>
                    <a:gs pos="60000">
                      <a:schemeClr val="accent4"/>
                    </a:gs>
                    <a:gs pos="40000">
                      <a:schemeClr val="accent3"/>
                    </a:gs>
                    <a:gs pos="20000">
                      <a:schemeClr val="accent2"/>
                    </a:gs>
                    <a:gs pos="1000">
                      <a:schemeClr val="accent1"/>
                    </a:gs>
                  </a:gsLst>
                  <a:lin ang="90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4000" b="0" i="0" u="none" strike="noStrike" kern="1200" cap="none" spc="0" normalizeH="0" baseline="0" noProof="0" dirty="0">
                <a:ln>
                  <a:noFill/>
                </a:ln>
                <a:solidFill>
                  <a:srgbClr val="FFFFFF"/>
                </a:solidFill>
                <a:effectLst/>
                <a:uLnTx/>
                <a:uFillTx/>
                <a:latin typeface="Source Sans Pro Black"/>
                <a:ea typeface="+mn-ea"/>
                <a:cs typeface="+mn-cs"/>
              </a:rPr>
              <a:t>Hinzufügen, Umbenennen und Entfernen von Dateien</a:t>
            </a:r>
          </a:p>
        </p:txBody>
      </p:sp>
      <p:sp>
        <p:nvSpPr>
          <p:cNvPr id="27" name="TextBox 26">
            <a:extLst>
              <a:ext uri="{FF2B5EF4-FFF2-40B4-BE49-F238E27FC236}">
                <a16:creationId xmlns:a16="http://schemas.microsoft.com/office/drawing/2014/main" id="{8344EC9D-0C25-4EE6-8351-B8DC7C38C514}"/>
              </a:ext>
            </a:extLst>
          </p:cNvPr>
          <p:cNvSpPr txBox="1"/>
          <p:nvPr/>
        </p:nvSpPr>
        <p:spPr>
          <a:xfrm>
            <a:off x="5880100" y="408257"/>
            <a:ext cx="5092700" cy="420564"/>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2133" b="0" i="0" u="none" strike="noStrike" kern="1200" cap="none" spc="0" normalizeH="0" baseline="0" noProof="0" dirty="0">
                <a:ln>
                  <a:noFill/>
                </a:ln>
                <a:solidFill>
                  <a:srgbClr val="FFC955"/>
                </a:solidFill>
                <a:effectLst/>
                <a:uLnTx/>
                <a:uFillTx/>
                <a:latin typeface="Source Sans Pro Black"/>
                <a:ea typeface="+mn-ea"/>
                <a:cs typeface="+mn-cs"/>
              </a:rPr>
              <a:t>GIT</a:t>
            </a:r>
            <a:endParaRPr kumimoji="0" lang="de-DE" sz="2133" b="1" i="0" u="none" strike="noStrike" kern="1200" cap="none" spc="0" normalizeH="0" baseline="0" noProof="0" dirty="0">
              <a:ln>
                <a:noFill/>
              </a:ln>
              <a:solidFill>
                <a:srgbClr val="FFC955"/>
              </a:solidFill>
              <a:effectLst/>
              <a:uLnTx/>
              <a:uFillTx/>
              <a:latin typeface="Source Sans Pro"/>
              <a:ea typeface="+mn-ea"/>
              <a:cs typeface="+mn-cs"/>
            </a:endParaRPr>
          </a:p>
        </p:txBody>
      </p:sp>
    </p:spTree>
    <p:extLst>
      <p:ext uri="{BB962C8B-B14F-4D97-AF65-F5344CB8AC3E}">
        <p14:creationId xmlns:p14="http://schemas.microsoft.com/office/powerpoint/2010/main" val="1397112566"/>
      </p:ext>
    </p:extLst>
  </p:cSld>
  <p:clrMapOvr>
    <a:masterClrMapping/>
  </p:clrMapOvr>
  <mc:AlternateContent xmlns:mc="http://schemas.openxmlformats.org/markup-compatibility/2006" xmlns:p14="http://schemas.microsoft.com/office/powerpoint/2010/main">
    <mc:Choice Requires="p14">
      <p:transition spd="slow" p14:dur="1600">
        <p14:gallery dir="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Rounded Corners 52">
            <a:extLst>
              <a:ext uri="{FF2B5EF4-FFF2-40B4-BE49-F238E27FC236}">
                <a16:creationId xmlns:a16="http://schemas.microsoft.com/office/drawing/2014/main" id="{EF6E3F43-8228-4A5F-B678-83EF7D2B82D8}"/>
              </a:ext>
            </a:extLst>
          </p:cNvPr>
          <p:cNvSpPr/>
          <p:nvPr/>
        </p:nvSpPr>
        <p:spPr>
          <a:xfrm>
            <a:off x="914399" y="914400"/>
            <a:ext cx="10363203" cy="1192800"/>
          </a:xfrm>
          <a:prstGeom prst="roundRect">
            <a:avLst>
              <a:gd name="adj" fmla="val 761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7" name="Rectangle: Rounded Corners 56">
            <a:extLst>
              <a:ext uri="{FF2B5EF4-FFF2-40B4-BE49-F238E27FC236}">
                <a16:creationId xmlns:a16="http://schemas.microsoft.com/office/drawing/2014/main" id="{404B4BD1-9AEE-451A-9C08-CDB4AA09A12C}"/>
              </a:ext>
            </a:extLst>
          </p:cNvPr>
          <p:cNvSpPr/>
          <p:nvPr/>
        </p:nvSpPr>
        <p:spPr>
          <a:xfrm>
            <a:off x="914399" y="4750800"/>
            <a:ext cx="10363203" cy="1192800"/>
          </a:xfrm>
          <a:prstGeom prst="roundRect">
            <a:avLst>
              <a:gd name="adj" fmla="val 761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8" name="Rectangle: Rounded Corners 57">
            <a:extLst>
              <a:ext uri="{FF2B5EF4-FFF2-40B4-BE49-F238E27FC236}">
                <a16:creationId xmlns:a16="http://schemas.microsoft.com/office/drawing/2014/main" id="{EC6A4D6D-9A7F-4696-9E87-3E5804D216DA}"/>
              </a:ext>
            </a:extLst>
          </p:cNvPr>
          <p:cNvSpPr/>
          <p:nvPr/>
        </p:nvSpPr>
        <p:spPr>
          <a:xfrm>
            <a:off x="914399" y="3472000"/>
            <a:ext cx="10363203" cy="1192800"/>
          </a:xfrm>
          <a:prstGeom prst="roundRect">
            <a:avLst>
              <a:gd name="adj" fmla="val 761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59" name="Rectangle: Rounded Corners 58">
            <a:extLst>
              <a:ext uri="{FF2B5EF4-FFF2-40B4-BE49-F238E27FC236}">
                <a16:creationId xmlns:a16="http://schemas.microsoft.com/office/drawing/2014/main" id="{518092BB-9BE4-4094-A3F2-B5F1123D1057}"/>
              </a:ext>
            </a:extLst>
          </p:cNvPr>
          <p:cNvSpPr/>
          <p:nvPr/>
        </p:nvSpPr>
        <p:spPr>
          <a:xfrm>
            <a:off x="914399" y="2193200"/>
            <a:ext cx="10363203" cy="1192800"/>
          </a:xfrm>
          <a:prstGeom prst="roundRect">
            <a:avLst>
              <a:gd name="adj" fmla="val 7617"/>
            </a:avLst>
          </a:prstGeom>
          <a:solidFill>
            <a:schemeClr val="bg2">
              <a:lumMod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46" rtl="0" eaLnBrk="1" fontAlgn="auto" latinLnBrk="0" hangingPunct="1">
              <a:lnSpc>
                <a:spcPct val="100000"/>
              </a:lnSpc>
              <a:spcBef>
                <a:spcPts val="0"/>
              </a:spcBef>
              <a:spcAft>
                <a:spcPts val="0"/>
              </a:spcAft>
              <a:buClrTx/>
              <a:buSzTx/>
              <a:buFontTx/>
              <a:buNone/>
              <a:tabLst/>
              <a:defRPr/>
            </a:pPr>
            <a:endParaRPr kumimoji="0" lang="de-DE" sz="1800" b="0" i="0" u="none" strike="noStrike" kern="1200" cap="none" spc="0" normalizeH="0" baseline="0" noProof="0">
              <a:ln>
                <a:noFill/>
              </a:ln>
              <a:solidFill>
                <a:srgbClr val="FFFFFF"/>
              </a:solidFill>
              <a:effectLst/>
              <a:uLnTx/>
              <a:uFillTx/>
              <a:latin typeface="Source Sans Pro"/>
              <a:ea typeface="+mn-ea"/>
              <a:cs typeface="+mn-cs"/>
            </a:endParaRPr>
          </a:p>
        </p:txBody>
      </p:sp>
      <p:sp>
        <p:nvSpPr>
          <p:cNvPr id="61" name="TextBox 60">
            <a:extLst>
              <a:ext uri="{FF2B5EF4-FFF2-40B4-BE49-F238E27FC236}">
                <a16:creationId xmlns:a16="http://schemas.microsoft.com/office/drawing/2014/main" id="{C0BA6410-969B-4D03-BC9D-E60EF4924557}"/>
              </a:ext>
            </a:extLst>
          </p:cNvPr>
          <p:cNvSpPr txBox="1"/>
          <p:nvPr/>
        </p:nvSpPr>
        <p:spPr>
          <a:xfrm>
            <a:off x="5900058" y="1110691"/>
            <a:ext cx="3802269" cy="58477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Erstellen Sie ein neues Projekt mit Ihrem Namen in der angelegten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Gruppe</a:t>
            </a:r>
          </a:p>
        </p:txBody>
      </p:sp>
      <p:sp>
        <p:nvSpPr>
          <p:cNvPr id="62" name="TextBox 61">
            <a:extLst>
              <a:ext uri="{FF2B5EF4-FFF2-40B4-BE49-F238E27FC236}">
                <a16:creationId xmlns:a16="http://schemas.microsoft.com/office/drawing/2014/main" id="{66AC34EC-E372-4D20-9260-3640869DD5DE}"/>
              </a:ext>
            </a:extLst>
          </p:cNvPr>
          <p:cNvSpPr txBox="1"/>
          <p:nvPr/>
        </p:nvSpPr>
        <p:spPr>
          <a:xfrm>
            <a:off x="1290577" y="1069655"/>
            <a:ext cx="4134138" cy="913199"/>
          </a:xfrm>
          <a:prstGeom prst="rect">
            <a:avLst/>
          </a:prstGeom>
          <a:noFill/>
        </p:spPr>
        <p:txBody>
          <a:bodyPr wrap="square" rtlCol="0">
            <a:spAutoFit/>
          </a:bodyPr>
          <a:lstStyle>
            <a:defPPr>
              <a:defRPr lang="uk-UA"/>
            </a:defPPr>
            <a:lvl1pPr algn="ctr">
              <a:defRPr sz="6600">
                <a:gradFill>
                  <a:gsLst>
                    <a:gs pos="100000">
                      <a:schemeClr val="accent3"/>
                    </a:gs>
                    <a:gs pos="1000">
                      <a:schemeClr val="accent2"/>
                    </a:gs>
                  </a:gsLst>
                  <a:lin ang="66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a:ln>
                  <a:noFill/>
                </a:ln>
                <a:gradFill>
                  <a:gsLst>
                    <a:gs pos="100000">
                      <a:srgbClr val="CE59C4"/>
                    </a:gs>
                    <a:gs pos="1000">
                      <a:srgbClr val="FF5355"/>
                    </a:gs>
                  </a:gsLst>
                  <a:lin ang="6600000" scaled="0"/>
                </a:gradFill>
                <a:effectLst/>
                <a:uLnTx/>
                <a:uFillTx/>
                <a:latin typeface="Source Sans Pro Black"/>
                <a:ea typeface="+mn-ea"/>
                <a:cs typeface="+mn-cs"/>
              </a:rPr>
              <a:t>Schritt 1</a:t>
            </a:r>
          </a:p>
        </p:txBody>
      </p:sp>
      <p:sp>
        <p:nvSpPr>
          <p:cNvPr id="64" name="TextBox 63">
            <a:extLst>
              <a:ext uri="{FF2B5EF4-FFF2-40B4-BE49-F238E27FC236}">
                <a16:creationId xmlns:a16="http://schemas.microsoft.com/office/drawing/2014/main" id="{DFA6EE25-7A93-443A-A67E-943FFFB62CFC}"/>
              </a:ext>
            </a:extLst>
          </p:cNvPr>
          <p:cNvSpPr txBox="1"/>
          <p:nvPr/>
        </p:nvSpPr>
        <p:spPr>
          <a:xfrm>
            <a:off x="6767286" y="2348455"/>
            <a:ext cx="4134138" cy="913199"/>
          </a:xfrm>
          <a:prstGeom prst="rect">
            <a:avLst/>
          </a:prstGeom>
          <a:noFill/>
        </p:spPr>
        <p:txBody>
          <a:bodyPr wrap="square" rtlCol="0">
            <a:spAutoFit/>
          </a:bodyPr>
          <a:lstStyle>
            <a:defPPr>
              <a:defRPr lang="uk-UA"/>
            </a:defPPr>
            <a:lvl1pPr algn="ctr">
              <a:defRPr sz="6600">
                <a:gradFill>
                  <a:gsLst>
                    <a:gs pos="100000">
                      <a:schemeClr val="accent4"/>
                    </a:gs>
                    <a:gs pos="1000">
                      <a:schemeClr val="accent3"/>
                    </a:gs>
                  </a:gsLst>
                  <a:lin ang="66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a:ln>
                  <a:noFill/>
                </a:ln>
                <a:gradFill>
                  <a:gsLst>
                    <a:gs pos="100000">
                      <a:srgbClr val="8766D0"/>
                    </a:gs>
                    <a:gs pos="1000">
                      <a:srgbClr val="CE59C4"/>
                    </a:gs>
                  </a:gsLst>
                  <a:lin ang="6600000" scaled="0"/>
                </a:gradFill>
                <a:effectLst/>
                <a:uLnTx/>
                <a:uFillTx/>
                <a:latin typeface="Source Sans Pro Black"/>
                <a:ea typeface="+mn-ea"/>
                <a:cs typeface="+mn-cs"/>
              </a:rPr>
              <a:t>Schritt 2</a:t>
            </a:r>
          </a:p>
        </p:txBody>
      </p:sp>
      <p:sp>
        <p:nvSpPr>
          <p:cNvPr id="66" name="TextBox 65">
            <a:extLst>
              <a:ext uri="{FF2B5EF4-FFF2-40B4-BE49-F238E27FC236}">
                <a16:creationId xmlns:a16="http://schemas.microsoft.com/office/drawing/2014/main" id="{2A15E49E-679B-4CAF-A6AB-FA99D7D2F2B1}"/>
              </a:ext>
            </a:extLst>
          </p:cNvPr>
          <p:cNvSpPr txBox="1"/>
          <p:nvPr/>
        </p:nvSpPr>
        <p:spPr>
          <a:xfrm>
            <a:off x="1290576" y="3627255"/>
            <a:ext cx="4134138" cy="913199"/>
          </a:xfrm>
          <a:prstGeom prst="rect">
            <a:avLst/>
          </a:prstGeom>
          <a:noFill/>
        </p:spPr>
        <p:txBody>
          <a:bodyPr wrap="square" rtlCol="0">
            <a:spAutoFit/>
          </a:bodyPr>
          <a:lstStyle>
            <a:defPPr>
              <a:defRPr lang="uk-UA"/>
            </a:defPPr>
            <a:lvl1pPr algn="ctr">
              <a:defRPr sz="6600">
                <a:gradFill>
                  <a:gsLst>
                    <a:gs pos="100000">
                      <a:schemeClr val="accent5"/>
                    </a:gs>
                    <a:gs pos="1000">
                      <a:schemeClr val="accent4"/>
                    </a:gs>
                  </a:gsLst>
                  <a:lin ang="18600000" scaled="0"/>
                </a:gradFill>
                <a:latin typeface="+mj-lt"/>
              </a:defRPr>
            </a:lvl1p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a:ln>
                  <a:noFill/>
                </a:ln>
                <a:gradFill>
                  <a:gsLst>
                    <a:gs pos="100000">
                      <a:srgbClr val="6C9FF4"/>
                    </a:gs>
                    <a:gs pos="1000">
                      <a:srgbClr val="8766D0"/>
                    </a:gs>
                  </a:gsLst>
                  <a:lin ang="18600000" scaled="0"/>
                </a:gradFill>
                <a:effectLst/>
                <a:uLnTx/>
                <a:uFillTx/>
                <a:latin typeface="Source Sans Pro Black"/>
                <a:ea typeface="+mn-ea"/>
                <a:cs typeface="+mn-cs"/>
              </a:rPr>
              <a:t>Schritt 3</a:t>
            </a:r>
          </a:p>
        </p:txBody>
      </p:sp>
      <p:sp>
        <p:nvSpPr>
          <p:cNvPr id="68" name="TextBox 67">
            <a:extLst>
              <a:ext uri="{FF2B5EF4-FFF2-40B4-BE49-F238E27FC236}">
                <a16:creationId xmlns:a16="http://schemas.microsoft.com/office/drawing/2014/main" id="{7094ADD1-76D0-4D3C-BA47-BE5EFFFC1A42}"/>
              </a:ext>
            </a:extLst>
          </p:cNvPr>
          <p:cNvSpPr txBox="1"/>
          <p:nvPr/>
        </p:nvSpPr>
        <p:spPr>
          <a:xfrm>
            <a:off x="6767286" y="4906055"/>
            <a:ext cx="4134138" cy="913199"/>
          </a:xfrm>
          <a:prstGeom prst="rect">
            <a:avLst/>
          </a:prstGeom>
          <a:noFill/>
        </p:spPr>
        <p:txBody>
          <a:bodyPr wrap="square" rtlCol="0">
            <a:spAutoFit/>
          </a:bodyPr>
          <a:lstStyle>
            <a:defPPr>
              <a:defRPr lang="uk-UA"/>
            </a:defPPr>
            <a:lvl1pPr algn="ctr">
              <a:defRPr sz="6600">
                <a:gradFill>
                  <a:gsLst>
                    <a:gs pos="100000">
                      <a:schemeClr val="accent3"/>
                    </a:gs>
                    <a:gs pos="1000">
                      <a:schemeClr val="accent2"/>
                    </a:gs>
                  </a:gsLst>
                  <a:lin ang="6600000" scaled="0"/>
                </a:gradFill>
                <a:latin typeface="+mj-lt"/>
              </a:defRPr>
            </a:lvl1p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5334" b="0" i="0" u="none" strike="noStrike" kern="1200" cap="none" spc="0" normalizeH="0" baseline="0" noProof="0">
                <a:ln>
                  <a:noFill/>
                </a:ln>
                <a:gradFill>
                  <a:gsLst>
                    <a:gs pos="100000">
                      <a:srgbClr val="5BC9B0"/>
                    </a:gs>
                    <a:gs pos="1000">
                      <a:srgbClr val="6C9FF4"/>
                    </a:gs>
                  </a:gsLst>
                  <a:lin ang="18600000" scaled="0"/>
                </a:gradFill>
                <a:effectLst/>
                <a:uLnTx/>
                <a:uFillTx/>
                <a:latin typeface="Source Sans Pro Black"/>
                <a:ea typeface="+mn-ea"/>
                <a:cs typeface="+mn-cs"/>
              </a:rPr>
              <a:t>Schritt 4</a:t>
            </a:r>
          </a:p>
        </p:txBody>
      </p:sp>
      <p:sp>
        <p:nvSpPr>
          <p:cNvPr id="70" name="TextBox 69">
            <a:extLst>
              <a:ext uri="{FF2B5EF4-FFF2-40B4-BE49-F238E27FC236}">
                <a16:creationId xmlns:a16="http://schemas.microsoft.com/office/drawing/2014/main" id="{FA18E09E-EFBA-4A6A-BFFB-F14A8EEBA28D}"/>
              </a:ext>
            </a:extLst>
          </p:cNvPr>
          <p:cNvSpPr txBox="1"/>
          <p:nvPr/>
        </p:nvSpPr>
        <p:spPr>
          <a:xfrm>
            <a:off x="2231139" y="2389491"/>
            <a:ext cx="3802269" cy="584775"/>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Erstellen und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Commiten</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Sie ein paar Dateien in dieses Projekt (Repo)</a:t>
            </a:r>
          </a:p>
        </p:txBody>
      </p:sp>
      <p:sp>
        <p:nvSpPr>
          <p:cNvPr id="72" name="TextBox 71">
            <a:extLst>
              <a:ext uri="{FF2B5EF4-FFF2-40B4-BE49-F238E27FC236}">
                <a16:creationId xmlns:a16="http://schemas.microsoft.com/office/drawing/2014/main" id="{F74E7B72-5D0F-4353-B866-1BAFBFF46B51}"/>
              </a:ext>
            </a:extLst>
          </p:cNvPr>
          <p:cNvSpPr txBox="1"/>
          <p:nvPr/>
        </p:nvSpPr>
        <p:spPr>
          <a:xfrm>
            <a:off x="5900058" y="3668291"/>
            <a:ext cx="3802269" cy="584775"/>
          </a:xfrm>
          <a:prstGeom prst="rect">
            <a:avLst/>
          </a:prstGeom>
          <a:noFill/>
        </p:spPr>
        <p:txBody>
          <a:bodyPr wrap="square" rtlCol="0">
            <a:spAutoFit/>
          </a:bodyPr>
          <a:lstStyle/>
          <a:p>
            <a:pPr marL="0" marR="0" lvl="0" indent="0" algn="l"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Ändern Sie diese Dateien und machen einen Screenshot von Ihren Erkenntnissen</a:t>
            </a:r>
          </a:p>
        </p:txBody>
      </p:sp>
      <p:sp>
        <p:nvSpPr>
          <p:cNvPr id="76" name="TextBox 75">
            <a:extLst>
              <a:ext uri="{FF2B5EF4-FFF2-40B4-BE49-F238E27FC236}">
                <a16:creationId xmlns:a16="http://schemas.microsoft.com/office/drawing/2014/main" id="{56200D66-FD02-4094-A37F-6D2BC6FABB13}"/>
              </a:ext>
            </a:extLst>
          </p:cNvPr>
          <p:cNvSpPr txBox="1"/>
          <p:nvPr/>
        </p:nvSpPr>
        <p:spPr>
          <a:xfrm>
            <a:off x="2231139" y="4947091"/>
            <a:ext cx="3802269" cy="584775"/>
          </a:xfrm>
          <a:prstGeom prst="rect">
            <a:avLst/>
          </a:prstGeom>
          <a:noFill/>
        </p:spPr>
        <p:txBody>
          <a:bodyPr wrap="square" rtlCol="0">
            <a:spAutoFit/>
          </a:bodyPr>
          <a:lstStyle/>
          <a:p>
            <a:pPr marL="0" marR="0" lvl="0" indent="0" algn="r" defTabSz="914446" rtl="0" eaLnBrk="1" fontAlgn="auto" latinLnBrk="0" hangingPunct="1">
              <a:lnSpc>
                <a:spcPct val="100000"/>
              </a:lnSpc>
              <a:spcBef>
                <a:spcPts val="0"/>
              </a:spcBef>
              <a:spcAft>
                <a:spcPts val="0"/>
              </a:spcAft>
              <a:buClrTx/>
              <a:buSzTx/>
              <a:buFontTx/>
              <a:buNone/>
              <a:tabLst/>
              <a:defRPr/>
            </a:pPr>
            <a:r>
              <a:rPr kumimoji="0" lang="de-DE" sz="1600" b="0" i="0" u="none" strike="noStrike" kern="1200" cap="none" spc="0" normalizeH="0" baseline="0" noProof="0" dirty="0">
                <a:ln>
                  <a:noFill/>
                </a:ln>
                <a:solidFill>
                  <a:srgbClr val="B6B6BD"/>
                </a:solidFill>
                <a:effectLst/>
                <a:uLnTx/>
                <a:uFillTx/>
                <a:latin typeface="Source Sans Pro"/>
                <a:ea typeface="+mn-ea"/>
                <a:cs typeface="+mn-cs"/>
              </a:rPr>
              <a:t>Finden Sie heraus wie Sie Ihre Änderungen auf den </a:t>
            </a:r>
            <a:r>
              <a:rPr kumimoji="0" lang="de-DE" sz="1600" b="0" i="0" u="none" strike="noStrike" kern="1200" cap="none" spc="0" normalizeH="0" baseline="0" noProof="0" dirty="0" err="1">
                <a:ln>
                  <a:noFill/>
                </a:ln>
                <a:solidFill>
                  <a:srgbClr val="B6B6BD"/>
                </a:solidFill>
                <a:effectLst/>
                <a:uLnTx/>
                <a:uFillTx/>
                <a:latin typeface="Source Sans Pro"/>
                <a:ea typeface="+mn-ea"/>
                <a:cs typeface="+mn-cs"/>
              </a:rPr>
              <a:t>Git</a:t>
            </a:r>
            <a:r>
              <a:rPr kumimoji="0" lang="de-DE" sz="1600" b="0" i="0" u="none" strike="noStrike" kern="1200" cap="none" spc="0" normalizeH="0" baseline="0" noProof="0" dirty="0">
                <a:ln>
                  <a:noFill/>
                </a:ln>
                <a:solidFill>
                  <a:srgbClr val="B6B6BD"/>
                </a:solidFill>
                <a:effectLst/>
                <a:uLnTx/>
                <a:uFillTx/>
                <a:latin typeface="Source Sans Pro"/>
                <a:ea typeface="+mn-ea"/>
                <a:cs typeface="+mn-cs"/>
              </a:rPr>
              <a:t> Server bekommen </a:t>
            </a:r>
          </a:p>
        </p:txBody>
      </p:sp>
    </p:spTree>
    <p:extLst>
      <p:ext uri="{BB962C8B-B14F-4D97-AF65-F5344CB8AC3E}">
        <p14:creationId xmlns:p14="http://schemas.microsoft.com/office/powerpoint/2010/main" val="4065683505"/>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GENARAL LAYOUTS">
  <a:themeElements>
    <a:clrScheme name="VIVID21-00-Default">
      <a:dk1>
        <a:srgbClr val="171C30"/>
      </a:dk1>
      <a:lt1>
        <a:srgbClr val="FFFFFF"/>
      </a:lt1>
      <a:dk2>
        <a:srgbClr val="B6B6BD"/>
      </a:dk2>
      <a:lt2>
        <a:srgbClr val="F2F2F5"/>
      </a:lt2>
      <a:accent1>
        <a:srgbClr val="FFC955"/>
      </a:accent1>
      <a:accent2>
        <a:srgbClr val="FF5355"/>
      </a:accent2>
      <a:accent3>
        <a:srgbClr val="CE59C4"/>
      </a:accent3>
      <a:accent4>
        <a:srgbClr val="8766D0"/>
      </a:accent4>
      <a:accent5>
        <a:srgbClr val="6C9FF4"/>
      </a:accent5>
      <a:accent6>
        <a:srgbClr val="5BC9B0"/>
      </a:accent6>
      <a:hlink>
        <a:srgbClr val="6C9FF4"/>
      </a:hlink>
      <a:folHlink>
        <a:srgbClr val="5BC9B0"/>
      </a:folHlink>
    </a:clrScheme>
    <a:fontScheme name="Source Pro">
      <a:majorFont>
        <a:latin typeface="Source Sans Pro Black"/>
        <a:ea typeface=""/>
        <a:cs typeface=""/>
      </a:majorFont>
      <a:minorFont>
        <a:latin typeface="Source Sans Pr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w="63500">
          <a:noFill/>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2800"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8100" cap="sq">
          <a:solidFill>
            <a:schemeClr val="accent4"/>
          </a:solidFill>
          <a:beve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a:solidFill>
              <a:schemeClr val="tx2"/>
            </a:solidFill>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576</Words>
  <Application>Microsoft Office PowerPoint</Application>
  <PresentationFormat>Breitbild</PresentationFormat>
  <Paragraphs>81</Paragraphs>
  <Slides>21</Slides>
  <Notes>4</Notes>
  <HiddenSlides>0</HiddenSlides>
  <MMClips>0</MMClips>
  <ScaleCrop>false</ScaleCrop>
  <HeadingPairs>
    <vt:vector size="6" baseType="variant">
      <vt:variant>
        <vt:lpstr>Verwendete Schriftarten</vt:lpstr>
      </vt:variant>
      <vt:variant>
        <vt:i4>8</vt:i4>
      </vt:variant>
      <vt:variant>
        <vt:lpstr>Design</vt:lpstr>
      </vt:variant>
      <vt:variant>
        <vt:i4>2</vt:i4>
      </vt:variant>
      <vt:variant>
        <vt:lpstr>Folientitel</vt:lpstr>
      </vt:variant>
      <vt:variant>
        <vt:i4>21</vt:i4>
      </vt:variant>
    </vt:vector>
  </HeadingPairs>
  <TitlesOfParts>
    <vt:vector size="31" baseType="lpstr">
      <vt:lpstr>Arial</vt:lpstr>
      <vt:lpstr>Bebas Neue</vt:lpstr>
      <vt:lpstr>Calibri</vt:lpstr>
      <vt:lpstr>Calibri Light</vt:lpstr>
      <vt:lpstr>Montserrat</vt:lpstr>
      <vt:lpstr>Söhne</vt:lpstr>
      <vt:lpstr>Source Sans Pro</vt:lpstr>
      <vt:lpstr>Source Sans Pro Black</vt:lpstr>
      <vt:lpstr>Office</vt:lpstr>
      <vt:lpstr>GENARAL LAYOUTS</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Ben Cöppicus</dc:creator>
  <cp:lastModifiedBy>Ben Cöppicus</cp:lastModifiedBy>
  <cp:revision>35</cp:revision>
  <dcterms:created xsi:type="dcterms:W3CDTF">2023-08-16T17:00:24Z</dcterms:created>
  <dcterms:modified xsi:type="dcterms:W3CDTF">2023-08-21T12:00:58Z</dcterms:modified>
</cp:coreProperties>
</file>